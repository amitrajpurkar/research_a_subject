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5120640"/>
            <a:ext cx="256032" cy="25603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669280"/>
            <a:ext cx="164592" cy="16459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846320"/>
            <a:ext cx="109728" cy="109728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6035040"/>
            <a:ext cx="91440" cy="9144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4480560"/>
            <a:ext cx="73152" cy="7315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6126480"/>
            <a:ext cx="128016" cy="128016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40080"/>
            <a:ext cx="109728" cy="10972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005840"/>
            <a:ext cx="73152" cy="7315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88720"/>
            <a:ext cx="64008" cy="64008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STUDY GUIDE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33172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for Data Analysis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947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SQL-to-Pandas Edition — Data structures, manipulation, cleaning, analysis, visualization, and I/O, with a full cheatsheet.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126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deck: "Pandas for SQL Professionals — 10-Day Study Plan"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FIRST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This Guide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into six topic sections mirroring what you set out to learn, followed by a SQL-to-Pandas translation reference and a quick-reference cheatsheet.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opens with core concepts, moves through worked examples, and ends with practice exercises for your own domain tables.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as a living reference during the 10-Day Study Plan, and afterward as a desk reference — the cheatsheet at the end is built for that.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 assume: import pandas as pd, import numpy as np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SQL-to-Pandas Mental Model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3550213"/>
                <a:gridCol w="443776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Equivalent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2-D labeled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Column (typed)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 labeled array, one dtype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/ primary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Explicit; can be reset or composed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/ column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.dtypes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object, int64, float64, datetime64,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 / NaT /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 propagates differently in comparisons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 mask, .query()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/ HAVING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.groupby().agg(), then filter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.merge()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how='inner'/'left'/'right'/'outer'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/ UNION 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pd.concat()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+.drop_duplicates() for UNION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.sort_values()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.rolling()/.rank()/.transform()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 / UNPIVOT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.pivot_table() / .melt()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VERIFY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 numpy matplotlib seaborn \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jupyterlab "snowflake-connector-python[pandas]"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print(pd.__version__)   # this guide targets pandas 2.x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environment: JupyterLab or VS Code + Jupyter extension — both give inline output like a SQL client's results grid.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access: have your account identifier, warehouse, database, schema, and SSO or key-pair auth ready before the I/O section.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1447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pin your pandas version in any shared notebook — behavior has shifted meaningfully across 1.x → 2.x releases.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— Series &amp; DataFrame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Series and DataFrame actually are, how the Index works, dtypes, inspection methods, and the three ways to select data.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STRUCTURES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USE A SERIES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pd.Series([10, 20, 30], index=['a', 'b', 'c'])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s['b']        # 20 — access by label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s.iloc[1]     # 20 — access by position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* 2         # vectorized: [20, 40, 60]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&gt; 15        # vectorized boolean mask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is a one-dimensional labeled array: values + an index, all one dtype.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 apply element-wise, no loops.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one column of a SQL result set that carries its own row labels wherever it goes — even after filtering.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STRUCTURES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DataFrame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DATAFRAME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pd.DataFrame({'id':[1,2,3], 'name':['A','B','C']})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pd.read_csv('file.csv')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pd.read_sql(sql, con)          # straight from SQL / Snowflake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2-D table: a dict of Series sharing one Index, each column with its own dtype — like a typed SQL result set.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DataFrame exposes: .index (row labels), .columns, .dtypes, .values / .to_numpy().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from a dict, list of records, CSV, or directly from SQL.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STRUCTURES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Index, Deep Dive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is what makes pandas different from a raw SQL result set: a persistent row-label axis, not just a rowid.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is a RangeIndex (0, 1, 2, ...), auto-created if you don't set one.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meaningful index — df.set_index('customer_id') — like designating a primary key for lookups.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MultiIndex for composite keys — df.set_index(['region','year']) — mirrors a composite primary/foreign key. Reset with df.reset_index().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joins, alignment, and .loc all key off the index — misunderstanding it is the #1 source of "why did my row count change" bugs for SQL veterans.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STRUCTURES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Inspecting Data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3550213"/>
                <a:gridCol w="3993989"/>
                <a:gridCol w="3550213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analogy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Row/column 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df.shape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COUNT(*) + column count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df.dtypes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df.info()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dtypes + non-null counts +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stats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df.describe()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MIN/MAX/AVG/quartiles in one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First/last N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df.head(n) / df.tail(n)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* FROM t LIMIT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df.sample(n)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 BY RANDOM() LIMIT 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STRUCTURES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Data: Columns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column (returns a Series): df['col'] or df.col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dot form for columns with spaces or that shadow a method name (e.g. a column literally called 'count').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columns (returns a DataFrame): df[['col1','col2']] — note the double brackets.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SELECT col1, col2 FROM 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STRUCTURES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Data: .loc vs .iloc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LABEL-BASED VS POSITION-BASED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df.loc[df['status'] == 'active', ['id', 'name']]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rows AND pick columns in one call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df.iloc[0:5, 0:3]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5 rows, first 3 columns, by position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.loc[row_labels, col_labels] — label-based, inclusive of both endpoints in slices.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.iloc[row_positions, col_positions] — integer-position-based, exclusive end (like Python slicing).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thinking in names → .loc. Thinking in positions → .iloc.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STRUCTURES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 Exercises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CSV or table you know well. Run .info() and .describe(include='all') and note what would otherwise take several separate SQL queries.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meaningful column as the index, then retrieve a specific row by that key with .loc — compare to SELECT * FROM t WHERE key = :val.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DataFrame with a MultiIndex on two columns and retrieve a slice with .loc[(val1, val2)].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Manipulation — Filter, Sort, Group, Merge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section with the most direct SQL overlap: WHERE, ORDER BY, GROUP BY/HAVING, and JOIN — plus reshaping and window-function analogs.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MANIPULATION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Rows (WHERE)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MASKS &amp; .QUERY()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df[df['amount'] &gt; 1000]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df[(df['amount'] &gt; 1000) &amp; (df['region'] == 'East')]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df[df['status'].isin(['open', 'pending'])]      # IN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df[df['amount'].between(100, 500)]              # BETWEEN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df.query("amount &gt; 1000 and region == 'East'")  # readable form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df[df['name'].str.contains('smith', case=False, na=False)]  # LIKE '%..%'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&amp; | ~, never and/or/not, and parenthesize every condition.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.isin() = IN, .between() = BETWEEN, .str.contains() = LIKE.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MANIPULATION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(ORDER BY)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SORT_VALUES / SORT_INDEX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df.sort_values('amount', ascending=False)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df.sort_values(['region', 'amount'], ascending=[True, False])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df.sort_index()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df.sort_values('amount', na_position='first')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ascending/descending direction per key.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na_position controls where NaNs land — like NULLS FIRST/LAST.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MANIPULATION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/ Computed Columns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SELECT &amp; CASE WHEN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df['margin'] = df['revenue'] - df['cost']          # vectorized, preferred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df.assign(margin=lambda d: d['revenue'] - d['cost'])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df['flag'] = np.where(df['amount'] &gt; 1000, 'high', 'low')      # binary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df['tier'] = np.select([c1, c2], ['A', 'B'], default='C')      # multi-branch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df['region_name'] = df['region_code'].map(region_lookup_dict)  # lookup join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.apply() handles row-wise custom logic when vectorization isn't possible — but it's the slowest option; reach for it last.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MANIPULATION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 Fundamentals (GROUP BY)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SPLIT-APPLY-COMBINE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df.groupby('region')['amount'].sum()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df.groupby(['region', 'product'])['amount'].sum().reset_index()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df.groupby('region').size()    # like COUNT(*) — includes NaNs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df.groupby('region')['amount'].count()  # like COUNT(col) — non-null only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Split-apply-combine is exactly what GROUP BY does under the hood.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.reset_index() after groupby turns the grouped result back into a flat DataFrame.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MANIPULATION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GroupBy: Aggregation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AGG(), NAMED AGGREGATION, HAVING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df.groupby('region').agg({'amount': ['sum', 'mean'], 'qty': 'sum'})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df.groupby('region').agg(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total_amount=('amount', 'sum'),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avg_amount=('amount', 'mean'))          # named aggregation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grouped = df.groupby('region')['amount'].sum().reset_index()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grouped[grouped['amount'] &gt; 100000]         # HAVING SUM(amount) &gt; 100000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filter groups before combining: .groupby().filter(lambda g: len(g) &gt; 10) — like HAVING COUNT(*) &gt; 10.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MANIPULATION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GroupBy: transform() and apply()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ROW-ALIGNED GROUP RESULTS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df['region_total'] = df.groupby('region')['amount'].transform('sum')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row gets its group's total — like a correlated subquery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df.groupby('region').apply(custom_func)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most flexible, any return shape — but the slowest option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.transform() returns a result the same shape as the input — perfect for adding a group total beside every row.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.apply() on a groupby object runs arbitrary logic per group; use it when agg/transform can't express the logic.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MANIPULATION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&amp; Joining (JOIN)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 WITH SAFETY NETS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pd.merge(orders, customers, on='customer_id', how='left')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pd.merge(orders, customers,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left_on='cust_id', right_on='customer_id',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how='inner', validate='many_to_one', indicator=True)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how=: 'inner' / 'left' / 'right' / 'outer' map directly to SQL join types.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validate= raises an error if join cardinality isn't what you expect — catches silent row multiplication before it corrupts a report.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indicator=True adds a _merge column ('both'/'left_only'/'right_only') — invaluable for auditing outer joins.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MANIPULATION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Concatenating (UNION / UNION ALL)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ROWS AND COLUMNS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pd.concat([df1, df2])                       # UNION ALL — keeps duplicates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pd.concat([df1, df2]).drop_duplicates()     # UNION — removes exact dupes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pd.concat([df1, df2], ignore_index=True)    # fresh RangeIndex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pd.concat([df1, df2], axis=1)               # side-by-side (columns)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ignore_index=True avoids carrying over each source's original index.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MANIPULATION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Reshaping: Pivot &amp; Pivot Tables (PIVOT)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TO WIDE, WITH AGGREGATION BUILT IN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pd.pivot_table(df, index='region', columns='year',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values='amount', aggfunc='sum', fill_value=0)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df.pivot(index='r', columns='c', values='v')   # no aggregation needed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pd.crosstab(df['region'], df['status'])         # quick frequency table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SQL's PIVOT — but the aggregate is built in, unlike hand-written CASE WHEN columns.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MANIPULATION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Reshaping: Melt &amp; Stack/Unstack (UNPIVOT)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TO LONG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df.melt(id_vars=['region'], value_vars=['2024', '2025'],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var_name='year', value_name='amount')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df.stack()     # columns -&gt; innermost row index level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df.unstack()   # the reverse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melt() = SQL's UNPIVOT — use it for tidy, long-format data ready for grouping or plotting.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pivot_table when you want a wide summary for reporting instead.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MANIPULATION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Window-Function Equivalents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5325319"/>
                <a:gridCol w="576909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window 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equivalent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SUM(x) OVER (PARTITION BY g)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df.groupby('g')['x'].transform('sum')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ROW_NUMBER() OVER (PARTITION BY g ORDER BY x)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df.groupby('g')['x'].rank(method='first')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RANK() OVER (...)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df.groupby('g')['x'].rank(method='min')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LAG(x) OVER (ORDER BY d)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df.sort_values('d')['x'].shift(1)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LEAD(x) OVER (ORDER BY d)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df.sort_values('d')['x'].shift(-1)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df.sort_values('d')['x'].cumsum()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Moving average (N periods)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df['x'].rolling(window=N).mean()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.rolling() = fixed-size moving window; .expanding() = a window that grows from the start, like a running/cumulative frame.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MANIPULATION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2 Exercises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a GROUP BY ... HAVING ... report with .groupby().agg() plus a post-filter.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a 2–3 table JOIN with .merge(), using validate= and indicator=True to confirm the row count matches your SQL result exactly.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wide PIVOT-style report with pivot_table, then melt() it back to long form and confirm it matches your original rows.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one OVER (PARTITION BY ... ORDER BY ...) query using groupby + transform/rank/shift.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data, duplicates, outliers, dtype conversions, and string cleaning — the pandas equivalent of ETL scrubbing logic.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CLEANING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Data: Detecting and Dropping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 / DROPNA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            # missing-value count per column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                   # drop rows with any NaN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df.dropna(subset=['col'])     # only consider specific columns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df.dropna(how='all')          # only drop fully-empty rows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uses NaN (float) / NaT (datetime) for missing values.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behave like SQL NULL (NaN == NaN is False), but arithmetic silently propagates NaN rather than requiring COALESCE.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CLEANING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Data: Filling and Interpolating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 / INTERPOLATE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df['col'].fillna(0)                    # COALESCE(col, 0)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df['col'].fillna(df['col'].mean())     # statistical fill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df['col'].fillna(method='ffill')       # carry last known value forward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df['col'].interpolate()                # linear interpolation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document why you chose a fill strategy — the same discipline as a COALESCE / default-value decision in an ETL job.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CLEANING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/ DROP_DUPLICATES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                            # flags duplicate rows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df.duplicated(subset=['id'])               # check a would-be unique key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df.drop_duplicates(subset=['id'], keep='last')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habit: run df.duplicated(subset=key_cols).sum() right after any merge to catch unexpected fan-out immediately.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CLEANING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IQR, Z-SCORE, CAPPING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Q1, Q3 = df['x'].quantile([0.25, 0.75])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(df['x'] &lt; Q1 - 1.5*IQR) | (df['x'] &gt; Q3 + 1.5*IQR)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(df['x'] - df['x'].mean()) / df['x'].std()   # flag abs(z) &gt; 3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df['x'].clip(lower, upper)                        # cap / winsorize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deliberately whether to drop, cap, or keep-and-flag outliers — and document the choice.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CLEANING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 Conversions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ASTYPE / TO_DATETIME / CATEGORY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df['col'].astype('int64')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pd.to_datetime(df['date_str'], format='%Y-%m-%d')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pd.to_numeric(df['col'], errors='coerce')   # unparseable -&gt; NaN, no crash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df['status'] = df['status'].astype('category')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dtype for low-cardinality text (status, region) — saves memory and speeds up groupby, like a small dimension-table key.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CLEANING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.STR ACCESSOR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df['name'].str.strip().str.lower()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df['name'].str.replace('  ', ' ', regex=False)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df['col'].str.extract(r'(\d{5})')            # pull a ZIP code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df['col'].str.split(',', expand=True)        # like chained SPLIT_PART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.str accessor vectorizes string operations across an entire column at once.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CLEANING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3 Exercises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genuinely messy extract (blanks/nulls, inconsistent casing, duplicate rows) and produce a clean DataFrame, documenting each decision inline.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IQR method to one numeric column in a domain dataset and report how many rows would be flagged as outliers.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structured sub-value (ID, code, or date) out of a free-text column with .str.extract().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— Stats, Correlation, Regression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clean, joined DataFrame into insight: summary statistics, correlation, time-aware analysis, and a first step into regression.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/ VALUE_COUNTS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                    # count/mean/std/min/quartiles/max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df['x'].mean(); df['x'].median(); df['x'].std()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df['category_col'].value_counts()               # frequency table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df['category_col'].value_counts(normalize=True) # as proportions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summary stats skip NaN by default (skipna=True).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value_counts() replaces a GROUP BY + COUNT(*) + ORDER BY in a single call.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&amp; Covariance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/ COV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df[['x', 'y', 'z']].corr()                     # Pearson correlation matrix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df['x'].corr(df['y'], method='spearman')       # rank-based, non-linear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df.cov()                                        # covariance matrix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 correlation matrix as a heatmap (Section 5) — far faster to scan than a wall of numbers.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Grouped &amp; Pivoted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groupby + agg to answer "how does metric X vary by segment Y" — the bread-and-butter analytical question.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a pivot_table on top for a reporting-ready wide view (segments as columns, periods as rows, or vice versa).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df.groupby('segment')['metric'].describe() gives a full distribution summary per segment in one call — useful for spotting a skewed segment before drawing conclusions.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 Basics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/ ROLLING / SHIFT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 = pd.to_datetime(df['date'])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df.set_index('date')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df['amount'].resample('M').sum()        # monthly totals from daily data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df['amount'].rolling(window=7).mean()   # 7-day moving average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df['amount'] - df['amount'].shift(1)    # period-over-period change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resample() is a DATE_TRUNC + GROUP BY in one call, once the index is a proper DatetimeIndex.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Look at Regression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 &amp; SCIKIT-LEARN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statsmodels.api as sm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sm.add_constant(df[['x1', 'x2']])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sm.OLS(df['y'], X).fit()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model.summary()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LinearRegression().fit(df[['x1', 'x2']], df['y'])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hands off cleanly to statsmodels/scikit-learn once data is clean and joined — pandas is the prep layer, not the modeling layer.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to quantify a trend ("cost per claim rising $X/month") rather than eyeballing a chart.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4 Exercises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.describe() breakdown by segment for one metric you track regularly, and note which segment has the widest spread.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correlation matrix for 4–5 numeric columns in a domain dataset and identify the strongest relationship.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a date-indexed metric to monthly totals and compute month-over-month percent change with .pct_change().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DataFrames into charts: pandas' built-in plotting, matplotlib fundamentals, and seaborn for statistical graphics.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 VISUALIZATION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Plots Directly from Pandas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DF.PLOT()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df['amount'].plot(kind='line')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df.plot(kind='bar', x='region', y='amount')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kind=: 'line' | 'bar'/'barh' | 'hist' | 'box' | 'scatter' | 'area' | 'pie'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DataFrame/Series has a .plot() method built on matplotlib.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fast, exploratory looks — the visual equivalent of eyeballing a result grid.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 VISUALIZATION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Fundamentals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OBJECT-ORIENTED INTERFACE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plt.subplots(figsize=(8, 5))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ax.plot(x, y)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ax.set_title('Monthly Trend')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ax.set_xlabel('Month'); ax.set_ylabel('Amount')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fig.savefig('chart.png', dpi=150, bbox_inches='tight')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control: multiple series, secondary y-axis, subplot grids (plt.subplots(nrows=2, ncols=2)) for a small dashboard.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 VISUALIZATION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Seaborn for Statistical Graphics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DIRECTLY ON DATAFRAME COLUMNS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sns.barplot(data=df, x='region', y='amount', hue='year')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sns.histplot(data=df, x='amount', kde=True)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sns.heatmap(df.corr(), annot=True, cmap='coolwarm')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sns.boxplot(data=df, x='segment', y='metric')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matplotlib, but the API reads almost like a SELECT — column names as arguments.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compares distributions across categories and spots outliers visually.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 VISUALIZATION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Chart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6101928"/>
                <a:gridCol w="4992487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over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of one 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 / box plot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between two numeric 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plot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across many 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Part-to-whole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Stacked bar (avoid pie for &gt;4 categories)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 VISUALIZATION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5 Exercises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bar chart comparing a metric across your top 5–10 categories, sorted descending before plotting.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line chart of a metric over time with a 7-period rolling average overlaid.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seaborn heatmap of the correlation matrix from your Section 4 exercise.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I/O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files, and — most relevant to your day job — SQL and Snowflake, plus the Snowpark pandas API for running pandas logic at scale.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I/O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Files: CSV, Excel, JSON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 / READ_EXCEL / READ_JSON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pd.read_csv('file.csv', dtype={...}, parse_dates=['date_col'], usecols=[...])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pd.read_excel('file.xlsx', sheet_name='Sheet1')   # needs openpyxl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pd.read_json('file.json')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pd.json_normalize(nested_data)                     # flatten nested JSON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df.to_csv('out.csv', index=False)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dtypes and memory up front rather than fixing them after load.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json_normalize is pandas' answer to flattening a semi-structured column.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I/O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From SQL and Snowflake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READ_SQL / FETCH_PANDAS_ALL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pd.read_sql("SELECT * FROM orders WHERE region = 'East'", con=connection)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cur.execute(sql)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cur.fetch_pandas_all()   # fastest path from Snowflake — uses Arrow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read_sql works with any DB-API/SQLAlchemy connection.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filtering/aggregation into the SQL you send to Snowflake for large tables — pull only what you need, just as you would writing a report query today.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I/O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Back to Snowflake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WRITE_PANDAS()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snowflake.connector.pandas_tools import write_pandas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write_pandas(conn, df, 'TABLE_NAME')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64208"/>
            <a:ext cx="487649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Bulk-loads a DataFrame into a Snowflake table efficiently.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pull -&gt; clean/join/analyze in pandas -&gt; write results to a "gold" table for others to query with plain SQL.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 chunking large writes, and matching target-table identifier casing/quoting.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I/O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on Snowflake: the Snowpark pandas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also offers a Snowpark pandas API (built on Modin): import modin.pandas as pd — familiar pandas syntax, execution pushed down and run inside Snowflake.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the warehouse — useful once datasets outgrow what's comfortable in local memory.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mental model as everything in this guide; the API surface is designed to match standard pandas closely.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it when your Section 2 groupby/merge/pivot logic needs to run over full production-scale tables rather than a local extract.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I/O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Tips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vectorized operations and built-in methods over .apply()/Python loops — often 10–100x faster.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dtypes explicitly on load (dtype= in read_csv/read_sql) rather than inferring then re-casting.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category dtype for repeated low-cardinality strings.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large sources: filter/aggregate in SQL first, read in chunksize= batches, or use the Snowpark pandas API.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I/O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6 Exercises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one CSV and one table via read_sql/Snowflake connector; confirm inferred dtypes match the source column types.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small DataFrame to a scratch Snowflake table with write_pandas, read it back, and confirm row-for-row equality.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Snowpark pandas is available, rerun one Section 2 groupby/merge exercise using modin.pandas against a full table instead of a local extract.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SQL-to-Pandas Translation &amp; Pitfalls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side-by-side reference for translating full queries, plus the handful of habits that most often trip up SQL veterans.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TRANSLATION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SELECT / WHERE / ORDER BY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364328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496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4961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 amount, region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amount &gt; 500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region = 'East'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amount DESC;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664208"/>
            <a:ext cx="5364328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79896" y="1810512"/>
            <a:ext cx="496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79896" y="2167128"/>
            <a:ext cx="4961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(orders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.loc[(orders['amount'] &gt; 500) &amp;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(orders['region'] == 'East'),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['customer_id','amount','region']]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.sort_values('amount', ascending=False))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TRANSLATION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GROUP BY / HAVING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364328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496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4961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region, SUM(amount) AS total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region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SUM(amount) &gt; 100000;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664208"/>
            <a:ext cx="5364328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79896" y="1810512"/>
            <a:ext cx="496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79896" y="2167128"/>
            <a:ext cx="4961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(orders.groupby('region')['amount']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.sum()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.reset_index(name='total')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.query('total &gt; 100000'))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TRANSLATION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a Multi-Table JOIN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364328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496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67128"/>
            <a:ext cx="4961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o.order_id, c.customer_name, o.amount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customers c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o.customer_id = c.customer_id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regions 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c.region_id = r.region_id;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664208"/>
            <a:ext cx="5364328" cy="4343400"/>
          </a:xfrm>
          <a:prstGeom prst="roundRect">
            <a:avLst>
              <a:gd name="adj" fmla="val 1263"/>
            </a:avLst>
          </a:prstGeom>
          <a:solidFill>
            <a:srgbClr val="101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79896" y="1810512"/>
            <a:ext cx="496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79896" y="2167128"/>
            <a:ext cx="4961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(orders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.merge(customers, on='customer_id',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how='inner', validate='m:1')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.merge(regions, on='region_id',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how='left', validate='m:1')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[['order_id','customer_name','amount']])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TRANSLATION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 for SQL Developers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confusion: a filtered DataFrame keeps its original row labels, not 0..n. Use .reset_index(drop=True) for a fresh RangeIndex.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SettingWithCopyWarning: assigning into a filtered slice may silently fail to update the original. Use .loc[...] for read-and-write in one step, or .copy() for an independent DataFrame.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vs NULL semantics: arithmetic on NaN silently yields NaN rather than erroring; dropna() is an implicit IS NOT NULL you must apply deliberately.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cardinality surprises: an unexpected many-to-many join silently multiplies rows with no error — always use validate= on unfamiliar tables.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Mutating vs copying: most methods return a new object by default; some accept inplace=True. Prefer the non-mutating, chainable style.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TRANSLATION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7 Exercises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0820095" cy="510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three SQL queries you run weekly and write out their full pandas translations side-by-side.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trigger a SettingWithCopyWarning, then fix it using .loc — understanding the message is worth five minutes.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 many-to-many merge on sample data with and without validate= to see the row-multiplication effect firsthand.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8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Handy References &amp; Links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cited in this guide and the 10-Day Study Plan, organized for quick lookup.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Docs &amp; Cheat Sheets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1094415" cy="501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official documentation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pandas.pydata.org/docs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to pandas (official quickstart)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pandas.pydata.org/docs/user_guide/10min.html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Comparison with SQL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pandas.pydata.org/docs/getting_started/comparison/comparison_with_sql.html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pandas Cheat Sheet (PDF)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pandas.pydata.org/Pandas_Cheat_Sheet.pdf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pandas Cookbook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pandas.pydata.org/docs/getting_started/intro_tutorials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Books &amp; Video Courses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1094415" cy="501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 for Data Analysis, 3E" by Wes McKinney — free, open-access, full text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wesmckinney.com/book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Keith Galli — Complete Pandas Tutorial (code + video)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github.com/KeithGalli/complete-pandas-tutorial  ·  youtu.be/2uvysYbKdjM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freeCodeCamp — Data Analysis with Python (full course)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freecodecamp.org/news/how-to-analyze-data-with-python-pandas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Corey Schafer — Pandas Tutorials playlist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youtube.com/playlist?list=PL-osiE80TeTsWmV9i9c58mdDCSskIFdDS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School (Kevin Markham) — Easier data analysis with pandas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dataschool.io/easier-data-analysis-with-pandas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techwithtim — Pandas Tutorial repo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github.com/techwithtim/PanadasTutorial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&amp; SQL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09928"/>
            <a:ext cx="11094415" cy="501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official: Using pandas DataFrames with the Python Connector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docs.snowflake.com/en/developer-guide/python-connector/python-connector-pandas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official: pandas on Snowflake (Snowpark pandas API)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docs.snowflake.com/en/developer-guide/snowpark/python/pandas-on-snowflake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official I/O guide (all formats incl. SQL)</a:t>
            </a:r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pandas.pydata.org/docs/user_guide/io.html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8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Cheatsheet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six-page quick-reference — keep this open next to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 1/6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Inspecting &amp; Selecting</a:t>
            </a:r>
            <a:endParaRPr lang="en-US" sz="30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4437766"/>
                <a:gridCol w="6656649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df.shape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df.dtypes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summary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df.info()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 summary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df.describe()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/ last N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df.head(n) / df.tail(n)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column(s)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df['a'] / df[['a','b']]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by 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df.loc[rows, cols]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by position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df.iloc[rows, cols]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df[df['x']&gt;0] / df.query('x&gt;0')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 2/6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&amp; Derived Columns</a:t>
            </a:r>
            <a:endParaRPr lang="en-US" sz="30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4437766"/>
                <a:gridCol w="6656649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by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df.sort_values('x', ascending=False)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by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df.sort_index()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df['y'] = df['a'] + df['b']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Conditional column (binary)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np.where(cond, val1, val2)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Conditional column (multi)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np.select([c1,c2], [v1,v2], default=v3)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custom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df['y'] = df['x'].apply(func)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lookup / 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df['y'] = df['x'].map(lookup_dict)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 3/6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GroupBy, Merge &amp; Concat</a:t>
            </a:r>
            <a:endParaRPr lang="en-US" sz="30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4437766"/>
                <a:gridCol w="6656649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+ aggregate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df.groupby('k')['x'].sum()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aggregates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df.groupby('k').agg(total=('x','sum'), avg=('x','mean'))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Filter groups (HAVING)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df.groupby('k').filter(lambda g: len(g)&gt;10)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group stat to every 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df.groupby('k')['x'].transform('sum')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/ merge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pd.merge(a, b, on='k', how='left', validate='1:1')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Stack rows (UNION ALL)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pd.concat([a, b])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Stack + dedupe (UNION)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pd.concat([a, b]).drop_duplicates()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 4/6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Reshaping &amp; Window Functions</a:t>
            </a:r>
            <a:endParaRPr lang="en-US" sz="30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4437766"/>
                <a:gridCol w="6656649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Pivot (long -&gt; wide)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pd.pivot_table(df, index='r', columns='c', values='v', aggfunc='sum')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Melt (wide -&gt; long)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df.melt(id_vars=['r'], value_vars=[...])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Cross-tab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pd.crosstab(df['a'], df['b'])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df['x'].cumsum()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 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df['x'].rolling(7).mean()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within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df.groupby('k')['x'].rank(method='min')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/ next row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df['x'].shift(1) / .shift(-1)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 5/6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Type Conversion</a:t>
            </a:r>
            <a:endParaRPr lang="en-US" sz="30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4437766"/>
                <a:gridCol w="6656649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df.isna().sum()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df.dropna(subset=['x'])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df['x'].fillna(0)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duplicates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df.drop_duplicates(subset=['id'], keep='last')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df['x'].astype('float64')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pd.to_datetime(df['x'])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Coerce numeric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pd.to_numeric(df['x'], errors='coerce')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strings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df['x'].str.strip().str.lower()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 6/6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I/O, Visualization &amp; SQL Quick Map</a:t>
            </a:r>
            <a:endParaRPr lang="en-US" sz="30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94415" cy="914400"/>
        </p:xfrm>
        <a:graphic>
          <a:graphicData uri="http://schemas.openxmlformats.org/drawingml/2006/table">
            <a:tbl>
              <a:tblPr/>
              <a:tblGrid>
                <a:gridCol w="4437766"/>
                <a:gridCol w="6656649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/ 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pd.read_csv('f.csv', parse_dates=['d'])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SQL / Snowflake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pd.read_sql(sql, con) / cur.fetch_pandas_all()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to Snowflake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write_pandas(conn, df, 'TABLE')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plot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df.plot(kind='bar', x='a', y='b')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Seaborn heatmap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sns.heatmap(df.corr(), annot=True)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SQL: JOIN -&gt; Pandas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.merge(how=...)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SQL: GROUP BY/HAVING -&gt; Pandas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.groupby().agg() + filter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SQL: OVER(PARTITION BY) -&gt; Pandas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.groupby().transform()/.rank()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188720"/>
            <a:ext cx="91440" cy="91440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73152" cy="7315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09360"/>
            <a:ext cx="109728" cy="109728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537960"/>
            <a:ext cx="73152" cy="73152"/>
          </a:xfrm>
          <a:prstGeom prst="ellipse">
            <a:avLst/>
          </a:prstGeom>
          <a:solidFill>
            <a:srgbClr val="F2B134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0"/>
            <a:ext cx="64008" cy="6400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188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Notes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77440"/>
            <a:ext cx="9875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the hardest part — the analytical instinct for tables, keys, and relationships. Pandas is a syntax and execution-model shift, not a new way of thinking.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Section 7 (pitfalls) after your first two weeks of real use — that's when index/copy/merge surprises tend to show up.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guide open next to your Snowflake worksheet; translate one query a day until it's second nature.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09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Amit — research_a_subject project, September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for Data Analysis — Complete Study Guide (SQL-to-Pandas Edition)</dc:title>
  <dc:subject>PptxGenJS Presentation</dc:subject>
  <dc:creator>Amit</dc:creator>
  <cp:lastModifiedBy>Amit</cp:lastModifiedBy>
  <cp:revision>1</cp:revision>
  <dcterms:created xsi:type="dcterms:W3CDTF">2026-09-06T18:33:53Z</dcterms:created>
  <dcterms:modified xsi:type="dcterms:W3CDTF">2026-09-06T18:33:53Z</dcterms:modified>
</cp:coreProperties>
</file>