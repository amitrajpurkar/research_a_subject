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0724174-4daa-dfdd-b7f7-500cf7286c8c}">
          <p14:sldIdLst>
            <p14:sldId id="256"/>
            <p14:sldId id="257"/>
            <p14:sldId id="258"/>
            <p14:sldId id="259"/>
            <p14:sldId id="260"/>
          </p14:sldIdLst>
        </p14:section>
        <p14:section name="Wet the paper" id="{ca8564a0-42e5-0785-c8fc-cc579a08ae39}">
          <p14:sldIdLst>
            <p14:sldId id="261"/>
            <p14:sldId id="262"/>
          </p14:sldIdLst>
        </p14:section>
        <p14:section name="Sky" id="{f8a67e38-16ac-7674-8447-c9bff283835f}">
          <p14:sldIdLst>
            <p14:sldId id="263"/>
            <p14:sldId id="264"/>
            <p14:sldId id="265"/>
            <p14:sldId id="266"/>
          </p14:sldIdLst>
        </p14:section>
        <p14:section name="Clouds" id="{86f59544-d074-5cb0-7064-5bdc65ed9069}">
          <p14:sldIdLst>
            <p14:sldId id="267"/>
            <p14:sldId id="268"/>
            <p14:sldId id="269"/>
            <p14:sldId id="270"/>
            <p14:sldId id="271"/>
            <p14:sldId id="272"/>
            <p14:sldId id="273"/>
            <p14:sldId id="274"/>
            <p14:sldId id="275"/>
            <p14:sldId id="276"/>
            <p14:sldId id="277"/>
          </p14:sldIdLst>
        </p14:section>
        <p14:section name="Far mountains" id="{4b8facee-3d32-b07f-b28c-730f7b5cb42f}">
          <p14:sldIdLst>
            <p14:sldId id="278"/>
            <p14:sldId id="279"/>
            <p14:sldId id="280"/>
            <p14:sldId id="281"/>
            <p14:sldId id="282"/>
            <p14:sldId id="283"/>
          </p14:sldIdLst>
        </p14:section>
        <p14:section name="Near mountains" id="{1b891b71-f7b7-30fa-6a7d-41d957678ae8}">
          <p14:sldIdLst>
            <p14:sldId id="284"/>
            <p14:sldId id="285"/>
            <p14:sldId id="286"/>
            <p14:sldId id="287"/>
          </p14:sldIdLst>
        </p14:section>
        <p14:section name="Sea" id="{48eb8fd7-5f49-0d1c-a236-caadb5761245}">
          <p14:sldIdLst>
            <p14:sldId id="288"/>
            <p14:sldId id="289"/>
            <p14:sldId id="290"/>
            <p14:sldId id="291"/>
            <p14:sldId id="292"/>
            <p14:sldId id="293"/>
          </p14:sldIdLst>
        </p14:section>
        <p14:section name="Beach" id="{c5bf19f9-8988-1e31-a378-9f801212bc33}">
          <p14:sldIdLst>
            <p14:sldId id="294"/>
            <p14:sldId id="295"/>
            <p14:sldId id="296"/>
            <p14:sldId id="297"/>
            <p14:sldId id="298"/>
            <p14:sldId id="299"/>
            <p14:sldId id="300"/>
          </p14:sldIdLst>
        </p14:section>
        <p14:section name="Deepen the color" id="{7341a40c-8d01-61c2-e8e8-5174b116b23f}">
          <p14:sldIdLst>
            <p14:sldId id="301"/>
            <p14:sldId id="302"/>
            <p14:sldId id="303"/>
            <p14:sldId id="304"/>
            <p14:sldId id="305"/>
            <p14:sldId id="306"/>
            <p14:sldId id="307"/>
          </p14:sldIdLst>
        </p14:section>
        <p14:section name="Blend" id="{925bbe8e-0d7d-9eb8-a712-fd6288c3643f}">
          <p14:sldIdLst>
            <p14:sldId id="308"/>
            <p14:sldId id="309"/>
            <p14:sldId id="310"/>
          </p14:sldIdLst>
        </p14:section>
        <p14:section name="Birds" id="{160426fd-ba97-74b1-65f1-a7ef40d6bdd9}">
          <p14:sldIdLst>
            <p14:sldId id="311"/>
            <p14:sldId id="312"/>
            <p14:sldId id="313"/>
            <p14:sldId id="314"/>
            <p14:sldId id="315"/>
            <p14:sldId id="316"/>
            <p14:sldId id="317"/>
          </p14:sldIdLst>
        </p14:section>
        <p14:section name="Finished painting" id="{9a5e580a-ec96-7c64-8dda-ebe2d9028197}">
          <p14:sldIdLst>
            <p14:sldId id="318"/>
            <p14:sldId id="319"/>
            <p14:sldId id="320"/>
          </p14:sldIdLst>
        </p14:section>
        <p14:section name="Wrap-up" id="{bcf4d52c-c760-784e-492a-308338596562}">
          <p14:sldIdLst>
            <p14:sldId id="32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The finished painting is shown on the right (screenshot IMG_4528.PNG).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finished painting (screenshot IMG_4527.PNG).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eleven stages and which steps belong to each. Thumbnails come from the screenshot that ends each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are identified by eye from the screenshots. The pen's label reads Micron 05. Brush sizes and paper brand are not stated in the reel.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Palette sampled from painted areas of the screenshots (median of paint pixels in each region). The four pigment names come from the artist's own on-screen captions; the hex values are approximations of how they appear in the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of 60. Source screenshot: IMG_4469.PNG. Stage: Wet the paper.
Artist's on-screen caption: “Wet on Wet”
What to do: Tape the paper flat on all four sides. In the reel it is already taped down. With a large, soft brush, spread clean water evenly over the area you will paint.
Watch for: The caption is “Wet on Wet”: color will spread softly only where the paper is damp.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of 60. Source screenshot: IMG_4470.PNG. Stage: Wet the paper.
Artist's on-screen caption: “Wet on Wet”
What to do: Keep brushing until the whole area looks glossy and evenly damp. Smooth out any puddles so water is not pooling in one spot.
Watch for: Damp and shiny is right. Running water means too wet; a dull surface means it is drying.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of 60. Source screenshot: IMG_4471.PNG. Stage: Sky.
Artist's on-screen caption: “Starting the sky with a soft layer of Prussian blue.”
What to do: Load a brush with Prussian blue mixed with plenty of water. Lay one stripe along the top edge of the wet paper and let it start to spread.
Watch for: Start at the very top. The sky should be deepest there and fade as it comes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of 60. Source screenshot: IMG_4472.PNG. Stage: Sky.
Artist's on-screen caption: “Starting the sky with a soft layer of Prussian blue.”
What to do: Drag the color downward with broad, loose strokes. Let the wet paper carry the blue; it softens by itself.
Watch for: Don't scrub. A few confident strokes keep the wash smooth.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of 60. Source screenshot: IMG_4473.PNG. Stage: Sky.
Artist's on-screen caption: “Starting the sky with a soft layer of Prussian blue.”
What to do: Add a little more blue near the top, then use a lightly loaded brush to pull it down. Let the color thin out into the white of the paper.
Watch for: The lower half of the sky stays very pale, which leaves room for clouds.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of 60. Source screenshot: IMG_4474.PNG. Stage: Sky.
Artist's on-screen caption: “Starting the sky with a soft layer of Prussian blue.”
What to do: Soften the lower edge of the blue so there is no hard line. Stop while the paper is still damp, because the next step lifts wet paint.
Watch for: Don't wait for the sky to dry yet. The tissue only lifts paint that is still wet.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of 60. Source screenshot: IMG_4475.PNG. Stage: Clouds.
Artist's on-screen caption: “Dabbing with a tissue to create some loose cloud shapes.”
What to do: Crumple a clean tissue and press it onto the wet blue, starting at the right edge. Lift straight up. The tissue removes paint and leaves a soft, pale cloud shape.
Watch for: Press and lift. Rubbing would smear the color instead of lifting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of 60. Source screenshot: IMG_4476.PNG. Stage: Clouds.
Artist's on-screen caption: “Dabbing with a tissue to create some loose cloud shapes.”
What to do: Dab the tissue in several spots along the edge of the sky. Vary the size and spacing of the dabs so the clouds look natural.
Watch for: Clouds are loose shapes with soft edges, not outlines.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of 60. Source screenshot: IMG_4477.PNG. Stage: Clouds.
Artist's on-screen caption: “Dabbing with a tissue to create some loose cloud shapes.”
What to do: Move your hand across the paper and dab clouds in the middle. Press flatter for wide clouds and with a corner for small ones.
Watch for: Your hand may hide the paper while you work. Check the result after you lift.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10 of 60. Source screenshot: IMG_4478.PNG. Stage: Clouds.
Artist's on-screen caption: “Dabbing with a tissue to create some loose cloud shapes.”
What to do: Keep dabbing from left to right, overlapping some of the shapes. Switch to a clean part of the tissue as it picks up blue.
Watch for: A tissue full of blue will put paint back. Use a fresh area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11 of 60. Source screenshot: IMG_4479.PNG. Stage: Clouds.
Artist's on-screen caption: “Dabbing with a tissue to create some loose cloud shapes.”
What to do: Look for pale cloud shapes against the blue: one near the top left and a larger one at the right. Dab around their edges to widen them and blur the outlines.
Watch for: Soft edges make the sky feel airy.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12 of 60. Source screenshot: IMG_4480.PNG. Stage: Clouds.
Artist's on-screen caption: “Dabbing with a tissue to create some loose cloud shapes.”
What to do: Dab a few more cloud shapes closer to the top, where the sky is darkest. Keep them smaller and softer than the clouds lower down.
Watch for: Hold the tissue by its edge so your fingers don't touch the wet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13 of 60. Source screenshot: IMG_4481.PNG. Stage: Clouds.
Artist's on-screen caption: “Dabbing with a tissue to create some loose cloud shapes.”
What to do: Press the tissue flat to lift a large, soft cloud in the lower half of the sky. Leave the deep blue at the very top untouched.
Watch for: Big, pale clouds low in the sky and small ones up high give a sense of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14 of 60. Source screenshot: IMG_4482.PNG. Stage: Clouds.
Artist's on-screen caption: “Adding some blue to suggest the cloud shadows, then blending it softly.”
What to do: Pick up a small amount of Prussian blue on a round brush. Touch it along the bottom edges of the clouds to suggest shadow.
Watch for: Keep the paint thin so it only tints the underside of each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15 of 60. Source screenshot: IMG_4483.PNG. Stage: Clouds.
Artist's on-screen caption: “Adding some blue to suggest the cloud shadows, then blending it softly.”
What to do: Stroke the new blue gently into the cloud with a clean, damp brush. Blend until the shadow fades smoothly into the white.
Watch for: No hard edges on the lower sides of the clouds.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16 of 60. Source screenshot: IMG_4484.PNG. Stage: Clouds.
Artist's on-screen caption: “Adding some blue to suggest the cloud shadows, then blending it softly.”
What to do: Add and blend shadows under the other clouds in the same way. Put every shadow on the same side so the light looks consistent.
Watch for: A few soft shadows look better than many strong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17 of 60. Source screenshot: IMG_4485.PNG. Stage: Clouds.
Artist's on-screen caption: “Let it dry..”
What to do: Put the brush down and wait until the paper has lost all its shine. Check that the sky is fully dry before you continue.
Watch for: Painting mountains onto damp paper would blur them. Patience keeps the edges crisp.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18 of 60. Source screenshot: IMG_4486.PNG. Stage: Far mountains.
Artist's on-screen caption: “Using a diluted Prussian blue to shape the background mountains.”
What to do: Dilute Prussian blue with plenty of water to a pale blue-gray. Take a small round brush and set it at the left edge, just above the strip of tape across the paper.
Watch for: The tape strip masks the sea area and gives the mountains a clean, level horizon.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19 of 60. Source screenshot: IMG_4487.PNG. Stage: Far mountains.
Artist's on-screen caption: “Using a diluted Prussian blue to shape the background mountains.”
What to do: Draw a gently wavy ridge line from the left edge with the pale blue. Let it rise and dip in soft peaks.
Watch for: Keep it pale. Distant mountains look faint and hazy.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20 of 60. Source screenshot: IMG_4488.PNG. Stage: Far mountains.
Artist's on-screen caption: “Using a diluted Prussian blue to shape the background mountains.”
What to do: Continue the line across the paper, adding a few broad peaks. Keep the shape simple: you are suggesting mountains, not drawing every rock.
Watch for: Gentle slopes look farther away than sharp, spiky 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21 of 60. Source screenshot: IMG_4489.PNG. Stage: Far mountains.
Artist's on-screen caption: “Using a diluted Prussian blue to shape the background mountains.”
What to do: Fill the area under the ridge with the same pale blue, down to the tape edge. Keep the color even and avoid heavy blotches.
Watch for: Work steadily so the wash dries evenly.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22 of 60. Source screenshot: IMG_4490.PNG. Stage: Far mountains.
Artist's on-screen caption: “Using a diluted Prussian blue to shape the background mountains.”
What to do: Complete the fill so the range has two or three gentle peaks. Check the bottom edge sits flat against the tape.
Watch for: The pale range should stay faint so the darker mountains in front will stand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23 of 60. Source screenshot: IMG_4491.PNG. Stage: Far mountains.
Artist's on-screen caption: “Let it dry..”
What to do: Wait until the mountains are completely dry. They should look pale blue-gray, sitting low under the clouds.
Watch for: The next layer is dark and will bleed into any damp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24 of 60. Source screenshot: IMG_4492.PNG. Stage: Near mountains.
Artist's on-screen caption: “Paint the nearest mountains with Payne's grey, keeping them darker against the light.”
What to do: Mix Payne's grey, thicker and darker than the pale blue. Start at the left edge, just below the pale mountains, and use the tape edge as the horizon.
Watch for: Dark in front, light behind: that difference in value is what creates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25 of 60. Source screenshot: IMG_4493.PNG. Stage: Near mountains.
Artist's on-screen caption: “Paint the nearest mountains with Payne's grey, keeping them darker against the light.”
What to do: Trace the top edge of the near mountain with a thin, slightly wobbly line. Let the line slope down toward the horizon.
Watch for: A little wobble looks natural. A ruler-straight edge would look fake.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26 of 60. Source screenshot: IMG_4494.PNG. Stage: Near mountains.
Artist's on-screen caption: “Paint the nearest mountains with Payne's grey, keeping them darker against the light.”
What to do: Fill the shape in solid Payne's grey. Then run a thin dark line along the tape edge toward the right to form the shoreline.
Watch for: Rough, uneven edges at the base can read as rocks and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27 of 60. Source screenshot: IMG_4495.PNG. Stage: Near mountains.
Artist's on-screen caption: “Paint the nearest mountains with Payne's grey, keeping them darker against the light.”
What to do: Add a smaller dark hill on the right and connect it to the left mass with the shoreline. Let the pale mountains show through the gap between the two dark hills.
Watch for: Next the tape strip comes off. The reel cuts here, and the strip is gone by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28 of 60. Source screenshot: IMG_4496.PNG. Stage: Sea.
Artist's on-screen caption: “Using phthalo blue to lay in the sea.”
What to do: With the tape strip removed, pick up phthalo blue (a vivid blue) and touch it to the left end of the horizon. Leave a thin line of bare paper between the dark mountains and the sea.
Watch for: That thin white line will make the horizon sparkle. Keep your brush just below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29 of 60. Source screenshot: IMG_4497.PNG. Stage: Sea.
Artist's on-screen caption: “Using phthalo blue to lay in the sea.”
What to do: Drag the blue in one steady stroke from left to right. Keep the stroke straight and level.
Watch for: A level horizon matters. Slanting it will make the sea look like it is tipping.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30 of 60. Source screenshot: IMG_4498.PNG. Stage: Sea.
Artist's on-screen caption: “Trying not to press too hard, so some areas stay light, like little waves.”
What to do: Brush lighter blue below the horizon band, pressing very lightly. Let the brush skip over the paper's grain so small white flecks stay unpainted.
Watch for: Light pressure skips across the texture of the paper. Those flecks become little waves.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31 of 60. Source screenshot: IMG_4499.PNG. Stage: Sea.
Artist's on-screen caption: “Trying not to press too hard, so some areas stay light, like little waves.”
What to do: Keep working down the sea with light, horizontal strokes. Leave more gaps toward the bottom, where waves are closer to us.
Watch for: Bigger, brighter flecks in front and smaller ones near the horizon look natural.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32 of 60. Source screenshot: IMG_4500.PNG. Stage: Sea.
Artist's on-screen caption: “Adding another soft layer to shape the light and shadow in the water.”
What to do: Brush a slightly deeper blue in horizontal bands, strongest near the horizon. Let each band fade as it comes toward you.
Watch for: Keep the strokes horizontal: that keeps the water looking flat and calm.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33 of 60. Source screenshot: IMG_4501.PNG. Stage: Sea.
Artist's on-screen caption: “Adding another soft layer to shape the light and shadow in the water.”
What to do: Keep laying darker bands next to lighter ones across the sea. Leave the white flecks showing between them.
Watch for: Look for the contrast between deeper bands and bright flecks: that is the sparkle of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34 of 60. Source screenshot: IMG_4502.PNG. Stage: Beach.
Artist's on-screen caption: “Adding the beach with a soft wash of raw sienna.”
What to do: Load a brush with raw sienna, a warm golden tan. Stroke it along the bottom of the painting, starting at the left.
Watch for: Warm sand against cool blue water makes the shoreline pop.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35 of 60. Source screenshot: IMG_4503.PNG. Stage: Beach.
Artist's on-screen caption: “Adding the beach with a soft wash of raw sienna.”
What to do: Carry the raw sienna across to the right in a steady stroke. Keep the top edge of the stripe slightly uneven, like a shoreline.
Watch for: Don't paint the shoreline as a hard, straight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36 of 60. Source screenshot: IMG_4504.PNG. Stage: Beach.
Artist's on-screen caption: “Adding the beach with a soft wash of raw sienna.”
What to do: Add a second stroke above the first to make the sand band deeper. Let the strokes overlap slightly.
Watch for: Overlapping strokes give the sand a natural, uneven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37 of 60. Source screenshot: IMG_4505.PNG. Stage: Beach.
Artist's on-screen caption: “Adding the beach with a soft wash of raw sienna.”
What to do: Continue to fill the lower part of the painting with raw sienna. Use more water as you move upward so the color gets paler.
Watch for: The sand is deepest at the bottom and fades toward the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38 of 60. Source screenshot: IMG_4506.PNG. Stage: Beach.
Artist's on-screen caption: “Adding the beach with a soft wash of raw sienna.”
What to do: Use a damp brush to blend the top edge of the sand into the blue. Keep the blend small. A little overlap is enough.
Watch for: Too much blending can turn the meeting point muddy green. Stop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39 of 60. Source screenshot: IMG_4507.PNG. Stage: Beach.
Artist's on-screen caption: “Adding the beach with a soft wash of raw sienna.”
What to do: Thin the raw sienna with water and brush upward so the sand fades toward the sea. Keep the stroke direction consistent.
Watch for: Pale sand near the waterline reads as wet sand catching the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40 of 60. Source screenshot: IMG_4508.PNG. Stage: Beach.
Artist's on-screen caption: “Adding the beach with a soft wash of raw sienna.”
What to do: Step back and look: the sand should be a smooth, golden band across the bottom. Touch up any streaks with a slightly damp brush.
Watch for: Fix only what bothers you. Overworking watercolor often does more harm than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41 of 60. Source screenshot: IMG_4509.PNG. Stage: Deepen the color.
Artist's on-screen caption: “It probably didn't need another layer, but I added one to make it a bit deeper.”
What to do: Look at the sea and sand. If they look too pale, plan one more thin layer. The artist jokes in the caption that this layer probably wasn't needed.
Watch for: A second layer works best over paint that has already dried.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42 of 60. Source screenshot: IMG_4510.PNG. Stage: Deepen the color.
Artist's on-screen caption: “It probably didn't need another layer, but I added one to make it a bit deeper.”
What to do: Take a thin brush with phthalo blue and glaze a darker band along the left of the horizon. Keep the stroke thin and even.
Watch for: A glaze is a transparent layer, so the white flecks underneath can still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43 of 60. Source screenshot: IMG_4511.PNG. Stage: Deepen the color.
Artist's on-screen caption: “It probably didn't need another layer, but I added one to make it a bit deeper.”
What to do: Continue the glaze toward the right in horizontal strokes. Skip over the brightest wave flecks.
Watch for: You don't need to cover everything. Leave some of the first layer showing.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44 of 60. Source screenshot: IMG_4512.PNG. Stage: Deepen the color.
Artist's on-screen caption: “It probably didn't need another layer, but I added one to make it a bit deeper.”
What to do: Work across the middle of the sea, again in horizontal strokes. Let the glaze overlap the edges of the first layer.
Watch for: Your hand may hide the water here. Check the result when you lift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45 of 60. Source screenshot: IMG_4513.PNG. Stage: Deepen the color.
Artist's on-screen caption: “It probably didn't need another layer, but I added one to make it a bit deeper.”
What to do: Look at the sea: it should now be a richer blue, with bright wave flecks still visible. Stop adding color if it already looks right.
Watch for: More layers are not always better. It is easy to lose the white flecks.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46 of 60. Source screenshot: IMG_4514.PNG. Stage: Deepen the color.
Artist's on-screen caption: “It probably didn't need another layer, but I added one to make it a bit deeper.”
What to do: Compare the sea with the sky and the mountains. The darkest darks should be the near mountains, with the sea a step lighter.
Watch for: If the sea is darker than the near mountains, the picture can look top-heavy.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47 of 60. Source screenshot: IMG_4515.PNG. Stage: Deepen the color.
Artist's on-screen caption: “It probably didn't need another layer, but I added one to make it a bit deeper.”
What to do: Use a thin brush to tidy any rough spots where the sea meets the sand. Add a hint of deeper blue just above the waterline if needed.
Watch for: Small touches only. The big shapes are already in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48 of 60. Source screenshot: IMG_4516.PNG. Stage: Blend.
Artist's on-screen caption: “Keep blending until it feels right to you.”
What to do: Use a damp brush to soften any hard edges in the water. Work gently with short strokes.
Watch for: The caption says to keep blending until it feels right to you. Trust your eye.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49 of 60. Source screenshot: IMG_4517.PNG. Stage: Blend.
Artist's on-screen caption: “Keep blending until it feels right to you.”
What to do: Blend the lower edge of the sea into the sand a little more. Keep a soft, wavy edge rather than a ruled line.
Watch for: A soft shoreline looks natural. A hard line looks painted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50 of 60. Source screenshot: IMG_4518.PNG. Stage: Blend.
Artist's on-screen caption: “Keep blending until it feels right to you.”
What to do: Look at the whole painting: sea smoother, beach slightly deeper at the bottom edge. Let everything dry before you add the finishing details.
Watch for: Knowing when to stop is a skill. Put the brush down once the color feels balanced.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51 of 60. Source screenshot: IMG_4519.PNG. Stage: Birds.
Artist's on-screen caption: “Add a few birds to make it feel alive.”
What to do: Pick up a fine-tip black pen. The one in the reel is labeled Micron 05. Hover it over the sky, deciding where the first bird should go.
Watch for: Waterproof ink won't smear over dry paint. Make sure the sky is dry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52 of 60. Source screenshot: IMG_4520.PNG. Stage: Birds.
Artist's on-screen caption: “Add a few birds to make it feel alive.”
What to do: Draw a tiny bird as two quick, curved strokes that meet in a small “v”. Place it in the upper right of the sky.
Watch for: Birds are just two small curves. Don't add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53 of 60. Source screenshot: IMG_4521.PNG. Stage: Birds.
Artist's on-screen caption: “Add a few birds to make it feel alive.”
What to do: Add several more birds nearby, each at a slightly different angle. Keep them small and loosely grouped.
Watch for: A loose cluster looks like a flock. Even spacing looks like wallpaper.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54 of 60. Source screenshot: IMG_4522.PNG. Stage: Birds.
Artist's on-screen caption: “Add a few birds to make it feel alive.”
What to do: Make some birds slightly bigger and some smaller. Tilt the wings differently so they look like they are in motion.
Watch for: Smaller birds look farther away, bigger ones look closer.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55 of 60. Source screenshot: IMG_4523.PNG. Stage: Birds.
Artist's on-screen caption: “Add a few birds to make it feel alive.”
What to do: Add a few birds a little farther from the group. Aim to guide the eye from the flock toward the mountains.
Watch for: Stray birds make the flock feel natural.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56 of 60. Source screenshot: IMG_4524.PNG. Stage: Birds.
Artist's on-screen caption: “Add a few birds to make it feel alive.”
What to do: Add one or two birds near the top of the sky. Keep them very small.
Watch for: Don't overdo it. Eight to twelve birds is plenty.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57 of 60. Source screenshot: IMG_4525.PNG. Stage: Birds.
Artist's on-screen caption: “Add a few birds to make it feel alive.”
What to do: Add one final bird on the left to balance the flock on the right. Lift the pen and look before you add another.
Watch for: Stop while the sky still has plenty of open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58 of 60. Source screenshot: IMG_4526.PNG. Stage: Finished painting.
Artist's on-screen caption: “All done!”
What to do: The reel zooms in to show the finished details: soft clouds, pale mountains and a white horizon line. Notice the small birds and the layered tones of blue.
Watch for: Zoom in on your own painting like this to judge it. Details show up that you miss at arm's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59 of 60. Source screenshot: IMG_4527.PNG. Stage: Finished painting.
Artist's on-screen caption: “All done!”
What to do: Once everything is fully dry, peel the tape away slowly, pulling it back over itself and away from the paint. A clean white border is left around the picture. The artist also signs and dates the corner.
Watch for: Peeling slowly keeps the paper from tearing. This is a general tip; the reel shows only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60 of 60. Source screenshot: IMG_4528.PNG. Stage: Finished painting.
Artist's on-screen caption: “All done!”
What to do: Is the sky pale at the horizon and deepest at the top? Are the near mountains the darkest shapes, with the horizon kept level? Does the sea sparkle with white flecks, and the sand glow warm?
Watch for: Use this view as your reference when you check your own painting.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tips. Tips 2 and 5 quote the artist's own captions; the rest are general beginner watercolor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232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566928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Title</a:t>
            </a:r>
            <a:endParaRPr lang="en-US" sz="4400" dirty="0"/>
          </a:p>
        </p:txBody>
      </p:sp>
      <p:sp>
        <p:nvSpPr>
          <p:cNvPr id="3" name="Text 0"/>
          <p:cNvSpPr/>
          <p:nvPr>
            <p:ph idx="101" type="body" hasCustomPrompt="1"/>
          </p:nvPr>
        </p:nvSpPr>
        <p:spPr>
          <a:xfrm>
            <a:off x="640080" y="3383280"/>
            <a:ext cx="5669280" cy="109728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r>
              <a:rPr lang="en-US" sz="2000" dirty="0">
                <a:solidFill>
                  <a:schemeClr val="bg2"/>
                </a:solidFill>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EEF3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r>
              <a:rPr lang="en-US" sz="3000" b="1" dirty="0">
                <a:solidFill>
                  <a:schemeClr val="tx2"/>
                </a:solidFill>
              </a:rPr>
              <a:t>Title</a:t>
            </a:r>
            <a:endParaRPr lang="en-US" sz="3000" dirty="0"/>
          </a:p>
        </p:txBody>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EP">
    <p:bg>
      <p:bgPr>
        <a:solidFill>
          <a:srgbClr val="EEF3F6"/>
        </a:solidFill>
      </p:bgPr>
    </p:bg>
    <p:spTree>
      <p:nvGrpSpPr>
        <p:cNvPr id="1" name=""/>
        <p:cNvGrpSpPr/>
        <p:nvPr/>
      </p:nvGrpSpPr>
      <p:grpSpPr>
        <a:xfrm>
          <a:off x="0" y="0"/>
          <a:ext cx="0" cy="0"/>
          <a:chOff x="0" y="0"/>
          <a:chExt cx="0" cy="0"/>
        </a:xfrm>
      </p:grpSpPr>
      <p:sp>
        <p:nvSpPr>
          <p:cNvPr id="2" name="Shape 0"/>
          <p:cNvSpPr/>
          <p:nvPr/>
        </p:nvSpPr>
        <p:spPr>
          <a:xfrm>
            <a:off x="6003016" y="411480"/>
            <a:ext cx="5731479" cy="6035040"/>
          </a:xfrm>
          <a:prstGeom prst="rect">
            <a:avLst/>
          </a:prstGeom>
          <a:solidFill>
            <a:srgbClr val="FFFFFF"/>
          </a:solidFill>
          <a:ln/>
        </p:spPr>
      </p:sp>
      <p:sp>
        <p:nvSpPr>
          <p:cNvPr id="3" name="Text 1"/>
          <p:cNvSpPr/>
          <p:nvPr>
            <p:ph idx="101" type="title" hasCustomPrompt="1"/>
          </p:nvPr>
        </p:nvSpPr>
        <p:spPr>
          <a:xfrm>
            <a:off x="6277336" y="1051560"/>
            <a:ext cx="5182839" cy="86868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r>
              <a:rPr lang="en-US" sz="2600" b="1" dirty="0">
                <a:solidFill>
                  <a:schemeClr val="tx2"/>
                </a:solidFill>
              </a:rPr>
              <a:t>Step title</a:t>
            </a:r>
            <a:endParaRPr lang="en-US" sz="2600" dirty="0"/>
          </a:p>
        </p:txBody>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image" Target="../media/image-3-5.jpg"/><Relationship Id="rId6" Type="http://schemas.openxmlformats.org/officeDocument/2006/relationships/image" Target="../media/image-3-6.jpg"/><Relationship Id="rId7" Type="http://schemas.openxmlformats.org/officeDocument/2006/relationships/image" Target="../media/image-3-7.jpg"/><Relationship Id="rId8" Type="http://schemas.openxmlformats.org/officeDocument/2006/relationships/image" Target="../media/image-3-8.jpg"/><Relationship Id="rId9" Type="http://schemas.openxmlformats.org/officeDocument/2006/relationships/image" Target="../media/image-3-9.jpg"/><Relationship Id="rId10" Type="http://schemas.openxmlformats.org/officeDocument/2006/relationships/image" Target="../media/image-3-10.jpg"/><Relationship Id="rId11" Type="http://schemas.openxmlformats.org/officeDocument/2006/relationships/image" Target="../media/image-3-11.jpg"/><Relationship Id="rId12" Type="http://schemas.openxmlformats.org/officeDocument/2006/relationships/slideLayout" Target="../slideLayouts/slideLayout3.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4.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4.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4.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4.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4.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4.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4.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4.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4.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4.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4.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4.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4.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4.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slideLayout" Target="../slideLayouts/slideLayout4.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4.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slideLayout" Target="../slideLayouts/slideLayout4.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slideLayout" Target="../slideLayouts/slideLayout4.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4.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slideLayout" Target="../slideLayouts/slideLayout4.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slideLayout" Target="../slideLayouts/slideLayout4.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slideLayout" Target="../slideLayouts/slideLayout4.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slideLayout" Target="../slideLayouts/slideLayout4.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g"/><Relationship Id="rId2" Type="http://schemas.openxmlformats.org/officeDocument/2006/relationships/slideLayout" Target="../slideLayouts/slideLayout4.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g"/><Relationship Id="rId2" Type="http://schemas.openxmlformats.org/officeDocument/2006/relationships/slideLayout" Target="../slideLayouts/slideLayout4.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5669280" cy="1737360"/>
          </a:xfrm>
          <a:prstGeom prst="rect">
            <a:avLst/>
          </a:prstGeom>
          <a:noFill/>
          <a:ln/>
        </p:spPr>
        <p:txBody>
          <a:bodyPr wrap="square" lIns="0" tIns="0" rIns="0" bIns="0" rtlCol="0" anchor="t"/>
          <a:lstStyle/>
          <a:p>
            <a:pPr algn="l" indent="0" marL="0">
              <a:buNone/>
            </a:pPr>
            <a:r>
              <a:rPr lang="en-US" sz="4400" b="1" dirty="0">
                <a:solidFill>
                  <a:schemeClr val="bg1"/>
                </a:solidFill>
              </a:rPr>
              <a:t>Watercolor Seascape</a:t>
            </a:r>
            <a:endParaRPr lang="en-US" sz="4400" dirty="0"/>
          </a:p>
        </p:txBody>
      </p:sp>
      <p:sp>
        <p:nvSpPr>
          <p:cNvPr id="3" name="Text 0"/>
          <p:cNvSpPr/>
          <p:nvPr>
            <p:ph idx="101" type="body" hasCustomPrompt="1"/>
          </p:nvPr>
        </p:nvSpPr>
        <p:spPr>
          <a:xfrm>
            <a:off x="640080" y="3383280"/>
            <a:ext cx="5669280" cy="1097280"/>
          </a:xfrm>
          <a:prstGeom prst="rect">
            <a:avLst/>
          </a:prstGeom>
          <a:noFill/>
          <a:ln/>
        </p:spPr>
        <p:txBody>
          <a:bodyPr wrap="square" lIns="0" tIns="0" rIns="0" bIns="0" rtlCol="0" anchor="t"/>
          <a:lstStyle/>
          <a:p>
            <a:pPr algn="l" indent="0" marL="0">
              <a:buNone/>
            </a:pPr>
            <a:r>
              <a:rPr lang="en-US" sz="2000" dirty="0">
                <a:solidFill>
                  <a:schemeClr val="bg2"/>
                </a:solidFill>
              </a:rPr>
              <a:t>A step-by-step guide for beginners: sky, mountains, sea and beach in loose, layered washes</a:t>
            </a:r>
            <a:endParaRPr lang="en-US" sz="2000" dirty="0"/>
          </a:p>
        </p:txBody>
      </p:sp>
      <p:sp>
        <p:nvSpPr>
          <p:cNvPr id="4" name="Text 2"/>
          <p:cNvSpPr txBox="1"/>
          <p:nvPr/>
        </p:nvSpPr>
        <p:spPr>
          <a:xfrm>
            <a:off x="640080" y="4937760"/>
            <a:ext cx="5669280" cy="320040"/>
          </a:xfrm>
          <a:prstGeom prst="rect">
            <a:avLst/>
          </a:prstGeom>
          <a:noFill/>
          <a:ln/>
        </p:spPr>
        <p:txBody>
          <a:bodyPr wrap="square" lIns="0" tIns="0" rIns="0" bIns="0" rtlCol="0" anchor="ctr"/>
          <a:lstStyle/>
          <a:p>
            <a:pPr indent="0" marL="0">
              <a:buNone/>
            </a:pPr>
            <a:r>
              <a:rPr lang="en-US" sz="1600" b="1" dirty="0">
                <a:solidFill>
                  <a:schemeClr val="bg1"/>
                </a:solidFill>
              </a:rPr>
              <a:t>60 steps from wet paper to finished painting</a:t>
            </a:r>
            <a:endParaRPr lang="en-US" sz="1600" dirty="0"/>
          </a:p>
        </p:txBody>
      </p:sp>
      <p:sp>
        <p:nvSpPr>
          <p:cNvPr id="5" name="Text 3"/>
          <p:cNvSpPr txBox="1"/>
          <p:nvPr/>
        </p:nvSpPr>
        <p:spPr>
          <a:xfrm>
            <a:off x="640080" y="5303520"/>
            <a:ext cx="5669280" cy="731520"/>
          </a:xfrm>
          <a:prstGeom prst="rect">
            <a:avLst/>
          </a:prstGeom>
          <a:noFill/>
          <a:ln/>
        </p:spPr>
        <p:txBody>
          <a:bodyPr wrap="square" lIns="0" tIns="0" rIns="0" bIns="0" rtlCol="0" anchor="t"/>
          <a:lstStyle/>
          <a:p>
            <a:pPr indent="0" marL="0">
              <a:buNone/>
            </a:pPr>
            <a:r>
              <a:rPr lang="en-US" sz="1400" dirty="0">
                <a:solidFill>
                  <a:srgbClr val="B9C9D4"/>
                </a:solidFill>
              </a:rPr>
              <a:t>Built from screenshots of a Facebook reel by Veenniez's Gallery (“3-minute seascape process”). Colors are kept as they appear in the reel.</a:t>
            </a:r>
            <a:endParaRPr lang="en-US" sz="1400" dirty="0"/>
          </a:p>
        </p:txBody>
      </p:sp>
      <p:sp>
        <p:nvSpPr>
          <p:cNvPr id="6" name="Shape 4"/>
          <p:cNvSpPr/>
          <p:nvPr/>
        </p:nvSpPr>
        <p:spPr>
          <a:xfrm>
            <a:off x="640080" y="6263640"/>
            <a:ext cx="237744" cy="237744"/>
          </a:xfrm>
          <a:prstGeom prst="ellipse">
            <a:avLst/>
          </a:prstGeom>
          <a:solidFill>
            <a:srgbClr val="5E95AE"/>
          </a:solidFill>
          <a:ln w="12700">
            <a:solidFill>
              <a:srgbClr val="FFFFFF"/>
            </a:solidFill>
            <a:prstDash val="solid"/>
          </a:ln>
        </p:spPr>
      </p:sp>
      <p:sp>
        <p:nvSpPr>
          <p:cNvPr id="7" name="Shape 5"/>
          <p:cNvSpPr/>
          <p:nvPr/>
        </p:nvSpPr>
        <p:spPr>
          <a:xfrm>
            <a:off x="1005840" y="6263640"/>
            <a:ext cx="237744" cy="237744"/>
          </a:xfrm>
          <a:prstGeom prst="ellipse">
            <a:avLst/>
          </a:prstGeom>
          <a:solidFill>
            <a:srgbClr val="BFCBC7"/>
          </a:solidFill>
          <a:ln w="12700">
            <a:solidFill>
              <a:srgbClr val="FFFFFF"/>
            </a:solidFill>
            <a:prstDash val="solid"/>
          </a:ln>
        </p:spPr>
      </p:sp>
      <p:sp>
        <p:nvSpPr>
          <p:cNvPr id="8" name="Shape 6"/>
          <p:cNvSpPr/>
          <p:nvPr/>
        </p:nvSpPr>
        <p:spPr>
          <a:xfrm>
            <a:off x="1371600" y="6263640"/>
            <a:ext cx="237744" cy="237744"/>
          </a:xfrm>
          <a:prstGeom prst="ellipse">
            <a:avLst/>
          </a:prstGeom>
          <a:solidFill>
            <a:srgbClr val="344556"/>
          </a:solidFill>
          <a:ln w="12700">
            <a:solidFill>
              <a:srgbClr val="FFFFFF"/>
            </a:solidFill>
            <a:prstDash val="solid"/>
          </a:ln>
        </p:spPr>
      </p:sp>
      <p:sp>
        <p:nvSpPr>
          <p:cNvPr id="9" name="Shape 7"/>
          <p:cNvSpPr/>
          <p:nvPr/>
        </p:nvSpPr>
        <p:spPr>
          <a:xfrm>
            <a:off x="1737360" y="6263640"/>
            <a:ext cx="237744" cy="237744"/>
          </a:xfrm>
          <a:prstGeom prst="ellipse">
            <a:avLst/>
          </a:prstGeom>
          <a:solidFill>
            <a:srgbClr val="67A6CC"/>
          </a:solidFill>
          <a:ln w="12700">
            <a:solidFill>
              <a:srgbClr val="FFFFFF"/>
            </a:solidFill>
            <a:prstDash val="solid"/>
          </a:ln>
        </p:spPr>
      </p:sp>
      <p:sp>
        <p:nvSpPr>
          <p:cNvPr id="10" name="Shape 8"/>
          <p:cNvSpPr/>
          <p:nvPr/>
        </p:nvSpPr>
        <p:spPr>
          <a:xfrm>
            <a:off x="2103120" y="6263640"/>
            <a:ext cx="237744" cy="237744"/>
          </a:xfrm>
          <a:prstGeom prst="ellipse">
            <a:avLst/>
          </a:prstGeom>
          <a:solidFill>
            <a:srgbClr val="D7B47C"/>
          </a:solidFill>
          <a:ln w="12700">
            <a:solidFill>
              <a:srgbClr val="FFFFFF"/>
            </a:solidFill>
            <a:prstDash val="solid"/>
          </a:ln>
        </p:spPr>
      </p:sp>
      <p:sp>
        <p:nvSpPr>
          <p:cNvPr id="11" name="Shape 9"/>
          <p:cNvSpPr/>
          <p:nvPr/>
        </p:nvSpPr>
        <p:spPr>
          <a:xfrm>
            <a:off x="2468880" y="6263640"/>
            <a:ext cx="237744" cy="237744"/>
          </a:xfrm>
          <a:prstGeom prst="ellipse">
            <a:avLst/>
          </a:prstGeom>
          <a:solidFill>
            <a:srgbClr val="314343"/>
          </a:solidFill>
          <a:ln w="12700">
            <a:solidFill>
              <a:srgbClr val="FFFFFF"/>
            </a:solidFill>
            <a:prstDash val="solid"/>
          </a:ln>
        </p:spPr>
      </p:sp>
      <p:sp>
        <p:nvSpPr>
          <p:cNvPr id="12" name="Shape 10"/>
          <p:cNvSpPr/>
          <p:nvPr/>
        </p:nvSpPr>
        <p:spPr>
          <a:xfrm>
            <a:off x="2834640" y="6263640"/>
            <a:ext cx="237744" cy="237744"/>
          </a:xfrm>
          <a:prstGeom prst="ellipse">
            <a:avLst/>
          </a:prstGeom>
          <a:solidFill>
            <a:srgbClr val="DEDED6"/>
          </a:solidFill>
          <a:ln w="12700">
            <a:solidFill>
              <a:srgbClr val="FFFFFF"/>
            </a:solidFill>
            <a:prstDash val="solid"/>
          </a:ln>
        </p:spPr>
      </p:sp>
      <p:pic>
        <p:nvPicPr>
          <p:cNvPr id="13" name="Image 0" descr="The finished watercolor seascape held up to the camera: pale blue sky with small birds, dark mountains, a blue sea and a golden beach">    </p:cNvPr>
          <p:cNvPicPr>
            <a:picLocks noChangeAspect="1"/>
          </p:cNvPicPr>
          <p:nvPr/>
        </p:nvPicPr>
        <p:blipFill>
          <a:blip r:embed="rId1"/>
          <a:stretch>
            <a:fillRect/>
          </a:stretch>
        </p:blipFill>
        <p:spPr>
          <a:xfrm>
            <a:off x="6400800" y="457200"/>
            <a:ext cx="5236652" cy="5943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What you will paint</a:t>
            </a:r>
            <a:endParaRPr lang="en-US" sz="3000" dirty="0"/>
          </a:p>
        </p:txBody>
      </p:sp>
      <p:pic>
        <p:nvPicPr>
          <p:cNvPr id="3" name="Image 0" descr="The finished seascape with the tape removed">    </p:cNvPr>
          <p:cNvPicPr>
            <a:picLocks noChangeAspect="1"/>
          </p:cNvPicPr>
          <p:nvPr/>
        </p:nvPicPr>
        <p:blipFill>
          <a:blip r:embed="rId1"/>
          <a:stretch>
            <a:fillRect/>
          </a:stretch>
        </p:blipFill>
        <p:spPr>
          <a:xfrm>
            <a:off x="548640" y="1143000"/>
            <a:ext cx="4753269" cy="5394960"/>
          </a:xfrm>
          <a:prstGeom prst="rect">
            <a:avLst/>
          </a:prstGeom>
        </p:spPr>
      </p:pic>
      <p:sp>
        <p:nvSpPr>
          <p:cNvPr id="4" name="Shape 1"/>
          <p:cNvSpPr/>
          <p:nvPr/>
        </p:nvSpPr>
        <p:spPr>
          <a:xfrm>
            <a:off x="5759109" y="1234440"/>
            <a:ext cx="457200" cy="457200"/>
          </a:xfrm>
          <a:prstGeom prst="ellipse">
            <a:avLst/>
          </a:prstGeom>
          <a:solidFill>
            <a:srgbClr val="1F6A8F"/>
          </a:solidFill>
          <a:ln/>
        </p:spPr>
      </p:sp>
      <p:sp>
        <p:nvSpPr>
          <p:cNvPr id="5" name="Text 2"/>
          <p:cNvSpPr txBox="1"/>
          <p:nvPr/>
        </p:nvSpPr>
        <p:spPr>
          <a:xfrm>
            <a:off x="5759109" y="12344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3"/>
          <p:cNvSpPr txBox="1"/>
          <p:nvPr/>
        </p:nvSpPr>
        <p:spPr>
          <a:xfrm>
            <a:off x="6399189" y="1188720"/>
            <a:ext cx="5243866" cy="365760"/>
          </a:xfrm>
          <a:prstGeom prst="rect">
            <a:avLst/>
          </a:prstGeom>
          <a:noFill/>
          <a:ln/>
        </p:spPr>
        <p:txBody>
          <a:bodyPr wrap="square" lIns="0" tIns="0" rIns="0" bIns="0" rtlCol="0" anchor="ctr"/>
          <a:lstStyle/>
          <a:p>
            <a:pPr indent="0" marL="0">
              <a:buNone/>
            </a:pPr>
            <a:r>
              <a:rPr lang="en-US" sz="2000" b="1" dirty="0">
                <a:solidFill>
                  <a:schemeClr val="tx2"/>
                </a:solidFill>
              </a:rPr>
              <a:t>Light to dark, far to near</a:t>
            </a:r>
            <a:endParaRPr lang="en-US" sz="2000" dirty="0"/>
          </a:p>
        </p:txBody>
      </p:sp>
      <p:sp>
        <p:nvSpPr>
          <p:cNvPr id="7" name="Text 4"/>
          <p:cNvSpPr txBox="1"/>
          <p:nvPr/>
        </p:nvSpPr>
        <p:spPr>
          <a:xfrm>
            <a:off x="6399189" y="1572768"/>
            <a:ext cx="5243866" cy="914400"/>
          </a:xfrm>
          <a:prstGeom prst="rect">
            <a:avLst/>
          </a:prstGeom>
          <a:noFill/>
          <a:ln/>
        </p:spPr>
        <p:txBody>
          <a:bodyPr wrap="square" lIns="0" tIns="0" rIns="0" bIns="0" rtlCol="0" anchor="t"/>
          <a:lstStyle/>
          <a:p>
            <a:pPr indent="0" marL="0">
              <a:buNone/>
            </a:pPr>
            <a:r>
              <a:rPr lang="en-US" sz="1500" dirty="0">
                <a:solidFill>
                  <a:schemeClr val="tx1"/>
                </a:solidFill>
              </a:rPr>
              <a:t>The pale sky and far mountains go in first. The darkest shapes (the near mountains) come next, then the sea and sand.</a:t>
            </a:r>
            <a:endParaRPr lang="en-US" sz="1500" dirty="0"/>
          </a:p>
        </p:txBody>
      </p:sp>
      <p:sp>
        <p:nvSpPr>
          <p:cNvPr id="8" name="Shape 5"/>
          <p:cNvSpPr/>
          <p:nvPr/>
        </p:nvSpPr>
        <p:spPr>
          <a:xfrm>
            <a:off x="5759109" y="2697480"/>
            <a:ext cx="457200" cy="457200"/>
          </a:xfrm>
          <a:prstGeom prst="ellipse">
            <a:avLst/>
          </a:prstGeom>
          <a:solidFill>
            <a:srgbClr val="2E3A4F"/>
          </a:solidFill>
          <a:ln/>
        </p:spPr>
      </p:sp>
      <p:sp>
        <p:nvSpPr>
          <p:cNvPr id="9" name="Text 6"/>
          <p:cNvSpPr txBox="1"/>
          <p:nvPr/>
        </p:nvSpPr>
        <p:spPr>
          <a:xfrm>
            <a:off x="5759109" y="2697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7"/>
          <p:cNvSpPr txBox="1"/>
          <p:nvPr/>
        </p:nvSpPr>
        <p:spPr>
          <a:xfrm>
            <a:off x="6399189" y="2651760"/>
            <a:ext cx="5243866" cy="365760"/>
          </a:xfrm>
          <a:prstGeom prst="rect">
            <a:avLst/>
          </a:prstGeom>
          <a:noFill/>
          <a:ln/>
        </p:spPr>
        <p:txBody>
          <a:bodyPr wrap="square" lIns="0" tIns="0" rIns="0" bIns="0" rtlCol="0" anchor="ctr"/>
          <a:lstStyle/>
          <a:p>
            <a:pPr indent="0" marL="0">
              <a:buNone/>
            </a:pPr>
            <a:r>
              <a:rPr lang="en-US" sz="2000" b="1" dirty="0">
                <a:solidFill>
                  <a:schemeClr val="tx2"/>
                </a:solidFill>
              </a:rPr>
              <a:t>Let each layer dry</a:t>
            </a:r>
            <a:endParaRPr lang="en-US" sz="2000" dirty="0"/>
          </a:p>
        </p:txBody>
      </p:sp>
      <p:sp>
        <p:nvSpPr>
          <p:cNvPr id="11" name="Text 8"/>
          <p:cNvSpPr txBox="1"/>
          <p:nvPr/>
        </p:nvSpPr>
        <p:spPr>
          <a:xfrm>
            <a:off x="6399189" y="3035808"/>
            <a:ext cx="5243866" cy="914400"/>
          </a:xfrm>
          <a:prstGeom prst="rect">
            <a:avLst/>
          </a:prstGeom>
          <a:noFill/>
          <a:ln/>
        </p:spPr>
        <p:txBody>
          <a:bodyPr wrap="square" lIns="0" tIns="0" rIns="0" bIns="0" rtlCol="0" anchor="t"/>
          <a:lstStyle/>
          <a:p>
            <a:pPr indent="0" marL="0">
              <a:buNone/>
            </a:pPr>
            <a:r>
              <a:rPr lang="en-US" sz="1500" dirty="0">
                <a:solidFill>
                  <a:schemeClr val="tx1"/>
                </a:solidFill>
              </a:rPr>
              <a:t>The artist starts wet-on-wet, then twice writes “Let it dry..” before adding the next layer. Waiting keeps edges crisp.</a:t>
            </a:r>
            <a:endParaRPr lang="en-US" sz="1500" dirty="0"/>
          </a:p>
        </p:txBody>
      </p:sp>
      <p:sp>
        <p:nvSpPr>
          <p:cNvPr id="12" name="Shape 9"/>
          <p:cNvSpPr/>
          <p:nvPr/>
        </p:nvSpPr>
        <p:spPr>
          <a:xfrm>
            <a:off x="5759109" y="4160520"/>
            <a:ext cx="457200" cy="457200"/>
          </a:xfrm>
          <a:prstGeom prst="ellipse">
            <a:avLst/>
          </a:prstGeom>
          <a:solidFill>
            <a:srgbClr val="8F5E12"/>
          </a:solidFill>
          <a:ln/>
        </p:spPr>
      </p:sp>
      <p:sp>
        <p:nvSpPr>
          <p:cNvPr id="13" name="Text 10"/>
          <p:cNvSpPr txBox="1"/>
          <p:nvPr/>
        </p:nvSpPr>
        <p:spPr>
          <a:xfrm>
            <a:off x="5759109" y="41605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1"/>
          <p:cNvSpPr txBox="1"/>
          <p:nvPr/>
        </p:nvSpPr>
        <p:spPr>
          <a:xfrm>
            <a:off x="6399189" y="4114800"/>
            <a:ext cx="5243866" cy="365760"/>
          </a:xfrm>
          <a:prstGeom prst="rect">
            <a:avLst/>
          </a:prstGeom>
          <a:noFill/>
          <a:ln/>
        </p:spPr>
        <p:txBody>
          <a:bodyPr wrap="square" lIns="0" tIns="0" rIns="0" bIns="0" rtlCol="0" anchor="ctr"/>
          <a:lstStyle/>
          <a:p>
            <a:pPr indent="0" marL="0">
              <a:buNone/>
            </a:pPr>
            <a:r>
              <a:rPr lang="en-US" sz="2000" b="1" dirty="0">
                <a:solidFill>
                  <a:schemeClr val="tx2"/>
                </a:solidFill>
              </a:rPr>
              <a:t>Save the whites</a:t>
            </a:r>
            <a:endParaRPr lang="en-US" sz="2000" dirty="0"/>
          </a:p>
        </p:txBody>
      </p:sp>
      <p:sp>
        <p:nvSpPr>
          <p:cNvPr id="15" name="Text 12"/>
          <p:cNvSpPr txBox="1"/>
          <p:nvPr/>
        </p:nvSpPr>
        <p:spPr>
          <a:xfrm>
            <a:off x="6399189" y="4498848"/>
            <a:ext cx="5243866" cy="914400"/>
          </a:xfrm>
          <a:prstGeom prst="rect">
            <a:avLst/>
          </a:prstGeom>
          <a:noFill/>
          <a:ln/>
        </p:spPr>
        <p:txBody>
          <a:bodyPr wrap="square" lIns="0" tIns="0" rIns="0" bIns="0" rtlCol="0" anchor="t"/>
          <a:lstStyle/>
          <a:p>
            <a:pPr indent="0" marL="0">
              <a:buNone/>
            </a:pPr>
            <a:r>
              <a:rPr lang="en-US" sz="1500" dirty="0">
                <a:solidFill>
                  <a:schemeClr val="tx1"/>
                </a:solidFill>
              </a:rPr>
              <a:t>Clouds are lifted out with a tissue, waves are flecks of unpainted paper, and a thin white line marks the horizon.</a:t>
            </a:r>
            <a:endParaRPr lang="en-US" sz="1500" dirty="0"/>
          </a:p>
        </p:txBody>
      </p:sp>
      <p:sp>
        <p:nvSpPr>
          <p:cNvPr id="16" name="Text 13"/>
          <p:cNvSpPr txBox="1"/>
          <p:nvPr/>
        </p:nvSpPr>
        <p:spPr>
          <a:xfrm>
            <a:off x="5759109" y="5623560"/>
            <a:ext cx="5883946" cy="640080"/>
          </a:xfrm>
          <a:prstGeom prst="rect">
            <a:avLst/>
          </a:prstGeom>
          <a:noFill/>
          <a:ln/>
        </p:spPr>
        <p:txBody>
          <a:bodyPr wrap="square" lIns="0" tIns="0" rIns="0" bIns="0" rtlCol="0" anchor="t"/>
          <a:lstStyle/>
          <a:p>
            <a:pPr indent="0" marL="0">
              <a:buNone/>
            </a:pPr>
            <a:r>
              <a:rPr lang="en-US" sz="1400" dirty="0">
                <a:solidFill>
                  <a:srgbClr val="3A4650"/>
                </a:solidFill>
              </a:rPr>
              <a:t>The artist's on-screen captions stay visible in every frame, and the step titles in this guide follow them.</a:t>
            </a:r>
            <a:endParaRPr lang="en-US" sz="1400" dirty="0"/>
          </a:p>
        </p:txBody>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The painting in eleven stages</a:t>
            </a:r>
            <a:endParaRPr lang="en-US" sz="3000" dirty="0"/>
          </a:p>
        </p:txBody>
      </p:sp>
      <p:sp>
        <p:nvSpPr>
          <p:cNvPr id="3" name="Shape 1"/>
          <p:cNvSpPr/>
          <p:nvPr/>
        </p:nvSpPr>
        <p:spPr>
          <a:xfrm>
            <a:off x="548640" y="1143000"/>
            <a:ext cx="1783080" cy="2606040"/>
          </a:xfrm>
          <a:prstGeom prst="roundRect">
            <a:avLst>
              <a:gd name="adj" fmla="val 4103"/>
            </a:avLst>
          </a:prstGeom>
          <a:solidFill>
            <a:srgbClr val="FFFFFF"/>
          </a:solidFill>
          <a:ln/>
          <a:effectLst>
            <a:outerShdw sx="100000" sy="100000" kx="0" ky="0" algn="bl" rotWithShape="0" blurRad="76200" dist="25400" dir="5400000">
              <a:srgbClr val="000000">
                <a:alpha val="12000"/>
              </a:srgbClr>
            </a:outerShdw>
          </a:effectLst>
        </p:spPr>
      </p:sp>
      <p:pic>
        <p:nvPicPr>
          <p:cNvPr id="4" name="Image 0" descr="Painting after the Wet the paper stage">    </p:cNvPr>
          <p:cNvPicPr>
            <a:picLocks noChangeAspect="1"/>
          </p:cNvPicPr>
          <p:nvPr/>
        </p:nvPicPr>
        <p:blipFill>
          <a:blip r:embed="rId1"/>
          <a:stretch>
            <a:fillRect/>
          </a:stretch>
        </p:blipFill>
        <p:spPr>
          <a:xfrm>
            <a:off x="795669" y="1234440"/>
            <a:ext cx="1289022" cy="1463040"/>
          </a:xfrm>
          <a:prstGeom prst="rect">
            <a:avLst/>
          </a:prstGeom>
        </p:spPr>
      </p:pic>
      <p:sp>
        <p:nvSpPr>
          <p:cNvPr id="5" name="Text 2"/>
          <p:cNvSpPr txBox="1"/>
          <p:nvPr/>
        </p:nvSpPr>
        <p:spPr>
          <a:xfrm>
            <a:off x="658368" y="2770632"/>
            <a:ext cx="1563624" cy="274320"/>
          </a:xfrm>
          <a:prstGeom prst="rect">
            <a:avLst/>
          </a:prstGeom>
          <a:noFill/>
          <a:ln/>
        </p:spPr>
        <p:txBody>
          <a:bodyPr wrap="square" lIns="0" tIns="0" rIns="0" bIns="0" rtlCol="0" anchor="ctr"/>
          <a:lstStyle/>
          <a:p>
            <a:pPr indent="0" marL="0">
              <a:buNone/>
            </a:pPr>
            <a:r>
              <a:rPr lang="en-US" sz="1300" b="1" dirty="0">
                <a:solidFill>
                  <a:schemeClr val="tx2"/>
                </a:solidFill>
              </a:rPr>
              <a:t>1. Wet the paper</a:t>
            </a:r>
            <a:endParaRPr lang="en-US" sz="1300" dirty="0"/>
          </a:p>
        </p:txBody>
      </p:sp>
      <p:sp>
        <p:nvSpPr>
          <p:cNvPr id="6" name="Text 3"/>
          <p:cNvSpPr txBox="1"/>
          <p:nvPr/>
        </p:nvSpPr>
        <p:spPr>
          <a:xfrm>
            <a:off x="658368" y="3044952"/>
            <a:ext cx="1563624" cy="219456"/>
          </a:xfrm>
          <a:prstGeom prst="rect">
            <a:avLst/>
          </a:prstGeom>
          <a:noFill/>
          <a:ln/>
        </p:spPr>
        <p:txBody>
          <a:bodyPr wrap="square" lIns="0" tIns="0" rIns="0" bIns="0" rtlCol="0" anchor="ctr"/>
          <a:lstStyle/>
          <a:p>
            <a:pPr indent="0" marL="0">
              <a:buNone/>
            </a:pPr>
            <a:r>
              <a:rPr lang="en-US" sz="1100" b="1" dirty="0">
                <a:solidFill>
                  <a:srgbClr val="5A6068"/>
                </a:solidFill>
              </a:rPr>
              <a:t>Steps 1–2</a:t>
            </a:r>
            <a:endParaRPr lang="en-US" sz="1100" dirty="0"/>
          </a:p>
        </p:txBody>
      </p:sp>
      <p:sp>
        <p:nvSpPr>
          <p:cNvPr id="7" name="Text 4"/>
          <p:cNvSpPr txBox="1"/>
          <p:nvPr/>
        </p:nvSpPr>
        <p:spPr>
          <a:xfrm>
            <a:off x="658368" y="3282696"/>
            <a:ext cx="1563624" cy="420624"/>
          </a:xfrm>
          <a:prstGeom prst="rect">
            <a:avLst/>
          </a:prstGeom>
          <a:noFill/>
          <a:ln/>
        </p:spPr>
        <p:txBody>
          <a:bodyPr wrap="square" lIns="0" tIns="0" rIns="0" bIns="0" rtlCol="0" anchor="t"/>
          <a:lstStyle/>
          <a:p>
            <a:pPr indent="0" marL="0">
              <a:buNone/>
            </a:pPr>
            <a:r>
              <a:rPr lang="en-US" sz="1100" dirty="0">
                <a:solidFill>
                  <a:schemeClr val="tx1"/>
                </a:solidFill>
              </a:rPr>
              <a:t>A wet-on-wet start</a:t>
            </a:r>
            <a:endParaRPr lang="en-US" sz="1100" dirty="0"/>
          </a:p>
        </p:txBody>
      </p:sp>
      <p:sp>
        <p:nvSpPr>
          <p:cNvPr id="8" name="Shape 5"/>
          <p:cNvSpPr/>
          <p:nvPr/>
        </p:nvSpPr>
        <p:spPr>
          <a:xfrm>
            <a:off x="2404872" y="1143000"/>
            <a:ext cx="1783080" cy="2606040"/>
          </a:xfrm>
          <a:prstGeom prst="roundRect">
            <a:avLst>
              <a:gd name="adj" fmla="val 4103"/>
            </a:avLst>
          </a:prstGeom>
          <a:solidFill>
            <a:srgbClr val="FFFFFF"/>
          </a:solidFill>
          <a:ln/>
          <a:effectLst>
            <a:outerShdw sx="100000" sy="100000" kx="0" ky="0" algn="bl" rotWithShape="0" blurRad="76200" dist="25400" dir="5400000">
              <a:srgbClr val="000000">
                <a:alpha val="12000"/>
              </a:srgbClr>
            </a:outerShdw>
          </a:effectLst>
        </p:spPr>
      </p:sp>
      <p:pic>
        <p:nvPicPr>
          <p:cNvPr id="9" name="Image 1" descr="Painting after the Sky stage">    </p:cNvPr>
          <p:cNvPicPr>
            <a:picLocks noChangeAspect="1"/>
          </p:cNvPicPr>
          <p:nvPr/>
        </p:nvPicPr>
        <p:blipFill>
          <a:blip r:embed="rId2"/>
          <a:stretch>
            <a:fillRect/>
          </a:stretch>
        </p:blipFill>
        <p:spPr>
          <a:xfrm>
            <a:off x="2651901" y="1234440"/>
            <a:ext cx="1289022" cy="1463040"/>
          </a:xfrm>
          <a:prstGeom prst="rect">
            <a:avLst/>
          </a:prstGeom>
        </p:spPr>
      </p:pic>
      <p:sp>
        <p:nvSpPr>
          <p:cNvPr id="10" name="Text 6"/>
          <p:cNvSpPr txBox="1"/>
          <p:nvPr/>
        </p:nvSpPr>
        <p:spPr>
          <a:xfrm>
            <a:off x="2514600" y="2770632"/>
            <a:ext cx="1563624" cy="274320"/>
          </a:xfrm>
          <a:prstGeom prst="rect">
            <a:avLst/>
          </a:prstGeom>
          <a:noFill/>
          <a:ln/>
        </p:spPr>
        <p:txBody>
          <a:bodyPr wrap="square" lIns="0" tIns="0" rIns="0" bIns="0" rtlCol="0" anchor="ctr"/>
          <a:lstStyle/>
          <a:p>
            <a:pPr indent="0" marL="0">
              <a:buNone/>
            </a:pPr>
            <a:r>
              <a:rPr lang="en-US" sz="1300" b="1" dirty="0">
                <a:solidFill>
                  <a:schemeClr val="tx2"/>
                </a:solidFill>
              </a:rPr>
              <a:t>2. Sky</a:t>
            </a:r>
            <a:endParaRPr lang="en-US" sz="1300" dirty="0"/>
          </a:p>
        </p:txBody>
      </p:sp>
      <p:sp>
        <p:nvSpPr>
          <p:cNvPr id="11" name="Text 7"/>
          <p:cNvSpPr txBox="1"/>
          <p:nvPr/>
        </p:nvSpPr>
        <p:spPr>
          <a:xfrm>
            <a:off x="2514600" y="3044952"/>
            <a:ext cx="1563624" cy="219456"/>
          </a:xfrm>
          <a:prstGeom prst="rect">
            <a:avLst/>
          </a:prstGeom>
          <a:noFill/>
          <a:ln/>
        </p:spPr>
        <p:txBody>
          <a:bodyPr wrap="square" lIns="0" tIns="0" rIns="0" bIns="0" rtlCol="0" anchor="ctr"/>
          <a:lstStyle/>
          <a:p>
            <a:pPr indent="0" marL="0">
              <a:buNone/>
            </a:pPr>
            <a:r>
              <a:rPr lang="en-US" sz="1100" b="1" dirty="0">
                <a:solidFill>
                  <a:srgbClr val="1F6A8F"/>
                </a:solidFill>
              </a:rPr>
              <a:t>Steps 3–6</a:t>
            </a:r>
            <a:endParaRPr lang="en-US" sz="1100" dirty="0"/>
          </a:p>
        </p:txBody>
      </p:sp>
      <p:sp>
        <p:nvSpPr>
          <p:cNvPr id="12" name="Text 8"/>
          <p:cNvSpPr txBox="1"/>
          <p:nvPr/>
        </p:nvSpPr>
        <p:spPr>
          <a:xfrm>
            <a:off x="2514600" y="3282696"/>
            <a:ext cx="1563624" cy="420624"/>
          </a:xfrm>
          <a:prstGeom prst="rect">
            <a:avLst/>
          </a:prstGeom>
          <a:noFill/>
          <a:ln/>
        </p:spPr>
        <p:txBody>
          <a:bodyPr wrap="square" lIns="0" tIns="0" rIns="0" bIns="0" rtlCol="0" anchor="t"/>
          <a:lstStyle/>
          <a:p>
            <a:pPr indent="0" marL="0">
              <a:buNone/>
            </a:pPr>
            <a:r>
              <a:rPr lang="en-US" sz="1100" dirty="0">
                <a:solidFill>
                  <a:schemeClr val="tx1"/>
                </a:solidFill>
              </a:rPr>
              <a:t>Prussian blue, deep to pale</a:t>
            </a:r>
            <a:endParaRPr lang="en-US" sz="1100" dirty="0"/>
          </a:p>
        </p:txBody>
      </p:sp>
      <p:sp>
        <p:nvSpPr>
          <p:cNvPr id="13" name="Shape 9"/>
          <p:cNvSpPr/>
          <p:nvPr/>
        </p:nvSpPr>
        <p:spPr>
          <a:xfrm>
            <a:off x="4261104" y="1143000"/>
            <a:ext cx="1783080" cy="2606040"/>
          </a:xfrm>
          <a:prstGeom prst="roundRect">
            <a:avLst>
              <a:gd name="adj" fmla="val 4103"/>
            </a:avLst>
          </a:prstGeom>
          <a:solidFill>
            <a:srgbClr val="FFFFFF"/>
          </a:solidFill>
          <a:ln/>
          <a:effectLst>
            <a:outerShdw sx="100000" sy="100000" kx="0" ky="0" algn="bl" rotWithShape="0" blurRad="76200" dist="25400" dir="5400000">
              <a:srgbClr val="000000">
                <a:alpha val="12000"/>
              </a:srgbClr>
            </a:outerShdw>
          </a:effectLst>
        </p:spPr>
      </p:sp>
      <p:pic>
        <p:nvPicPr>
          <p:cNvPr id="14" name="Image 2" descr="Painting after the Clouds stage">    </p:cNvPr>
          <p:cNvPicPr>
            <a:picLocks noChangeAspect="1"/>
          </p:cNvPicPr>
          <p:nvPr/>
        </p:nvPicPr>
        <p:blipFill>
          <a:blip r:embed="rId3"/>
          <a:stretch>
            <a:fillRect/>
          </a:stretch>
        </p:blipFill>
        <p:spPr>
          <a:xfrm>
            <a:off x="4508133" y="1234440"/>
            <a:ext cx="1289022" cy="1463040"/>
          </a:xfrm>
          <a:prstGeom prst="rect">
            <a:avLst/>
          </a:prstGeom>
        </p:spPr>
      </p:pic>
      <p:sp>
        <p:nvSpPr>
          <p:cNvPr id="15" name="Text 10"/>
          <p:cNvSpPr txBox="1"/>
          <p:nvPr/>
        </p:nvSpPr>
        <p:spPr>
          <a:xfrm>
            <a:off x="4370832" y="2770632"/>
            <a:ext cx="1563624" cy="274320"/>
          </a:xfrm>
          <a:prstGeom prst="rect">
            <a:avLst/>
          </a:prstGeom>
          <a:noFill/>
          <a:ln/>
        </p:spPr>
        <p:txBody>
          <a:bodyPr wrap="square" lIns="0" tIns="0" rIns="0" bIns="0" rtlCol="0" anchor="ctr"/>
          <a:lstStyle/>
          <a:p>
            <a:pPr indent="0" marL="0">
              <a:buNone/>
            </a:pPr>
            <a:r>
              <a:rPr lang="en-US" sz="1300" b="1" dirty="0">
                <a:solidFill>
                  <a:schemeClr val="tx2"/>
                </a:solidFill>
              </a:rPr>
              <a:t>3. Clouds</a:t>
            </a:r>
            <a:endParaRPr lang="en-US" sz="1300" dirty="0"/>
          </a:p>
        </p:txBody>
      </p:sp>
      <p:sp>
        <p:nvSpPr>
          <p:cNvPr id="16" name="Text 11"/>
          <p:cNvSpPr txBox="1"/>
          <p:nvPr/>
        </p:nvSpPr>
        <p:spPr>
          <a:xfrm>
            <a:off x="4370832" y="3044952"/>
            <a:ext cx="1563624" cy="219456"/>
          </a:xfrm>
          <a:prstGeom prst="rect">
            <a:avLst/>
          </a:prstGeom>
          <a:noFill/>
          <a:ln/>
        </p:spPr>
        <p:txBody>
          <a:bodyPr wrap="square" lIns="0" tIns="0" rIns="0" bIns="0" rtlCol="0" anchor="ctr"/>
          <a:lstStyle/>
          <a:p>
            <a:pPr indent="0" marL="0">
              <a:buNone/>
            </a:pPr>
            <a:r>
              <a:rPr lang="en-US" sz="1100" b="1" dirty="0">
                <a:solidFill>
                  <a:srgbClr val="3D6E94"/>
                </a:solidFill>
              </a:rPr>
              <a:t>Steps 7–17</a:t>
            </a:r>
            <a:endParaRPr lang="en-US" sz="1100" dirty="0"/>
          </a:p>
        </p:txBody>
      </p:sp>
      <p:sp>
        <p:nvSpPr>
          <p:cNvPr id="17" name="Text 12"/>
          <p:cNvSpPr txBox="1"/>
          <p:nvPr/>
        </p:nvSpPr>
        <p:spPr>
          <a:xfrm>
            <a:off x="4370832" y="3282696"/>
            <a:ext cx="1563624" cy="420624"/>
          </a:xfrm>
          <a:prstGeom prst="rect">
            <a:avLst/>
          </a:prstGeom>
          <a:noFill/>
          <a:ln/>
        </p:spPr>
        <p:txBody>
          <a:bodyPr wrap="square" lIns="0" tIns="0" rIns="0" bIns="0" rtlCol="0" anchor="t"/>
          <a:lstStyle/>
          <a:p>
            <a:pPr indent="0" marL="0">
              <a:buNone/>
            </a:pPr>
            <a:r>
              <a:rPr lang="en-US" sz="1100" dirty="0">
                <a:solidFill>
                  <a:schemeClr val="tx1"/>
                </a:solidFill>
              </a:rPr>
              <a:t>Lift with tissue, add shadows, dry</a:t>
            </a:r>
            <a:endParaRPr lang="en-US" sz="1100" dirty="0"/>
          </a:p>
        </p:txBody>
      </p:sp>
      <p:sp>
        <p:nvSpPr>
          <p:cNvPr id="18" name="Shape 13"/>
          <p:cNvSpPr/>
          <p:nvPr/>
        </p:nvSpPr>
        <p:spPr>
          <a:xfrm>
            <a:off x="6117336" y="1143000"/>
            <a:ext cx="1783080" cy="2606040"/>
          </a:xfrm>
          <a:prstGeom prst="roundRect">
            <a:avLst>
              <a:gd name="adj" fmla="val 4103"/>
            </a:avLst>
          </a:prstGeom>
          <a:solidFill>
            <a:srgbClr val="FFFFFF"/>
          </a:solidFill>
          <a:ln/>
          <a:effectLst>
            <a:outerShdw sx="100000" sy="100000" kx="0" ky="0" algn="bl" rotWithShape="0" blurRad="76200" dist="25400" dir="5400000">
              <a:srgbClr val="000000">
                <a:alpha val="12000"/>
              </a:srgbClr>
            </a:outerShdw>
          </a:effectLst>
        </p:spPr>
      </p:sp>
      <p:pic>
        <p:nvPicPr>
          <p:cNvPr id="19" name="Image 3" descr="Painting after the Far mountains stage">    </p:cNvPr>
          <p:cNvPicPr>
            <a:picLocks noChangeAspect="1"/>
          </p:cNvPicPr>
          <p:nvPr/>
        </p:nvPicPr>
        <p:blipFill>
          <a:blip r:embed="rId4"/>
          <a:stretch>
            <a:fillRect/>
          </a:stretch>
        </p:blipFill>
        <p:spPr>
          <a:xfrm>
            <a:off x="6364365" y="1234440"/>
            <a:ext cx="1289022" cy="1463040"/>
          </a:xfrm>
          <a:prstGeom prst="rect">
            <a:avLst/>
          </a:prstGeom>
        </p:spPr>
      </p:pic>
      <p:sp>
        <p:nvSpPr>
          <p:cNvPr id="20" name="Text 14"/>
          <p:cNvSpPr txBox="1"/>
          <p:nvPr/>
        </p:nvSpPr>
        <p:spPr>
          <a:xfrm>
            <a:off x="6227064" y="2770632"/>
            <a:ext cx="1563624" cy="274320"/>
          </a:xfrm>
          <a:prstGeom prst="rect">
            <a:avLst/>
          </a:prstGeom>
          <a:noFill/>
          <a:ln/>
        </p:spPr>
        <p:txBody>
          <a:bodyPr wrap="square" lIns="0" tIns="0" rIns="0" bIns="0" rtlCol="0" anchor="ctr"/>
          <a:lstStyle/>
          <a:p>
            <a:pPr indent="0" marL="0">
              <a:buNone/>
            </a:pPr>
            <a:r>
              <a:rPr lang="en-US" sz="1300" b="1" dirty="0">
                <a:solidFill>
                  <a:schemeClr val="tx2"/>
                </a:solidFill>
              </a:rPr>
              <a:t>4. Far mountains</a:t>
            </a:r>
            <a:endParaRPr lang="en-US" sz="1300" dirty="0"/>
          </a:p>
        </p:txBody>
      </p:sp>
      <p:sp>
        <p:nvSpPr>
          <p:cNvPr id="21" name="Text 15"/>
          <p:cNvSpPr txBox="1"/>
          <p:nvPr/>
        </p:nvSpPr>
        <p:spPr>
          <a:xfrm>
            <a:off x="6227064" y="3044952"/>
            <a:ext cx="1563624" cy="219456"/>
          </a:xfrm>
          <a:prstGeom prst="rect">
            <a:avLst/>
          </a:prstGeom>
          <a:noFill/>
          <a:ln/>
        </p:spPr>
        <p:txBody>
          <a:bodyPr wrap="square" lIns="0" tIns="0" rIns="0" bIns="0" rtlCol="0" anchor="ctr"/>
          <a:lstStyle/>
          <a:p>
            <a:pPr indent="0" marL="0">
              <a:buNone/>
            </a:pPr>
            <a:r>
              <a:rPr lang="en-US" sz="1100" b="1" dirty="0">
                <a:solidFill>
                  <a:srgbClr val="4A6A7E"/>
                </a:solidFill>
              </a:rPr>
              <a:t>Steps 18–23</a:t>
            </a:r>
            <a:endParaRPr lang="en-US" sz="1100" dirty="0"/>
          </a:p>
        </p:txBody>
      </p:sp>
      <p:sp>
        <p:nvSpPr>
          <p:cNvPr id="22" name="Text 16"/>
          <p:cNvSpPr txBox="1"/>
          <p:nvPr/>
        </p:nvSpPr>
        <p:spPr>
          <a:xfrm>
            <a:off x="6227064" y="3282696"/>
            <a:ext cx="1563624" cy="420624"/>
          </a:xfrm>
          <a:prstGeom prst="rect">
            <a:avLst/>
          </a:prstGeom>
          <a:noFill/>
          <a:ln/>
        </p:spPr>
        <p:txBody>
          <a:bodyPr wrap="square" lIns="0" tIns="0" rIns="0" bIns="0" rtlCol="0" anchor="t"/>
          <a:lstStyle/>
          <a:p>
            <a:pPr indent="0" marL="0">
              <a:buNone/>
            </a:pPr>
            <a:r>
              <a:rPr lang="en-US" sz="1100" dirty="0">
                <a:solidFill>
                  <a:schemeClr val="tx1"/>
                </a:solidFill>
              </a:rPr>
              <a:t>Pale, diluted blue</a:t>
            </a:r>
            <a:endParaRPr lang="en-US" sz="1100" dirty="0"/>
          </a:p>
        </p:txBody>
      </p:sp>
      <p:sp>
        <p:nvSpPr>
          <p:cNvPr id="23" name="Shape 17"/>
          <p:cNvSpPr/>
          <p:nvPr/>
        </p:nvSpPr>
        <p:spPr>
          <a:xfrm>
            <a:off x="7973568" y="1143000"/>
            <a:ext cx="1783080" cy="2606040"/>
          </a:xfrm>
          <a:prstGeom prst="roundRect">
            <a:avLst>
              <a:gd name="adj" fmla="val 4103"/>
            </a:avLst>
          </a:prstGeom>
          <a:solidFill>
            <a:srgbClr val="FFFFFF"/>
          </a:solidFill>
          <a:ln/>
          <a:effectLst>
            <a:outerShdw sx="100000" sy="100000" kx="0" ky="0" algn="bl" rotWithShape="0" blurRad="76200" dist="25400" dir="5400000">
              <a:srgbClr val="000000">
                <a:alpha val="12000"/>
              </a:srgbClr>
            </a:outerShdw>
          </a:effectLst>
        </p:spPr>
      </p:sp>
      <p:pic>
        <p:nvPicPr>
          <p:cNvPr id="24" name="Image 4" descr="Painting after the Near mountains stage">    </p:cNvPr>
          <p:cNvPicPr>
            <a:picLocks noChangeAspect="1"/>
          </p:cNvPicPr>
          <p:nvPr/>
        </p:nvPicPr>
        <p:blipFill>
          <a:blip r:embed="rId5"/>
          <a:stretch>
            <a:fillRect/>
          </a:stretch>
        </p:blipFill>
        <p:spPr>
          <a:xfrm>
            <a:off x="8220597" y="1234440"/>
            <a:ext cx="1289022" cy="1463040"/>
          </a:xfrm>
          <a:prstGeom prst="rect">
            <a:avLst/>
          </a:prstGeom>
        </p:spPr>
      </p:pic>
      <p:sp>
        <p:nvSpPr>
          <p:cNvPr id="25" name="Text 18"/>
          <p:cNvSpPr txBox="1"/>
          <p:nvPr/>
        </p:nvSpPr>
        <p:spPr>
          <a:xfrm>
            <a:off x="8083296" y="2770632"/>
            <a:ext cx="1563624" cy="274320"/>
          </a:xfrm>
          <a:prstGeom prst="rect">
            <a:avLst/>
          </a:prstGeom>
          <a:noFill/>
          <a:ln/>
        </p:spPr>
        <p:txBody>
          <a:bodyPr wrap="square" lIns="0" tIns="0" rIns="0" bIns="0" rtlCol="0" anchor="ctr"/>
          <a:lstStyle/>
          <a:p>
            <a:pPr indent="0" marL="0">
              <a:buNone/>
            </a:pPr>
            <a:r>
              <a:rPr lang="en-US" sz="1300" b="1" dirty="0">
                <a:solidFill>
                  <a:schemeClr val="tx2"/>
                </a:solidFill>
              </a:rPr>
              <a:t>5. Near mountains</a:t>
            </a:r>
            <a:endParaRPr lang="en-US" sz="1300" dirty="0"/>
          </a:p>
        </p:txBody>
      </p:sp>
      <p:sp>
        <p:nvSpPr>
          <p:cNvPr id="26" name="Text 19"/>
          <p:cNvSpPr txBox="1"/>
          <p:nvPr/>
        </p:nvSpPr>
        <p:spPr>
          <a:xfrm>
            <a:off x="8083296" y="3044952"/>
            <a:ext cx="1563624" cy="219456"/>
          </a:xfrm>
          <a:prstGeom prst="rect">
            <a:avLst/>
          </a:prstGeom>
          <a:noFill/>
          <a:ln/>
        </p:spPr>
        <p:txBody>
          <a:bodyPr wrap="square" lIns="0" tIns="0" rIns="0" bIns="0" rtlCol="0" anchor="ctr"/>
          <a:lstStyle/>
          <a:p>
            <a:pPr indent="0" marL="0">
              <a:buNone/>
            </a:pPr>
            <a:r>
              <a:rPr lang="en-US" sz="1100" b="1" dirty="0">
                <a:solidFill>
                  <a:srgbClr val="2E3A4F"/>
                </a:solidFill>
              </a:rPr>
              <a:t>Steps 24–27</a:t>
            </a:r>
            <a:endParaRPr lang="en-US" sz="1100" dirty="0"/>
          </a:p>
        </p:txBody>
      </p:sp>
      <p:sp>
        <p:nvSpPr>
          <p:cNvPr id="27" name="Text 20"/>
          <p:cNvSpPr txBox="1"/>
          <p:nvPr/>
        </p:nvSpPr>
        <p:spPr>
          <a:xfrm>
            <a:off x="8083296" y="3282696"/>
            <a:ext cx="1563624" cy="420624"/>
          </a:xfrm>
          <a:prstGeom prst="rect">
            <a:avLst/>
          </a:prstGeom>
          <a:noFill/>
          <a:ln/>
        </p:spPr>
        <p:txBody>
          <a:bodyPr wrap="square" lIns="0" tIns="0" rIns="0" bIns="0" rtlCol="0" anchor="t"/>
          <a:lstStyle/>
          <a:p>
            <a:pPr indent="0" marL="0">
              <a:buNone/>
            </a:pPr>
            <a:r>
              <a:rPr lang="en-US" sz="1100" dirty="0">
                <a:solidFill>
                  <a:schemeClr val="tx1"/>
                </a:solidFill>
              </a:rPr>
              <a:t>Dark Payne's grey</a:t>
            </a:r>
            <a:endParaRPr lang="en-US" sz="1100" dirty="0"/>
          </a:p>
        </p:txBody>
      </p:sp>
      <p:sp>
        <p:nvSpPr>
          <p:cNvPr id="28" name="Shape 21"/>
          <p:cNvSpPr/>
          <p:nvPr/>
        </p:nvSpPr>
        <p:spPr>
          <a:xfrm>
            <a:off x="9829800" y="1143000"/>
            <a:ext cx="1783080" cy="2606040"/>
          </a:xfrm>
          <a:prstGeom prst="roundRect">
            <a:avLst>
              <a:gd name="adj" fmla="val 4103"/>
            </a:avLst>
          </a:prstGeom>
          <a:solidFill>
            <a:srgbClr val="FFFFFF"/>
          </a:solidFill>
          <a:ln/>
          <a:effectLst>
            <a:outerShdw sx="100000" sy="100000" kx="0" ky="0" algn="bl" rotWithShape="0" blurRad="76200" dist="25400" dir="5400000">
              <a:srgbClr val="000000">
                <a:alpha val="12000"/>
              </a:srgbClr>
            </a:outerShdw>
          </a:effectLst>
        </p:spPr>
      </p:sp>
      <p:pic>
        <p:nvPicPr>
          <p:cNvPr id="29" name="Image 5" descr="Painting after the Sea stage">    </p:cNvPr>
          <p:cNvPicPr>
            <a:picLocks noChangeAspect="1"/>
          </p:cNvPicPr>
          <p:nvPr/>
        </p:nvPicPr>
        <p:blipFill>
          <a:blip r:embed="rId6"/>
          <a:stretch>
            <a:fillRect/>
          </a:stretch>
        </p:blipFill>
        <p:spPr>
          <a:xfrm>
            <a:off x="10076829" y="1234440"/>
            <a:ext cx="1289022" cy="1463040"/>
          </a:xfrm>
          <a:prstGeom prst="rect">
            <a:avLst/>
          </a:prstGeom>
        </p:spPr>
      </p:pic>
      <p:sp>
        <p:nvSpPr>
          <p:cNvPr id="30" name="Text 22"/>
          <p:cNvSpPr txBox="1"/>
          <p:nvPr/>
        </p:nvSpPr>
        <p:spPr>
          <a:xfrm>
            <a:off x="9939528" y="2770632"/>
            <a:ext cx="1563624" cy="274320"/>
          </a:xfrm>
          <a:prstGeom prst="rect">
            <a:avLst/>
          </a:prstGeom>
          <a:noFill/>
          <a:ln/>
        </p:spPr>
        <p:txBody>
          <a:bodyPr wrap="square" lIns="0" tIns="0" rIns="0" bIns="0" rtlCol="0" anchor="ctr"/>
          <a:lstStyle/>
          <a:p>
            <a:pPr indent="0" marL="0">
              <a:buNone/>
            </a:pPr>
            <a:r>
              <a:rPr lang="en-US" sz="1300" b="1" dirty="0">
                <a:solidFill>
                  <a:schemeClr val="tx2"/>
                </a:solidFill>
              </a:rPr>
              <a:t>6. Sea</a:t>
            </a:r>
            <a:endParaRPr lang="en-US" sz="1300" dirty="0"/>
          </a:p>
        </p:txBody>
      </p:sp>
      <p:sp>
        <p:nvSpPr>
          <p:cNvPr id="31" name="Text 23"/>
          <p:cNvSpPr txBox="1"/>
          <p:nvPr/>
        </p:nvSpPr>
        <p:spPr>
          <a:xfrm>
            <a:off x="9939528" y="3044952"/>
            <a:ext cx="1563624" cy="219456"/>
          </a:xfrm>
          <a:prstGeom prst="rect">
            <a:avLst/>
          </a:prstGeom>
          <a:noFill/>
          <a:ln/>
        </p:spPr>
        <p:txBody>
          <a:bodyPr wrap="square" lIns="0" tIns="0" rIns="0" bIns="0" rtlCol="0" anchor="ctr"/>
          <a:lstStyle/>
          <a:p>
            <a:pPr indent="0" marL="0">
              <a:buNone/>
            </a:pPr>
            <a:r>
              <a:rPr lang="en-US" sz="1100" b="1" dirty="0">
                <a:solidFill>
                  <a:srgbClr val="0B6A99"/>
                </a:solidFill>
              </a:rPr>
              <a:t>Steps 28–33</a:t>
            </a:r>
            <a:endParaRPr lang="en-US" sz="1100" dirty="0"/>
          </a:p>
        </p:txBody>
      </p:sp>
      <p:sp>
        <p:nvSpPr>
          <p:cNvPr id="32" name="Text 24"/>
          <p:cNvSpPr txBox="1"/>
          <p:nvPr/>
        </p:nvSpPr>
        <p:spPr>
          <a:xfrm>
            <a:off x="9939528" y="3282696"/>
            <a:ext cx="1563624" cy="420624"/>
          </a:xfrm>
          <a:prstGeom prst="rect">
            <a:avLst/>
          </a:prstGeom>
          <a:noFill/>
          <a:ln/>
        </p:spPr>
        <p:txBody>
          <a:bodyPr wrap="square" lIns="0" tIns="0" rIns="0" bIns="0" rtlCol="0" anchor="t"/>
          <a:lstStyle/>
          <a:p>
            <a:pPr indent="0" marL="0">
              <a:buNone/>
            </a:pPr>
            <a:r>
              <a:rPr lang="en-US" sz="1100" dirty="0">
                <a:solidFill>
                  <a:schemeClr val="tx1"/>
                </a:solidFill>
              </a:rPr>
              <a:t>Phthalo blue with light wave flecks</a:t>
            </a:r>
            <a:endParaRPr lang="en-US" sz="1100" dirty="0"/>
          </a:p>
        </p:txBody>
      </p:sp>
      <p:sp>
        <p:nvSpPr>
          <p:cNvPr id="33" name="Shape 25"/>
          <p:cNvSpPr/>
          <p:nvPr/>
        </p:nvSpPr>
        <p:spPr>
          <a:xfrm>
            <a:off x="548640" y="3886200"/>
            <a:ext cx="1783080" cy="2606040"/>
          </a:xfrm>
          <a:prstGeom prst="roundRect">
            <a:avLst>
              <a:gd name="adj" fmla="val 4103"/>
            </a:avLst>
          </a:prstGeom>
          <a:solidFill>
            <a:srgbClr val="FFFFFF"/>
          </a:solidFill>
          <a:ln/>
          <a:effectLst>
            <a:outerShdw sx="100000" sy="100000" kx="0" ky="0" algn="bl" rotWithShape="0" blurRad="76200" dist="25400" dir="5400000">
              <a:srgbClr val="000000">
                <a:alpha val="12000"/>
              </a:srgbClr>
            </a:outerShdw>
          </a:effectLst>
        </p:spPr>
      </p:sp>
      <p:pic>
        <p:nvPicPr>
          <p:cNvPr id="34" name="Image 6" descr="Painting after the Beach stage">    </p:cNvPr>
          <p:cNvPicPr>
            <a:picLocks noChangeAspect="1"/>
          </p:cNvPicPr>
          <p:nvPr/>
        </p:nvPicPr>
        <p:blipFill>
          <a:blip r:embed="rId7"/>
          <a:stretch>
            <a:fillRect/>
          </a:stretch>
        </p:blipFill>
        <p:spPr>
          <a:xfrm>
            <a:off x="795669" y="3977640"/>
            <a:ext cx="1289022" cy="1463040"/>
          </a:xfrm>
          <a:prstGeom prst="rect">
            <a:avLst/>
          </a:prstGeom>
        </p:spPr>
      </p:pic>
      <p:sp>
        <p:nvSpPr>
          <p:cNvPr id="35" name="Text 26"/>
          <p:cNvSpPr txBox="1"/>
          <p:nvPr/>
        </p:nvSpPr>
        <p:spPr>
          <a:xfrm>
            <a:off x="658368" y="5513832"/>
            <a:ext cx="1563624" cy="274320"/>
          </a:xfrm>
          <a:prstGeom prst="rect">
            <a:avLst/>
          </a:prstGeom>
          <a:noFill/>
          <a:ln/>
        </p:spPr>
        <p:txBody>
          <a:bodyPr wrap="square" lIns="0" tIns="0" rIns="0" bIns="0" rtlCol="0" anchor="ctr"/>
          <a:lstStyle/>
          <a:p>
            <a:pPr indent="0" marL="0">
              <a:buNone/>
            </a:pPr>
            <a:r>
              <a:rPr lang="en-US" sz="1300" b="1" dirty="0">
                <a:solidFill>
                  <a:schemeClr val="tx2"/>
                </a:solidFill>
              </a:rPr>
              <a:t>7. Beach</a:t>
            </a:r>
            <a:endParaRPr lang="en-US" sz="1300" dirty="0"/>
          </a:p>
        </p:txBody>
      </p:sp>
      <p:sp>
        <p:nvSpPr>
          <p:cNvPr id="36" name="Text 27"/>
          <p:cNvSpPr txBox="1"/>
          <p:nvPr/>
        </p:nvSpPr>
        <p:spPr>
          <a:xfrm>
            <a:off x="658368" y="5788152"/>
            <a:ext cx="1563624" cy="219456"/>
          </a:xfrm>
          <a:prstGeom prst="rect">
            <a:avLst/>
          </a:prstGeom>
          <a:noFill/>
          <a:ln/>
        </p:spPr>
        <p:txBody>
          <a:bodyPr wrap="square" lIns="0" tIns="0" rIns="0" bIns="0" rtlCol="0" anchor="ctr"/>
          <a:lstStyle/>
          <a:p>
            <a:pPr indent="0" marL="0">
              <a:buNone/>
            </a:pPr>
            <a:r>
              <a:rPr lang="en-US" sz="1100" b="1" dirty="0">
                <a:solidFill>
                  <a:srgbClr val="8F5E12"/>
                </a:solidFill>
              </a:rPr>
              <a:t>Steps 34–40</a:t>
            </a:r>
            <a:endParaRPr lang="en-US" sz="1100" dirty="0"/>
          </a:p>
        </p:txBody>
      </p:sp>
      <p:sp>
        <p:nvSpPr>
          <p:cNvPr id="37" name="Text 28"/>
          <p:cNvSpPr txBox="1"/>
          <p:nvPr/>
        </p:nvSpPr>
        <p:spPr>
          <a:xfrm>
            <a:off x="658368" y="6025896"/>
            <a:ext cx="1563624" cy="420624"/>
          </a:xfrm>
          <a:prstGeom prst="rect">
            <a:avLst/>
          </a:prstGeom>
          <a:noFill/>
          <a:ln/>
        </p:spPr>
        <p:txBody>
          <a:bodyPr wrap="square" lIns="0" tIns="0" rIns="0" bIns="0" rtlCol="0" anchor="t"/>
          <a:lstStyle/>
          <a:p>
            <a:pPr indent="0" marL="0">
              <a:buNone/>
            </a:pPr>
            <a:r>
              <a:rPr lang="en-US" sz="1100" dirty="0">
                <a:solidFill>
                  <a:schemeClr val="tx1"/>
                </a:solidFill>
              </a:rPr>
              <a:t>A soft raw sienna wash</a:t>
            </a:r>
            <a:endParaRPr lang="en-US" sz="1100" dirty="0"/>
          </a:p>
        </p:txBody>
      </p:sp>
      <p:sp>
        <p:nvSpPr>
          <p:cNvPr id="38" name="Shape 29"/>
          <p:cNvSpPr/>
          <p:nvPr/>
        </p:nvSpPr>
        <p:spPr>
          <a:xfrm>
            <a:off x="2404872" y="3886200"/>
            <a:ext cx="1783080" cy="2606040"/>
          </a:xfrm>
          <a:prstGeom prst="roundRect">
            <a:avLst>
              <a:gd name="adj" fmla="val 4103"/>
            </a:avLst>
          </a:prstGeom>
          <a:solidFill>
            <a:srgbClr val="FFFFFF"/>
          </a:solidFill>
          <a:ln/>
          <a:effectLst>
            <a:outerShdw sx="100000" sy="100000" kx="0" ky="0" algn="bl" rotWithShape="0" blurRad="76200" dist="25400" dir="5400000">
              <a:srgbClr val="000000">
                <a:alpha val="12000"/>
              </a:srgbClr>
            </a:outerShdw>
          </a:effectLst>
        </p:spPr>
      </p:sp>
      <p:pic>
        <p:nvPicPr>
          <p:cNvPr id="39" name="Image 7" descr="Painting after the Deepen the color stage">    </p:cNvPr>
          <p:cNvPicPr>
            <a:picLocks noChangeAspect="1"/>
          </p:cNvPicPr>
          <p:nvPr/>
        </p:nvPicPr>
        <p:blipFill>
          <a:blip r:embed="rId8"/>
          <a:stretch>
            <a:fillRect/>
          </a:stretch>
        </p:blipFill>
        <p:spPr>
          <a:xfrm>
            <a:off x="2651901" y="3977640"/>
            <a:ext cx="1289022" cy="1463040"/>
          </a:xfrm>
          <a:prstGeom prst="rect">
            <a:avLst/>
          </a:prstGeom>
        </p:spPr>
      </p:pic>
      <p:sp>
        <p:nvSpPr>
          <p:cNvPr id="40" name="Text 30"/>
          <p:cNvSpPr txBox="1"/>
          <p:nvPr/>
        </p:nvSpPr>
        <p:spPr>
          <a:xfrm>
            <a:off x="2514600" y="5513832"/>
            <a:ext cx="1563624" cy="274320"/>
          </a:xfrm>
          <a:prstGeom prst="rect">
            <a:avLst/>
          </a:prstGeom>
          <a:noFill/>
          <a:ln/>
        </p:spPr>
        <p:txBody>
          <a:bodyPr wrap="square" lIns="0" tIns="0" rIns="0" bIns="0" rtlCol="0" anchor="ctr"/>
          <a:lstStyle/>
          <a:p>
            <a:pPr indent="0" marL="0">
              <a:buNone/>
            </a:pPr>
            <a:r>
              <a:rPr lang="en-US" sz="1300" b="1" dirty="0">
                <a:solidFill>
                  <a:schemeClr val="tx2"/>
                </a:solidFill>
              </a:rPr>
              <a:t>8. Deepen the color</a:t>
            </a:r>
            <a:endParaRPr lang="en-US" sz="1300" dirty="0"/>
          </a:p>
        </p:txBody>
      </p:sp>
      <p:sp>
        <p:nvSpPr>
          <p:cNvPr id="41" name="Text 31"/>
          <p:cNvSpPr txBox="1"/>
          <p:nvPr/>
        </p:nvSpPr>
        <p:spPr>
          <a:xfrm>
            <a:off x="2514600" y="5788152"/>
            <a:ext cx="1563624" cy="219456"/>
          </a:xfrm>
          <a:prstGeom prst="rect">
            <a:avLst/>
          </a:prstGeom>
          <a:noFill/>
          <a:ln/>
        </p:spPr>
        <p:txBody>
          <a:bodyPr wrap="square" lIns="0" tIns="0" rIns="0" bIns="0" rtlCol="0" anchor="ctr"/>
          <a:lstStyle/>
          <a:p>
            <a:pPr indent="0" marL="0">
              <a:buNone/>
            </a:pPr>
            <a:r>
              <a:rPr lang="en-US" sz="1100" b="1" dirty="0">
                <a:solidFill>
                  <a:srgbClr val="1E5A86"/>
                </a:solidFill>
              </a:rPr>
              <a:t>Steps 41–47</a:t>
            </a:r>
            <a:endParaRPr lang="en-US" sz="1100" dirty="0"/>
          </a:p>
        </p:txBody>
      </p:sp>
      <p:sp>
        <p:nvSpPr>
          <p:cNvPr id="42" name="Text 32"/>
          <p:cNvSpPr txBox="1"/>
          <p:nvPr/>
        </p:nvSpPr>
        <p:spPr>
          <a:xfrm>
            <a:off x="2514600" y="6025896"/>
            <a:ext cx="1563624" cy="420624"/>
          </a:xfrm>
          <a:prstGeom prst="rect">
            <a:avLst/>
          </a:prstGeom>
          <a:noFill/>
          <a:ln/>
        </p:spPr>
        <p:txBody>
          <a:bodyPr wrap="square" lIns="0" tIns="0" rIns="0" bIns="0" rtlCol="0" anchor="t"/>
          <a:lstStyle/>
          <a:p>
            <a:pPr indent="0" marL="0">
              <a:buNone/>
            </a:pPr>
            <a:r>
              <a:rPr lang="en-US" sz="1100" dirty="0">
                <a:solidFill>
                  <a:schemeClr val="tx1"/>
                </a:solidFill>
              </a:rPr>
              <a:t>An optional extra layer</a:t>
            </a:r>
            <a:endParaRPr lang="en-US" sz="1100" dirty="0"/>
          </a:p>
        </p:txBody>
      </p:sp>
      <p:sp>
        <p:nvSpPr>
          <p:cNvPr id="43" name="Shape 33"/>
          <p:cNvSpPr/>
          <p:nvPr/>
        </p:nvSpPr>
        <p:spPr>
          <a:xfrm>
            <a:off x="4261104" y="3886200"/>
            <a:ext cx="1783080" cy="2606040"/>
          </a:xfrm>
          <a:prstGeom prst="roundRect">
            <a:avLst>
              <a:gd name="adj" fmla="val 4103"/>
            </a:avLst>
          </a:prstGeom>
          <a:solidFill>
            <a:srgbClr val="FFFFFF"/>
          </a:solidFill>
          <a:ln/>
          <a:effectLst>
            <a:outerShdw sx="100000" sy="100000" kx="0" ky="0" algn="bl" rotWithShape="0" blurRad="76200" dist="25400" dir="5400000">
              <a:srgbClr val="000000">
                <a:alpha val="12000"/>
              </a:srgbClr>
            </a:outerShdw>
          </a:effectLst>
        </p:spPr>
      </p:sp>
      <p:pic>
        <p:nvPicPr>
          <p:cNvPr id="44" name="Image 8" descr="Painting after the Blend stage">    </p:cNvPr>
          <p:cNvPicPr>
            <a:picLocks noChangeAspect="1"/>
          </p:cNvPicPr>
          <p:nvPr/>
        </p:nvPicPr>
        <p:blipFill>
          <a:blip r:embed="rId9"/>
          <a:stretch>
            <a:fillRect/>
          </a:stretch>
        </p:blipFill>
        <p:spPr>
          <a:xfrm>
            <a:off x="4508133" y="3977640"/>
            <a:ext cx="1289022" cy="1463040"/>
          </a:xfrm>
          <a:prstGeom prst="rect">
            <a:avLst/>
          </a:prstGeom>
        </p:spPr>
      </p:pic>
      <p:sp>
        <p:nvSpPr>
          <p:cNvPr id="45" name="Text 34"/>
          <p:cNvSpPr txBox="1"/>
          <p:nvPr/>
        </p:nvSpPr>
        <p:spPr>
          <a:xfrm>
            <a:off x="4370832" y="5513832"/>
            <a:ext cx="1563624" cy="274320"/>
          </a:xfrm>
          <a:prstGeom prst="rect">
            <a:avLst/>
          </a:prstGeom>
          <a:noFill/>
          <a:ln/>
        </p:spPr>
        <p:txBody>
          <a:bodyPr wrap="square" lIns="0" tIns="0" rIns="0" bIns="0" rtlCol="0" anchor="ctr"/>
          <a:lstStyle/>
          <a:p>
            <a:pPr indent="0" marL="0">
              <a:buNone/>
            </a:pPr>
            <a:r>
              <a:rPr lang="en-US" sz="1300" b="1" dirty="0">
                <a:solidFill>
                  <a:schemeClr val="tx2"/>
                </a:solidFill>
              </a:rPr>
              <a:t>9. Blend</a:t>
            </a:r>
            <a:endParaRPr lang="en-US" sz="1300" dirty="0"/>
          </a:p>
        </p:txBody>
      </p:sp>
      <p:sp>
        <p:nvSpPr>
          <p:cNvPr id="46" name="Text 35"/>
          <p:cNvSpPr txBox="1"/>
          <p:nvPr/>
        </p:nvSpPr>
        <p:spPr>
          <a:xfrm>
            <a:off x="4370832" y="5788152"/>
            <a:ext cx="1563624" cy="219456"/>
          </a:xfrm>
          <a:prstGeom prst="rect">
            <a:avLst/>
          </a:prstGeom>
          <a:noFill/>
          <a:ln/>
        </p:spPr>
        <p:txBody>
          <a:bodyPr wrap="square" lIns="0" tIns="0" rIns="0" bIns="0" rtlCol="0" anchor="ctr"/>
          <a:lstStyle/>
          <a:p>
            <a:pPr indent="0" marL="0">
              <a:buNone/>
            </a:pPr>
            <a:r>
              <a:rPr lang="en-US" sz="1100" b="1" dirty="0">
                <a:solidFill>
                  <a:srgbClr val="2F6B73"/>
                </a:solidFill>
              </a:rPr>
              <a:t>Steps 48–50</a:t>
            </a:r>
            <a:endParaRPr lang="en-US" sz="1100" dirty="0"/>
          </a:p>
        </p:txBody>
      </p:sp>
      <p:sp>
        <p:nvSpPr>
          <p:cNvPr id="47" name="Text 36"/>
          <p:cNvSpPr txBox="1"/>
          <p:nvPr/>
        </p:nvSpPr>
        <p:spPr>
          <a:xfrm>
            <a:off x="4370832" y="6025896"/>
            <a:ext cx="1563624" cy="420624"/>
          </a:xfrm>
          <a:prstGeom prst="rect">
            <a:avLst/>
          </a:prstGeom>
          <a:noFill/>
          <a:ln/>
        </p:spPr>
        <p:txBody>
          <a:bodyPr wrap="square" lIns="0" tIns="0" rIns="0" bIns="0" rtlCol="0" anchor="t"/>
          <a:lstStyle/>
          <a:p>
            <a:pPr indent="0" marL="0">
              <a:buNone/>
            </a:pPr>
            <a:r>
              <a:rPr lang="en-US" sz="1100" dirty="0">
                <a:solidFill>
                  <a:schemeClr val="tx1"/>
                </a:solidFill>
              </a:rPr>
              <a:t>Soften until it feels right</a:t>
            </a:r>
            <a:endParaRPr lang="en-US" sz="1100" dirty="0"/>
          </a:p>
        </p:txBody>
      </p:sp>
      <p:sp>
        <p:nvSpPr>
          <p:cNvPr id="48" name="Shape 37"/>
          <p:cNvSpPr/>
          <p:nvPr/>
        </p:nvSpPr>
        <p:spPr>
          <a:xfrm>
            <a:off x="6117336" y="3886200"/>
            <a:ext cx="1783080" cy="2606040"/>
          </a:xfrm>
          <a:prstGeom prst="roundRect">
            <a:avLst>
              <a:gd name="adj" fmla="val 4103"/>
            </a:avLst>
          </a:prstGeom>
          <a:solidFill>
            <a:srgbClr val="FFFFFF"/>
          </a:solidFill>
          <a:ln/>
          <a:effectLst>
            <a:outerShdw sx="100000" sy="100000" kx="0" ky="0" algn="bl" rotWithShape="0" blurRad="76200" dist="25400" dir="5400000">
              <a:srgbClr val="000000">
                <a:alpha val="12000"/>
              </a:srgbClr>
            </a:outerShdw>
          </a:effectLst>
        </p:spPr>
      </p:sp>
      <p:pic>
        <p:nvPicPr>
          <p:cNvPr id="49" name="Image 9" descr="Painting after the Birds stage">    </p:cNvPr>
          <p:cNvPicPr>
            <a:picLocks noChangeAspect="1"/>
          </p:cNvPicPr>
          <p:nvPr/>
        </p:nvPicPr>
        <p:blipFill>
          <a:blip r:embed="rId10"/>
          <a:stretch>
            <a:fillRect/>
          </a:stretch>
        </p:blipFill>
        <p:spPr>
          <a:xfrm>
            <a:off x="6364365" y="3977640"/>
            <a:ext cx="1289022" cy="1463040"/>
          </a:xfrm>
          <a:prstGeom prst="rect">
            <a:avLst/>
          </a:prstGeom>
        </p:spPr>
      </p:pic>
      <p:sp>
        <p:nvSpPr>
          <p:cNvPr id="50" name="Text 38"/>
          <p:cNvSpPr txBox="1"/>
          <p:nvPr/>
        </p:nvSpPr>
        <p:spPr>
          <a:xfrm>
            <a:off x="6227064" y="5513832"/>
            <a:ext cx="1563624" cy="274320"/>
          </a:xfrm>
          <a:prstGeom prst="rect">
            <a:avLst/>
          </a:prstGeom>
          <a:noFill/>
          <a:ln/>
        </p:spPr>
        <p:txBody>
          <a:bodyPr wrap="square" lIns="0" tIns="0" rIns="0" bIns="0" rtlCol="0" anchor="ctr"/>
          <a:lstStyle/>
          <a:p>
            <a:pPr indent="0" marL="0">
              <a:buNone/>
            </a:pPr>
            <a:r>
              <a:rPr lang="en-US" sz="1300" b="1" dirty="0">
                <a:solidFill>
                  <a:schemeClr val="tx2"/>
                </a:solidFill>
              </a:rPr>
              <a:t>10. Birds</a:t>
            </a:r>
            <a:endParaRPr lang="en-US" sz="1300" dirty="0"/>
          </a:p>
        </p:txBody>
      </p:sp>
      <p:sp>
        <p:nvSpPr>
          <p:cNvPr id="51" name="Text 39"/>
          <p:cNvSpPr txBox="1"/>
          <p:nvPr/>
        </p:nvSpPr>
        <p:spPr>
          <a:xfrm>
            <a:off x="6227064" y="5788152"/>
            <a:ext cx="1563624" cy="219456"/>
          </a:xfrm>
          <a:prstGeom prst="rect">
            <a:avLst/>
          </a:prstGeom>
          <a:noFill/>
          <a:ln/>
        </p:spPr>
        <p:txBody>
          <a:bodyPr wrap="square" lIns="0" tIns="0" rIns="0" bIns="0" rtlCol="0" anchor="ctr"/>
          <a:lstStyle/>
          <a:p>
            <a:pPr indent="0" marL="0">
              <a:buNone/>
            </a:pPr>
            <a:r>
              <a:rPr lang="en-US" sz="1100" b="1" dirty="0">
                <a:solidFill>
                  <a:srgbClr val="3B3B3B"/>
                </a:solidFill>
              </a:rPr>
              <a:t>Steps 51–57</a:t>
            </a:r>
            <a:endParaRPr lang="en-US" sz="1100" dirty="0"/>
          </a:p>
        </p:txBody>
      </p:sp>
      <p:sp>
        <p:nvSpPr>
          <p:cNvPr id="52" name="Text 40"/>
          <p:cNvSpPr txBox="1"/>
          <p:nvPr/>
        </p:nvSpPr>
        <p:spPr>
          <a:xfrm>
            <a:off x="6227064" y="6025896"/>
            <a:ext cx="1563624" cy="420624"/>
          </a:xfrm>
          <a:prstGeom prst="rect">
            <a:avLst/>
          </a:prstGeom>
          <a:noFill/>
          <a:ln/>
        </p:spPr>
        <p:txBody>
          <a:bodyPr wrap="square" lIns="0" tIns="0" rIns="0" bIns="0" rtlCol="0" anchor="t"/>
          <a:lstStyle/>
          <a:p>
            <a:pPr indent="0" marL="0">
              <a:buNone/>
            </a:pPr>
            <a:r>
              <a:rPr lang="en-US" sz="1100" dirty="0">
                <a:solidFill>
                  <a:schemeClr val="tx1"/>
                </a:solidFill>
              </a:rPr>
              <a:t>Tiny birds in black ink</a:t>
            </a:r>
            <a:endParaRPr lang="en-US" sz="1100" dirty="0"/>
          </a:p>
        </p:txBody>
      </p:sp>
      <p:sp>
        <p:nvSpPr>
          <p:cNvPr id="53" name="Shape 41"/>
          <p:cNvSpPr/>
          <p:nvPr/>
        </p:nvSpPr>
        <p:spPr>
          <a:xfrm>
            <a:off x="7973568" y="3886200"/>
            <a:ext cx="1783080" cy="2606040"/>
          </a:xfrm>
          <a:prstGeom prst="roundRect">
            <a:avLst>
              <a:gd name="adj" fmla="val 4103"/>
            </a:avLst>
          </a:prstGeom>
          <a:solidFill>
            <a:srgbClr val="FFFFFF"/>
          </a:solidFill>
          <a:ln/>
          <a:effectLst>
            <a:outerShdw sx="100000" sy="100000" kx="0" ky="0" algn="bl" rotWithShape="0" blurRad="76200" dist="25400" dir="5400000">
              <a:srgbClr val="000000">
                <a:alpha val="12000"/>
              </a:srgbClr>
            </a:outerShdw>
          </a:effectLst>
        </p:spPr>
      </p:sp>
      <p:pic>
        <p:nvPicPr>
          <p:cNvPr id="54" name="Image 10" descr="Painting after the Finished painting stage">    </p:cNvPr>
          <p:cNvPicPr>
            <a:picLocks noChangeAspect="1"/>
          </p:cNvPicPr>
          <p:nvPr/>
        </p:nvPicPr>
        <p:blipFill>
          <a:blip r:embed="rId11"/>
          <a:stretch>
            <a:fillRect/>
          </a:stretch>
        </p:blipFill>
        <p:spPr>
          <a:xfrm>
            <a:off x="8220597" y="3977640"/>
            <a:ext cx="1289022" cy="1463040"/>
          </a:xfrm>
          <a:prstGeom prst="rect">
            <a:avLst/>
          </a:prstGeom>
        </p:spPr>
      </p:pic>
      <p:sp>
        <p:nvSpPr>
          <p:cNvPr id="55" name="Text 42"/>
          <p:cNvSpPr txBox="1"/>
          <p:nvPr/>
        </p:nvSpPr>
        <p:spPr>
          <a:xfrm>
            <a:off x="8083296" y="5513832"/>
            <a:ext cx="1563624" cy="274320"/>
          </a:xfrm>
          <a:prstGeom prst="rect">
            <a:avLst/>
          </a:prstGeom>
          <a:noFill/>
          <a:ln/>
        </p:spPr>
        <p:txBody>
          <a:bodyPr wrap="square" lIns="0" tIns="0" rIns="0" bIns="0" rtlCol="0" anchor="ctr"/>
          <a:lstStyle/>
          <a:p>
            <a:pPr indent="0" marL="0">
              <a:buNone/>
            </a:pPr>
            <a:r>
              <a:rPr lang="en-US" sz="1300" b="1" dirty="0">
                <a:solidFill>
                  <a:schemeClr val="tx2"/>
                </a:solidFill>
              </a:rPr>
              <a:t>11. Finished painting</a:t>
            </a:r>
            <a:endParaRPr lang="en-US" sz="1300" dirty="0"/>
          </a:p>
        </p:txBody>
      </p:sp>
      <p:sp>
        <p:nvSpPr>
          <p:cNvPr id="56" name="Text 43"/>
          <p:cNvSpPr txBox="1"/>
          <p:nvPr/>
        </p:nvSpPr>
        <p:spPr>
          <a:xfrm>
            <a:off x="8083296" y="5788152"/>
            <a:ext cx="1563624" cy="219456"/>
          </a:xfrm>
          <a:prstGeom prst="rect">
            <a:avLst/>
          </a:prstGeom>
          <a:noFill/>
          <a:ln/>
        </p:spPr>
        <p:txBody>
          <a:bodyPr wrap="square" lIns="0" tIns="0" rIns="0" bIns="0" rtlCol="0" anchor="ctr"/>
          <a:lstStyle/>
          <a:p>
            <a:pPr indent="0" marL="0">
              <a:buNone/>
            </a:pPr>
            <a:r>
              <a:rPr lang="en-US" sz="1100" b="1" dirty="0">
                <a:solidFill>
                  <a:srgbClr val="1B4D3E"/>
                </a:solidFill>
              </a:rPr>
              <a:t>Steps 58–60</a:t>
            </a:r>
            <a:endParaRPr lang="en-US" sz="1100" dirty="0"/>
          </a:p>
        </p:txBody>
      </p:sp>
      <p:sp>
        <p:nvSpPr>
          <p:cNvPr id="57" name="Text 44"/>
          <p:cNvSpPr txBox="1"/>
          <p:nvPr/>
        </p:nvSpPr>
        <p:spPr>
          <a:xfrm>
            <a:off x="8083296" y="6025896"/>
            <a:ext cx="1563624" cy="420624"/>
          </a:xfrm>
          <a:prstGeom prst="rect">
            <a:avLst/>
          </a:prstGeom>
          <a:noFill/>
          <a:ln/>
        </p:spPr>
        <p:txBody>
          <a:bodyPr wrap="square" lIns="0" tIns="0" rIns="0" bIns="0" rtlCol="0" anchor="t"/>
          <a:lstStyle/>
          <a:p>
            <a:pPr indent="0" marL="0">
              <a:buNone/>
            </a:pPr>
            <a:r>
              <a:rPr lang="en-US" sz="1100" dirty="0">
                <a:solidFill>
                  <a:schemeClr val="tx1"/>
                </a:solidFill>
              </a:rPr>
              <a:t>Reveal and compare</a:t>
            </a:r>
            <a:endParaRPr lang="en-US" sz="1100" dirty="0"/>
          </a:p>
        </p:txBody>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Tools and materials seen in the reel</a:t>
            </a:r>
            <a:endParaRPr lang="en-US" sz="3000" dirty="0"/>
          </a:p>
        </p:txBody>
      </p:sp>
      <p:sp>
        <p:nvSpPr>
          <p:cNvPr id="3" name="Shape 1"/>
          <p:cNvSpPr/>
          <p:nvPr/>
        </p:nvSpPr>
        <p:spPr>
          <a:xfrm>
            <a:off x="548640" y="1188720"/>
            <a:ext cx="2651760" cy="3840480"/>
          </a:xfrm>
          <a:prstGeom prst="roundRect">
            <a:avLst>
              <a:gd name="adj" fmla="val 2759"/>
            </a:avLst>
          </a:prstGeom>
          <a:solidFill>
            <a:srgbClr val="FFFFFF"/>
          </a:solidFill>
          <a:ln/>
          <a:effectLst>
            <a:outerShdw sx="100000" sy="100000" kx="0" ky="0" algn="bl" rotWithShape="0" blurRad="76200" dist="25400" dir="5400000">
              <a:srgbClr val="000000">
                <a:alpha val="12000"/>
              </a:srgbClr>
            </a:outerShdw>
          </a:effectLst>
        </p:spPr>
      </p:sp>
      <p:pic>
        <p:nvPicPr>
          <p:cNvPr id="4" name="Image 0" descr="Masking tape in use">    </p:cNvPr>
          <p:cNvPicPr>
            <a:picLocks noChangeAspect="1"/>
          </p:cNvPicPr>
          <p:nvPr/>
        </p:nvPicPr>
        <p:blipFill>
          <a:blip r:embed="rId1"/>
          <a:stretch>
            <a:fillRect/>
          </a:stretch>
        </p:blipFill>
        <p:spPr>
          <a:xfrm>
            <a:off x="658368" y="1298448"/>
            <a:ext cx="2432304" cy="1824228"/>
          </a:xfrm>
          <a:prstGeom prst="rect">
            <a:avLst/>
          </a:prstGeom>
        </p:spPr>
      </p:pic>
      <p:sp>
        <p:nvSpPr>
          <p:cNvPr id="5" name="Text 2"/>
          <p:cNvSpPr txBox="1"/>
          <p:nvPr/>
        </p:nvSpPr>
        <p:spPr>
          <a:xfrm>
            <a:off x="685800" y="3429000"/>
            <a:ext cx="2377440" cy="310896"/>
          </a:xfrm>
          <a:prstGeom prst="rect">
            <a:avLst/>
          </a:prstGeom>
          <a:noFill/>
          <a:ln/>
        </p:spPr>
        <p:txBody>
          <a:bodyPr wrap="square" lIns="0" tIns="0" rIns="0" bIns="0" rtlCol="0" anchor="ctr"/>
          <a:lstStyle/>
          <a:p>
            <a:pPr indent="0" marL="0">
              <a:buNone/>
            </a:pPr>
            <a:r>
              <a:rPr lang="en-US" sz="1600" b="1" dirty="0">
                <a:solidFill>
                  <a:schemeClr val="tx2"/>
                </a:solidFill>
              </a:rPr>
              <a:t>Masking tape</a:t>
            </a:r>
            <a:endParaRPr lang="en-US" sz="1600" dirty="0"/>
          </a:p>
        </p:txBody>
      </p:sp>
      <p:sp>
        <p:nvSpPr>
          <p:cNvPr id="6" name="Text 3"/>
          <p:cNvSpPr txBox="1"/>
          <p:nvPr/>
        </p:nvSpPr>
        <p:spPr>
          <a:xfrm>
            <a:off x="685800" y="3749040"/>
            <a:ext cx="2377440" cy="256032"/>
          </a:xfrm>
          <a:prstGeom prst="rect">
            <a:avLst/>
          </a:prstGeom>
          <a:noFill/>
          <a:ln/>
        </p:spPr>
        <p:txBody>
          <a:bodyPr wrap="square" lIns="0" tIns="0" rIns="0" bIns="0" rtlCol="0" anchor="ctr"/>
          <a:lstStyle/>
          <a:p>
            <a:pPr indent="0" marL="0">
              <a:buNone/>
            </a:pPr>
            <a:r>
              <a:rPr lang="en-US" sz="1200" b="1" dirty="0">
                <a:solidFill>
                  <a:srgbClr val="8F5E12"/>
                </a:solidFill>
              </a:rPr>
              <a:t>Steps 1–27</a:t>
            </a:r>
            <a:endParaRPr lang="en-US" sz="1200" dirty="0"/>
          </a:p>
        </p:txBody>
      </p:sp>
      <p:sp>
        <p:nvSpPr>
          <p:cNvPr id="7" name="Text 4"/>
          <p:cNvSpPr txBox="1"/>
          <p:nvPr/>
        </p:nvSpPr>
        <p:spPr>
          <a:xfrm>
            <a:off x="685800" y="4023360"/>
            <a:ext cx="2377440" cy="914400"/>
          </a:xfrm>
          <a:prstGeom prst="rect">
            <a:avLst/>
          </a:prstGeom>
          <a:noFill/>
          <a:ln/>
        </p:spPr>
        <p:txBody>
          <a:bodyPr wrap="square" lIns="0" tIns="0" rIns="0" bIns="0" rtlCol="0" anchor="t"/>
          <a:lstStyle/>
          <a:p>
            <a:pPr indent="0" marL="0">
              <a:buNone/>
            </a:pPr>
            <a:r>
              <a:rPr lang="en-US" sz="1300" dirty="0">
                <a:solidFill>
                  <a:schemeClr val="tx1"/>
                </a:solidFill>
              </a:rPr>
              <a:t>Taped on all four sides, plus a strip across the lower paper that masks the sea area until the mountains are done.</a:t>
            </a:r>
            <a:endParaRPr lang="en-US" sz="1300" dirty="0"/>
          </a:p>
        </p:txBody>
      </p:sp>
      <p:sp>
        <p:nvSpPr>
          <p:cNvPr id="8" name="Shape 5"/>
          <p:cNvSpPr/>
          <p:nvPr/>
        </p:nvSpPr>
        <p:spPr>
          <a:xfrm>
            <a:off x="3355848" y="1188720"/>
            <a:ext cx="2651760" cy="3840480"/>
          </a:xfrm>
          <a:prstGeom prst="roundRect">
            <a:avLst>
              <a:gd name="adj" fmla="val 2759"/>
            </a:avLst>
          </a:prstGeom>
          <a:solidFill>
            <a:srgbClr val="FFFFFF"/>
          </a:solidFill>
          <a:ln/>
          <a:effectLst>
            <a:outerShdw sx="100000" sy="100000" kx="0" ky="0" algn="bl" rotWithShape="0" blurRad="76200" dist="25400" dir="5400000">
              <a:srgbClr val="000000">
                <a:alpha val="12000"/>
              </a:srgbClr>
            </a:outerShdw>
          </a:effectLst>
        </p:spPr>
      </p:sp>
      <p:pic>
        <p:nvPicPr>
          <p:cNvPr id="9" name="Image 1" descr="Round brush, black handle in use">    </p:cNvPr>
          <p:cNvPicPr>
            <a:picLocks noChangeAspect="1"/>
          </p:cNvPicPr>
          <p:nvPr/>
        </p:nvPicPr>
        <p:blipFill>
          <a:blip r:embed="rId2"/>
          <a:stretch>
            <a:fillRect/>
          </a:stretch>
        </p:blipFill>
        <p:spPr>
          <a:xfrm>
            <a:off x="3465576" y="1298448"/>
            <a:ext cx="2432304" cy="1824228"/>
          </a:xfrm>
          <a:prstGeom prst="rect">
            <a:avLst/>
          </a:prstGeom>
        </p:spPr>
      </p:pic>
      <p:sp>
        <p:nvSpPr>
          <p:cNvPr id="10" name="Text 6"/>
          <p:cNvSpPr txBox="1"/>
          <p:nvPr/>
        </p:nvSpPr>
        <p:spPr>
          <a:xfrm>
            <a:off x="3493008" y="3429000"/>
            <a:ext cx="2377440" cy="310896"/>
          </a:xfrm>
          <a:prstGeom prst="rect">
            <a:avLst/>
          </a:prstGeom>
          <a:noFill/>
          <a:ln/>
        </p:spPr>
        <p:txBody>
          <a:bodyPr wrap="square" lIns="0" tIns="0" rIns="0" bIns="0" rtlCol="0" anchor="ctr"/>
          <a:lstStyle/>
          <a:p>
            <a:pPr indent="0" marL="0">
              <a:buNone/>
            </a:pPr>
            <a:r>
              <a:rPr lang="en-US" sz="1600" b="1" dirty="0">
                <a:solidFill>
                  <a:schemeClr val="tx2"/>
                </a:solidFill>
              </a:rPr>
              <a:t>Round brush, black handle</a:t>
            </a:r>
            <a:endParaRPr lang="en-US" sz="1600" dirty="0"/>
          </a:p>
        </p:txBody>
      </p:sp>
      <p:sp>
        <p:nvSpPr>
          <p:cNvPr id="11" name="Text 7"/>
          <p:cNvSpPr txBox="1"/>
          <p:nvPr/>
        </p:nvSpPr>
        <p:spPr>
          <a:xfrm>
            <a:off x="3493008" y="3749040"/>
            <a:ext cx="2377440" cy="256032"/>
          </a:xfrm>
          <a:prstGeom prst="rect">
            <a:avLst/>
          </a:prstGeom>
          <a:noFill/>
          <a:ln/>
        </p:spPr>
        <p:txBody>
          <a:bodyPr wrap="square" lIns="0" tIns="0" rIns="0" bIns="0" rtlCol="0" anchor="ctr"/>
          <a:lstStyle/>
          <a:p>
            <a:pPr indent="0" marL="0">
              <a:buNone/>
            </a:pPr>
            <a:r>
              <a:rPr lang="en-US" sz="1200" b="1" dirty="0">
                <a:solidFill>
                  <a:srgbClr val="8F5E12"/>
                </a:solidFill>
              </a:rPr>
              <a:t>Most paint steps</a:t>
            </a:r>
            <a:endParaRPr lang="en-US" sz="1200" dirty="0"/>
          </a:p>
        </p:txBody>
      </p:sp>
      <p:sp>
        <p:nvSpPr>
          <p:cNvPr id="12" name="Text 8"/>
          <p:cNvSpPr txBox="1"/>
          <p:nvPr/>
        </p:nvSpPr>
        <p:spPr>
          <a:xfrm>
            <a:off x="3493008" y="4023360"/>
            <a:ext cx="2377440" cy="914400"/>
          </a:xfrm>
          <a:prstGeom prst="rect">
            <a:avLst/>
          </a:prstGeom>
          <a:noFill/>
          <a:ln/>
        </p:spPr>
        <p:txBody>
          <a:bodyPr wrap="square" lIns="0" tIns="0" rIns="0" bIns="0" rtlCol="0" anchor="t"/>
          <a:lstStyle/>
          <a:p>
            <a:pPr indent="0" marL="0">
              <a:buNone/>
            </a:pPr>
            <a:r>
              <a:rPr lang="en-US" sz="1300" dirty="0">
                <a:solidFill>
                  <a:schemeClr val="tx1"/>
                </a:solidFill>
              </a:rPr>
              <a:t>A small round brush for the mountains, sea and beach. Sizes are not stated.</a:t>
            </a:r>
            <a:endParaRPr lang="en-US" sz="1300" dirty="0"/>
          </a:p>
        </p:txBody>
      </p:sp>
      <p:sp>
        <p:nvSpPr>
          <p:cNvPr id="13" name="Shape 9"/>
          <p:cNvSpPr/>
          <p:nvPr/>
        </p:nvSpPr>
        <p:spPr>
          <a:xfrm>
            <a:off x="6163056" y="1188720"/>
            <a:ext cx="2651760" cy="3840480"/>
          </a:xfrm>
          <a:prstGeom prst="roundRect">
            <a:avLst>
              <a:gd name="adj" fmla="val 2759"/>
            </a:avLst>
          </a:prstGeom>
          <a:solidFill>
            <a:srgbClr val="FFFFFF"/>
          </a:solidFill>
          <a:ln/>
          <a:effectLst>
            <a:outerShdw sx="100000" sy="100000" kx="0" ky="0" algn="bl" rotWithShape="0" blurRad="76200" dist="25400" dir="5400000">
              <a:srgbClr val="000000">
                <a:alpha val="12000"/>
              </a:srgbClr>
            </a:outerShdw>
          </a:effectLst>
        </p:spPr>
      </p:sp>
      <p:pic>
        <p:nvPicPr>
          <p:cNvPr id="14" name="Image 2" descr="Tissue in use">    </p:cNvPr>
          <p:cNvPicPr>
            <a:picLocks noChangeAspect="1"/>
          </p:cNvPicPr>
          <p:nvPr/>
        </p:nvPicPr>
        <p:blipFill>
          <a:blip r:embed="rId3"/>
          <a:stretch>
            <a:fillRect/>
          </a:stretch>
        </p:blipFill>
        <p:spPr>
          <a:xfrm>
            <a:off x="6272784" y="1298448"/>
            <a:ext cx="2432304" cy="1824228"/>
          </a:xfrm>
          <a:prstGeom prst="rect">
            <a:avLst/>
          </a:prstGeom>
        </p:spPr>
      </p:pic>
      <p:sp>
        <p:nvSpPr>
          <p:cNvPr id="15" name="Text 10"/>
          <p:cNvSpPr txBox="1"/>
          <p:nvPr/>
        </p:nvSpPr>
        <p:spPr>
          <a:xfrm>
            <a:off x="6300216" y="3429000"/>
            <a:ext cx="2377440" cy="310896"/>
          </a:xfrm>
          <a:prstGeom prst="rect">
            <a:avLst/>
          </a:prstGeom>
          <a:noFill/>
          <a:ln/>
        </p:spPr>
        <p:txBody>
          <a:bodyPr wrap="square" lIns="0" tIns="0" rIns="0" bIns="0" rtlCol="0" anchor="ctr"/>
          <a:lstStyle/>
          <a:p>
            <a:pPr indent="0" marL="0">
              <a:buNone/>
            </a:pPr>
            <a:r>
              <a:rPr lang="en-US" sz="1600" b="1" dirty="0">
                <a:solidFill>
                  <a:schemeClr val="tx2"/>
                </a:solidFill>
              </a:rPr>
              <a:t>Tissue</a:t>
            </a:r>
            <a:endParaRPr lang="en-US" sz="1600" dirty="0"/>
          </a:p>
        </p:txBody>
      </p:sp>
      <p:sp>
        <p:nvSpPr>
          <p:cNvPr id="16" name="Text 11"/>
          <p:cNvSpPr txBox="1"/>
          <p:nvPr/>
        </p:nvSpPr>
        <p:spPr>
          <a:xfrm>
            <a:off x="6300216" y="3749040"/>
            <a:ext cx="2377440" cy="256032"/>
          </a:xfrm>
          <a:prstGeom prst="rect">
            <a:avLst/>
          </a:prstGeom>
          <a:noFill/>
          <a:ln/>
        </p:spPr>
        <p:txBody>
          <a:bodyPr wrap="square" lIns="0" tIns="0" rIns="0" bIns="0" rtlCol="0" anchor="ctr"/>
          <a:lstStyle/>
          <a:p>
            <a:pPr indent="0" marL="0">
              <a:buNone/>
            </a:pPr>
            <a:r>
              <a:rPr lang="en-US" sz="1200" b="1" dirty="0">
                <a:solidFill>
                  <a:srgbClr val="8F5E12"/>
                </a:solidFill>
              </a:rPr>
              <a:t>Steps 7–13</a:t>
            </a:r>
            <a:endParaRPr lang="en-US" sz="1200" dirty="0"/>
          </a:p>
        </p:txBody>
      </p:sp>
      <p:sp>
        <p:nvSpPr>
          <p:cNvPr id="17" name="Text 12"/>
          <p:cNvSpPr txBox="1"/>
          <p:nvPr/>
        </p:nvSpPr>
        <p:spPr>
          <a:xfrm>
            <a:off x="6300216" y="4023360"/>
            <a:ext cx="2377440" cy="914400"/>
          </a:xfrm>
          <a:prstGeom prst="rect">
            <a:avLst/>
          </a:prstGeom>
          <a:noFill/>
          <a:ln/>
        </p:spPr>
        <p:txBody>
          <a:bodyPr wrap="square" lIns="0" tIns="0" rIns="0" bIns="0" rtlCol="0" anchor="t"/>
          <a:lstStyle/>
          <a:p>
            <a:pPr indent="0" marL="0">
              <a:buNone/>
            </a:pPr>
            <a:r>
              <a:rPr lang="en-US" sz="1300" dirty="0">
                <a:solidFill>
                  <a:schemeClr val="tx1"/>
                </a:solidFill>
              </a:rPr>
              <a:t>A crumpled tissue pressed onto the wet blue lifts paint and leaves soft cloud shapes.</a:t>
            </a:r>
            <a:endParaRPr lang="en-US" sz="1300" dirty="0"/>
          </a:p>
        </p:txBody>
      </p:sp>
      <p:sp>
        <p:nvSpPr>
          <p:cNvPr id="18" name="Shape 13"/>
          <p:cNvSpPr/>
          <p:nvPr/>
        </p:nvSpPr>
        <p:spPr>
          <a:xfrm>
            <a:off x="8970264" y="1188720"/>
            <a:ext cx="2651760" cy="3840480"/>
          </a:xfrm>
          <a:prstGeom prst="roundRect">
            <a:avLst>
              <a:gd name="adj" fmla="val 2759"/>
            </a:avLst>
          </a:prstGeom>
          <a:solidFill>
            <a:srgbClr val="FFFFFF"/>
          </a:solidFill>
          <a:ln/>
          <a:effectLst>
            <a:outerShdw sx="100000" sy="100000" kx="0" ky="0" algn="bl" rotWithShape="0" blurRad="76200" dist="25400" dir="5400000">
              <a:srgbClr val="000000">
                <a:alpha val="12000"/>
              </a:srgbClr>
            </a:outerShdw>
          </a:effectLst>
        </p:spPr>
      </p:sp>
      <p:pic>
        <p:nvPicPr>
          <p:cNvPr id="19" name="Image 3" descr="Fine black pen in use">    </p:cNvPr>
          <p:cNvPicPr>
            <a:picLocks noChangeAspect="1"/>
          </p:cNvPicPr>
          <p:nvPr/>
        </p:nvPicPr>
        <p:blipFill>
          <a:blip r:embed="rId4"/>
          <a:stretch>
            <a:fillRect/>
          </a:stretch>
        </p:blipFill>
        <p:spPr>
          <a:xfrm>
            <a:off x="9079992" y="1298448"/>
            <a:ext cx="2432304" cy="1824228"/>
          </a:xfrm>
          <a:prstGeom prst="rect">
            <a:avLst/>
          </a:prstGeom>
        </p:spPr>
      </p:pic>
      <p:sp>
        <p:nvSpPr>
          <p:cNvPr id="20" name="Text 14"/>
          <p:cNvSpPr txBox="1"/>
          <p:nvPr/>
        </p:nvSpPr>
        <p:spPr>
          <a:xfrm>
            <a:off x="9107424" y="3429000"/>
            <a:ext cx="2377440" cy="310896"/>
          </a:xfrm>
          <a:prstGeom prst="rect">
            <a:avLst/>
          </a:prstGeom>
          <a:noFill/>
          <a:ln/>
        </p:spPr>
        <p:txBody>
          <a:bodyPr wrap="square" lIns="0" tIns="0" rIns="0" bIns="0" rtlCol="0" anchor="ctr"/>
          <a:lstStyle/>
          <a:p>
            <a:pPr indent="0" marL="0">
              <a:buNone/>
            </a:pPr>
            <a:r>
              <a:rPr lang="en-US" sz="1600" b="1" dirty="0">
                <a:solidFill>
                  <a:schemeClr val="tx2"/>
                </a:solidFill>
              </a:rPr>
              <a:t>Fine black pen</a:t>
            </a:r>
            <a:endParaRPr lang="en-US" sz="1600" dirty="0"/>
          </a:p>
        </p:txBody>
      </p:sp>
      <p:sp>
        <p:nvSpPr>
          <p:cNvPr id="21" name="Text 15"/>
          <p:cNvSpPr txBox="1"/>
          <p:nvPr/>
        </p:nvSpPr>
        <p:spPr>
          <a:xfrm>
            <a:off x="9107424" y="3749040"/>
            <a:ext cx="2377440" cy="256032"/>
          </a:xfrm>
          <a:prstGeom prst="rect">
            <a:avLst/>
          </a:prstGeom>
          <a:noFill/>
          <a:ln/>
        </p:spPr>
        <p:txBody>
          <a:bodyPr wrap="square" lIns="0" tIns="0" rIns="0" bIns="0" rtlCol="0" anchor="ctr"/>
          <a:lstStyle/>
          <a:p>
            <a:pPr indent="0" marL="0">
              <a:buNone/>
            </a:pPr>
            <a:r>
              <a:rPr lang="en-US" sz="1200" b="1" dirty="0">
                <a:solidFill>
                  <a:srgbClr val="8F5E12"/>
                </a:solidFill>
              </a:rPr>
              <a:t>Steps 51–57</a:t>
            </a:r>
            <a:endParaRPr lang="en-US" sz="1200" dirty="0"/>
          </a:p>
        </p:txBody>
      </p:sp>
      <p:sp>
        <p:nvSpPr>
          <p:cNvPr id="22" name="Text 16"/>
          <p:cNvSpPr txBox="1"/>
          <p:nvPr/>
        </p:nvSpPr>
        <p:spPr>
          <a:xfrm>
            <a:off x="9107424" y="4023360"/>
            <a:ext cx="2377440" cy="914400"/>
          </a:xfrm>
          <a:prstGeom prst="rect">
            <a:avLst/>
          </a:prstGeom>
          <a:noFill/>
          <a:ln/>
        </p:spPr>
        <p:txBody>
          <a:bodyPr wrap="square" lIns="0" tIns="0" rIns="0" bIns="0" rtlCol="0" anchor="t"/>
          <a:lstStyle/>
          <a:p>
            <a:pPr indent="0" marL="0">
              <a:buNone/>
            </a:pPr>
            <a:r>
              <a:rPr lang="en-US" sz="1300" dirty="0">
                <a:solidFill>
                  <a:schemeClr val="tx1"/>
                </a:solidFill>
              </a:rPr>
              <a:t>A fine-tip pen labeled Micron 05 draws the birds in black ink.</a:t>
            </a:r>
            <a:endParaRPr lang="en-US" sz="1300" dirty="0"/>
          </a:p>
        </p:txBody>
      </p:sp>
      <p:sp>
        <p:nvSpPr>
          <p:cNvPr id="23" name="Text 17"/>
          <p:cNvSpPr txBox="1"/>
          <p:nvPr/>
        </p:nvSpPr>
        <p:spPr>
          <a:xfrm>
            <a:off x="548640" y="5257800"/>
            <a:ext cx="11064240" cy="868680"/>
          </a:xfrm>
          <a:prstGeom prst="rect">
            <a:avLst/>
          </a:prstGeom>
          <a:noFill/>
          <a:ln/>
        </p:spPr>
        <p:txBody>
          <a:bodyPr wrap="square" lIns="0" tIns="0" rIns="0" bIns="0" rtlCol="0" anchor="t"/>
          <a:lstStyle/>
          <a:p>
            <a:pPr indent="0" marL="0">
              <a:buNone/>
            </a:pPr>
            <a:r>
              <a:rPr lang="en-US" sz="1400" b="1" dirty="0">
                <a:solidFill>
                  <a:schemeClr val="tx2"/>
                </a:solidFill>
              </a:rPr>
              <a:t>Also visible: </a:t>
            </a:r>
            <a:pPr indent="0" marL="0">
              <a:buNone/>
            </a:pPr>
            <a:r>
              <a:rPr lang="en-US" sz="1400" dirty="0">
                <a:solidFill>
                  <a:schemeClr val="tx1"/>
                </a:solidFill>
              </a:rPr>
              <a:t>watercolor paper with a visible grain (the texture that makes light brushing leave tiny white flecks), a small palette of paint, and a work surface. The artist names four pigments in the captions: Prussian blue, Payne's grey, phthalo blue and raw sienna.</a:t>
            </a:r>
            <a:endParaRPr lang="en-US" sz="1400" dirty="0"/>
          </a:p>
        </p:txBody>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Your color palette</a:t>
            </a:r>
            <a:endParaRPr lang="en-US" sz="3000" dirty="0"/>
          </a:p>
        </p:txBody>
      </p:sp>
      <p:sp>
        <p:nvSpPr>
          <p:cNvPr id="3" name="Shape 1"/>
          <p:cNvSpPr/>
          <p:nvPr/>
        </p:nvSpPr>
        <p:spPr>
          <a:xfrm>
            <a:off x="548640" y="1143000"/>
            <a:ext cx="2697480" cy="2240280"/>
          </a:xfrm>
          <a:prstGeom prst="roundRect">
            <a:avLst>
              <a:gd name="adj" fmla="val 3265"/>
            </a:avLst>
          </a:prstGeom>
          <a:solidFill>
            <a:srgbClr val="FFFFFF"/>
          </a:solidFill>
          <a:ln/>
          <a:effectLst>
            <a:outerShdw sx="100000" sy="100000" kx="0" ky="0" algn="bl" rotWithShape="0" blurRad="76200" dist="25400" dir="5400000">
              <a:srgbClr val="000000">
                <a:alpha val="12000"/>
              </a:srgbClr>
            </a:outerShdw>
          </a:effectLst>
        </p:spPr>
      </p:sp>
      <p:sp>
        <p:nvSpPr>
          <p:cNvPr id="4" name="Shape 2"/>
          <p:cNvSpPr/>
          <p:nvPr/>
        </p:nvSpPr>
        <p:spPr>
          <a:xfrm>
            <a:off x="658368" y="1252728"/>
            <a:ext cx="2478024" cy="777240"/>
          </a:xfrm>
          <a:prstGeom prst="roundRect">
            <a:avLst>
              <a:gd name="adj" fmla="val 7059"/>
            </a:avLst>
          </a:prstGeom>
          <a:solidFill>
            <a:srgbClr val="5E95AE"/>
          </a:solidFill>
          <a:ln w="9525">
            <a:solidFill>
              <a:srgbClr val="C9D3D9"/>
            </a:solidFill>
            <a:prstDash val="solid"/>
          </a:ln>
        </p:spPr>
      </p:sp>
      <p:sp>
        <p:nvSpPr>
          <p:cNvPr id="5" name="Text 3"/>
          <p:cNvSpPr txBox="1"/>
          <p:nvPr/>
        </p:nvSpPr>
        <p:spPr>
          <a:xfrm>
            <a:off x="685800" y="2121408"/>
            <a:ext cx="2423160" cy="1188720"/>
          </a:xfrm>
          <a:prstGeom prst="rect">
            <a:avLst/>
          </a:prstGeom>
          <a:noFill/>
          <a:ln/>
        </p:spPr>
        <p:txBody>
          <a:bodyPr wrap="square" lIns="0" tIns="0" rIns="0" bIns="0" rtlCol="0" anchor="t"/>
          <a:lstStyle/>
          <a:p>
            <a:pPr indent="0" marL="0">
              <a:buNone/>
            </a:pPr>
            <a:r>
              <a:rPr lang="en-US" sz="1600" b="1" dirty="0">
                <a:solidFill>
                  <a:schemeClr val="tx2"/>
                </a:solidFill>
              </a:rPr>
              <a:t>Prussian blue</a:t>
            </a:r>
            <a:endParaRPr lang="en-US" sz="1600" dirty="0"/>
          </a:p>
          <a:p>
            <a:pPr indent="0" marL="0">
              <a:buNone/>
            </a:pPr>
            <a:r>
              <a:rPr lang="en-US" sz="1100" b="1" dirty="0">
                <a:solidFill>
                  <a:srgbClr val="8F5E12"/>
                </a:solidFill>
              </a:rPr>
              <a:t>Named in the artist's captions</a:t>
            </a:r>
            <a:endParaRPr lang="en-US" sz="1600" dirty="0"/>
          </a:p>
          <a:p>
            <a:pPr indent="0" marL="0">
              <a:buNone/>
            </a:pPr>
            <a:r>
              <a:rPr lang="en-US" sz="1100" dirty="0">
                <a:solidFill>
                  <a:srgbClr val="4A5058"/>
                </a:solidFill>
              </a:rPr>
              <a:t>#5E95AE  ·  Steps 3–16</a:t>
            </a:r>
            <a:endParaRPr lang="en-US" sz="1600" dirty="0"/>
          </a:p>
          <a:p>
            <a:pPr indent="0" marL="0">
              <a:buNone/>
            </a:pPr>
            <a:r>
              <a:rPr lang="en-US" sz="1300" dirty="0">
                <a:solidFill>
                  <a:schemeClr val="tx1"/>
                </a:solidFill>
              </a:rPr>
              <a:t>Sky wash, cloud shadows</a:t>
            </a:r>
            <a:endParaRPr lang="en-US" sz="1600" dirty="0"/>
          </a:p>
        </p:txBody>
      </p:sp>
      <p:sp>
        <p:nvSpPr>
          <p:cNvPr id="6" name="Shape 4"/>
          <p:cNvSpPr/>
          <p:nvPr/>
        </p:nvSpPr>
        <p:spPr>
          <a:xfrm>
            <a:off x="3337560" y="1143000"/>
            <a:ext cx="2697480" cy="2240280"/>
          </a:xfrm>
          <a:prstGeom prst="roundRect">
            <a:avLst>
              <a:gd name="adj" fmla="val 3265"/>
            </a:avLst>
          </a:prstGeom>
          <a:solidFill>
            <a:srgbClr val="FFFFFF"/>
          </a:solidFill>
          <a:ln/>
          <a:effectLst>
            <a:outerShdw sx="100000" sy="100000" kx="0" ky="0" algn="bl" rotWithShape="0" blurRad="76200" dist="25400" dir="5400000">
              <a:srgbClr val="000000">
                <a:alpha val="12000"/>
              </a:srgbClr>
            </a:outerShdw>
          </a:effectLst>
        </p:spPr>
      </p:sp>
      <p:sp>
        <p:nvSpPr>
          <p:cNvPr id="7" name="Shape 5"/>
          <p:cNvSpPr/>
          <p:nvPr/>
        </p:nvSpPr>
        <p:spPr>
          <a:xfrm>
            <a:off x="3447288" y="1252728"/>
            <a:ext cx="2478024" cy="777240"/>
          </a:xfrm>
          <a:prstGeom prst="roundRect">
            <a:avLst>
              <a:gd name="adj" fmla="val 7059"/>
            </a:avLst>
          </a:prstGeom>
          <a:solidFill>
            <a:srgbClr val="BFCBC7"/>
          </a:solidFill>
          <a:ln w="9525">
            <a:solidFill>
              <a:srgbClr val="C9D3D9"/>
            </a:solidFill>
            <a:prstDash val="solid"/>
          </a:ln>
        </p:spPr>
      </p:sp>
      <p:sp>
        <p:nvSpPr>
          <p:cNvPr id="8" name="Text 6"/>
          <p:cNvSpPr txBox="1"/>
          <p:nvPr/>
        </p:nvSpPr>
        <p:spPr>
          <a:xfrm>
            <a:off x="3474720" y="2121408"/>
            <a:ext cx="2423160" cy="1188720"/>
          </a:xfrm>
          <a:prstGeom prst="rect">
            <a:avLst/>
          </a:prstGeom>
          <a:noFill/>
          <a:ln/>
        </p:spPr>
        <p:txBody>
          <a:bodyPr wrap="square" lIns="0" tIns="0" rIns="0" bIns="0" rtlCol="0" anchor="t"/>
          <a:lstStyle/>
          <a:p>
            <a:pPr indent="0" marL="0">
              <a:buNone/>
            </a:pPr>
            <a:r>
              <a:rPr lang="en-US" sz="1600" b="1" dirty="0">
                <a:solidFill>
                  <a:schemeClr val="tx2"/>
                </a:solidFill>
              </a:rPr>
              <a:t>Prussian blue, diluted</a:t>
            </a:r>
            <a:endParaRPr lang="en-US" sz="1600" dirty="0"/>
          </a:p>
          <a:p>
            <a:pPr indent="0" marL="0">
              <a:buNone/>
            </a:pPr>
            <a:r>
              <a:rPr lang="en-US" sz="1100" b="1" dirty="0">
                <a:solidFill>
                  <a:srgbClr val="8F5E12"/>
                </a:solidFill>
              </a:rPr>
              <a:t>Named in the artist's captions</a:t>
            </a:r>
            <a:endParaRPr lang="en-US" sz="1600" dirty="0"/>
          </a:p>
          <a:p>
            <a:pPr indent="0" marL="0">
              <a:buNone/>
            </a:pPr>
            <a:r>
              <a:rPr lang="en-US" sz="1100" dirty="0">
                <a:solidFill>
                  <a:srgbClr val="4A5058"/>
                </a:solidFill>
              </a:rPr>
              <a:t>#BFCBC7  ·  Steps 18–22</a:t>
            </a:r>
            <a:endParaRPr lang="en-US" sz="1600" dirty="0"/>
          </a:p>
          <a:p>
            <a:pPr indent="0" marL="0">
              <a:buNone/>
            </a:pPr>
            <a:r>
              <a:rPr lang="en-US" sz="1300" dirty="0">
                <a:solidFill>
                  <a:schemeClr val="tx1"/>
                </a:solidFill>
              </a:rPr>
              <a:t>Pale background mountains</a:t>
            </a:r>
            <a:endParaRPr lang="en-US" sz="1600" dirty="0"/>
          </a:p>
        </p:txBody>
      </p:sp>
      <p:sp>
        <p:nvSpPr>
          <p:cNvPr id="9" name="Shape 7"/>
          <p:cNvSpPr/>
          <p:nvPr/>
        </p:nvSpPr>
        <p:spPr>
          <a:xfrm>
            <a:off x="6126480" y="1143000"/>
            <a:ext cx="2697480" cy="2240280"/>
          </a:xfrm>
          <a:prstGeom prst="roundRect">
            <a:avLst>
              <a:gd name="adj" fmla="val 3265"/>
            </a:avLst>
          </a:prstGeom>
          <a:solidFill>
            <a:srgbClr val="FFFFFF"/>
          </a:solidFill>
          <a:ln/>
          <a:effectLst>
            <a:outerShdw sx="100000" sy="100000" kx="0" ky="0" algn="bl" rotWithShape="0" blurRad="76200" dist="25400" dir="5400000">
              <a:srgbClr val="000000">
                <a:alpha val="12000"/>
              </a:srgbClr>
            </a:outerShdw>
          </a:effectLst>
        </p:spPr>
      </p:sp>
      <p:sp>
        <p:nvSpPr>
          <p:cNvPr id="10" name="Shape 8"/>
          <p:cNvSpPr/>
          <p:nvPr/>
        </p:nvSpPr>
        <p:spPr>
          <a:xfrm>
            <a:off x="6236208" y="1252728"/>
            <a:ext cx="2478024" cy="777240"/>
          </a:xfrm>
          <a:prstGeom prst="roundRect">
            <a:avLst>
              <a:gd name="adj" fmla="val 7059"/>
            </a:avLst>
          </a:prstGeom>
          <a:solidFill>
            <a:srgbClr val="344556"/>
          </a:solidFill>
          <a:ln w="9525">
            <a:solidFill>
              <a:srgbClr val="C9D3D9"/>
            </a:solidFill>
            <a:prstDash val="solid"/>
          </a:ln>
        </p:spPr>
      </p:sp>
      <p:sp>
        <p:nvSpPr>
          <p:cNvPr id="11" name="Text 9"/>
          <p:cNvSpPr txBox="1"/>
          <p:nvPr/>
        </p:nvSpPr>
        <p:spPr>
          <a:xfrm>
            <a:off x="6263640" y="2121408"/>
            <a:ext cx="2423160" cy="1188720"/>
          </a:xfrm>
          <a:prstGeom prst="rect">
            <a:avLst/>
          </a:prstGeom>
          <a:noFill/>
          <a:ln/>
        </p:spPr>
        <p:txBody>
          <a:bodyPr wrap="square" lIns="0" tIns="0" rIns="0" bIns="0" rtlCol="0" anchor="t"/>
          <a:lstStyle/>
          <a:p>
            <a:pPr indent="0" marL="0">
              <a:buNone/>
            </a:pPr>
            <a:r>
              <a:rPr lang="en-US" sz="1600" b="1" dirty="0">
                <a:solidFill>
                  <a:schemeClr val="tx2"/>
                </a:solidFill>
              </a:rPr>
              <a:t>Payne's grey</a:t>
            </a:r>
            <a:endParaRPr lang="en-US" sz="1600" dirty="0"/>
          </a:p>
          <a:p>
            <a:pPr indent="0" marL="0">
              <a:buNone/>
            </a:pPr>
            <a:r>
              <a:rPr lang="en-US" sz="1100" b="1" dirty="0">
                <a:solidFill>
                  <a:srgbClr val="8F5E12"/>
                </a:solidFill>
              </a:rPr>
              <a:t>Named in the artist's captions</a:t>
            </a:r>
            <a:endParaRPr lang="en-US" sz="1600" dirty="0"/>
          </a:p>
          <a:p>
            <a:pPr indent="0" marL="0">
              <a:buNone/>
            </a:pPr>
            <a:r>
              <a:rPr lang="en-US" sz="1100" dirty="0">
                <a:solidFill>
                  <a:srgbClr val="4A5058"/>
                </a:solidFill>
              </a:rPr>
              <a:t>#344556  ·  Steps 24–27, 46</a:t>
            </a:r>
            <a:endParaRPr lang="en-US" sz="1600" dirty="0"/>
          </a:p>
          <a:p>
            <a:pPr indent="0" marL="0">
              <a:buNone/>
            </a:pPr>
            <a:r>
              <a:rPr lang="en-US" sz="1300" dirty="0">
                <a:solidFill>
                  <a:schemeClr val="tx1"/>
                </a:solidFill>
              </a:rPr>
              <a:t>Dark near mountains</a:t>
            </a:r>
            <a:endParaRPr lang="en-US" sz="1600" dirty="0"/>
          </a:p>
        </p:txBody>
      </p:sp>
      <p:sp>
        <p:nvSpPr>
          <p:cNvPr id="12" name="Shape 10"/>
          <p:cNvSpPr/>
          <p:nvPr/>
        </p:nvSpPr>
        <p:spPr>
          <a:xfrm>
            <a:off x="8915400" y="1143000"/>
            <a:ext cx="2697480" cy="2240280"/>
          </a:xfrm>
          <a:prstGeom prst="roundRect">
            <a:avLst>
              <a:gd name="adj" fmla="val 3265"/>
            </a:avLst>
          </a:prstGeom>
          <a:solidFill>
            <a:srgbClr val="FFFFFF"/>
          </a:solidFill>
          <a:ln/>
          <a:effectLst>
            <a:outerShdw sx="100000" sy="100000" kx="0" ky="0" algn="bl" rotWithShape="0" blurRad="76200" dist="25400" dir="5400000">
              <a:srgbClr val="000000">
                <a:alpha val="12000"/>
              </a:srgbClr>
            </a:outerShdw>
          </a:effectLst>
        </p:spPr>
      </p:sp>
      <p:sp>
        <p:nvSpPr>
          <p:cNvPr id="13" name="Shape 11"/>
          <p:cNvSpPr/>
          <p:nvPr/>
        </p:nvSpPr>
        <p:spPr>
          <a:xfrm>
            <a:off x="9025128" y="1252728"/>
            <a:ext cx="2478024" cy="777240"/>
          </a:xfrm>
          <a:prstGeom prst="roundRect">
            <a:avLst>
              <a:gd name="adj" fmla="val 7059"/>
            </a:avLst>
          </a:prstGeom>
          <a:solidFill>
            <a:srgbClr val="67A6CC"/>
          </a:solidFill>
          <a:ln w="9525">
            <a:solidFill>
              <a:srgbClr val="C9D3D9"/>
            </a:solidFill>
            <a:prstDash val="solid"/>
          </a:ln>
        </p:spPr>
      </p:sp>
      <p:sp>
        <p:nvSpPr>
          <p:cNvPr id="14" name="Text 12"/>
          <p:cNvSpPr txBox="1"/>
          <p:nvPr/>
        </p:nvSpPr>
        <p:spPr>
          <a:xfrm>
            <a:off x="9052560" y="2121408"/>
            <a:ext cx="2423160" cy="1188720"/>
          </a:xfrm>
          <a:prstGeom prst="rect">
            <a:avLst/>
          </a:prstGeom>
          <a:noFill/>
          <a:ln/>
        </p:spPr>
        <p:txBody>
          <a:bodyPr wrap="square" lIns="0" tIns="0" rIns="0" bIns="0" rtlCol="0" anchor="t"/>
          <a:lstStyle/>
          <a:p>
            <a:pPr indent="0" marL="0">
              <a:buNone/>
            </a:pPr>
            <a:r>
              <a:rPr lang="en-US" sz="1600" b="1" dirty="0">
                <a:solidFill>
                  <a:schemeClr val="tx2"/>
                </a:solidFill>
              </a:rPr>
              <a:t>Phthalo blue</a:t>
            </a:r>
            <a:endParaRPr lang="en-US" sz="1600" dirty="0"/>
          </a:p>
          <a:p>
            <a:pPr indent="0" marL="0">
              <a:buNone/>
            </a:pPr>
            <a:r>
              <a:rPr lang="en-US" sz="1100" b="1" dirty="0">
                <a:solidFill>
                  <a:srgbClr val="8F5E12"/>
                </a:solidFill>
              </a:rPr>
              <a:t>Named in the artist's captions</a:t>
            </a:r>
            <a:endParaRPr lang="en-US" sz="1600" dirty="0"/>
          </a:p>
          <a:p>
            <a:pPr indent="0" marL="0">
              <a:buNone/>
            </a:pPr>
            <a:r>
              <a:rPr lang="en-US" sz="1100" dirty="0">
                <a:solidFill>
                  <a:srgbClr val="4A5058"/>
                </a:solidFill>
              </a:rPr>
              <a:t>#67A6CC  ·  Steps 28–33, 38, 41–50</a:t>
            </a:r>
            <a:endParaRPr lang="en-US" sz="1600" dirty="0"/>
          </a:p>
          <a:p>
            <a:pPr indent="0" marL="0">
              <a:buNone/>
            </a:pPr>
            <a:r>
              <a:rPr lang="en-US" sz="1300" dirty="0">
                <a:solidFill>
                  <a:schemeClr val="tx1"/>
                </a:solidFill>
              </a:rPr>
              <a:t>The sea</a:t>
            </a:r>
            <a:endParaRPr lang="en-US" sz="1600" dirty="0"/>
          </a:p>
        </p:txBody>
      </p:sp>
      <p:sp>
        <p:nvSpPr>
          <p:cNvPr id="15" name="Shape 13"/>
          <p:cNvSpPr/>
          <p:nvPr/>
        </p:nvSpPr>
        <p:spPr>
          <a:xfrm>
            <a:off x="548640" y="3520440"/>
            <a:ext cx="2697480" cy="2240280"/>
          </a:xfrm>
          <a:prstGeom prst="roundRect">
            <a:avLst>
              <a:gd name="adj" fmla="val 3265"/>
            </a:avLst>
          </a:prstGeom>
          <a:solidFill>
            <a:srgbClr val="FFFFFF"/>
          </a:solidFill>
          <a:ln/>
          <a:effectLst>
            <a:outerShdw sx="100000" sy="100000" kx="0" ky="0" algn="bl" rotWithShape="0" blurRad="76200" dist="25400" dir="5400000">
              <a:srgbClr val="000000">
                <a:alpha val="12000"/>
              </a:srgbClr>
            </a:outerShdw>
          </a:effectLst>
        </p:spPr>
      </p:sp>
      <p:sp>
        <p:nvSpPr>
          <p:cNvPr id="16" name="Shape 14"/>
          <p:cNvSpPr/>
          <p:nvPr/>
        </p:nvSpPr>
        <p:spPr>
          <a:xfrm>
            <a:off x="658368" y="3630168"/>
            <a:ext cx="2478024" cy="777240"/>
          </a:xfrm>
          <a:prstGeom prst="roundRect">
            <a:avLst>
              <a:gd name="adj" fmla="val 7059"/>
            </a:avLst>
          </a:prstGeom>
          <a:solidFill>
            <a:srgbClr val="D7B47C"/>
          </a:solidFill>
          <a:ln w="9525">
            <a:solidFill>
              <a:srgbClr val="C9D3D9"/>
            </a:solidFill>
            <a:prstDash val="solid"/>
          </a:ln>
        </p:spPr>
      </p:sp>
      <p:sp>
        <p:nvSpPr>
          <p:cNvPr id="17" name="Text 15"/>
          <p:cNvSpPr txBox="1"/>
          <p:nvPr/>
        </p:nvSpPr>
        <p:spPr>
          <a:xfrm>
            <a:off x="685800" y="4498848"/>
            <a:ext cx="2423160" cy="1188720"/>
          </a:xfrm>
          <a:prstGeom prst="rect">
            <a:avLst/>
          </a:prstGeom>
          <a:noFill/>
          <a:ln/>
        </p:spPr>
        <p:txBody>
          <a:bodyPr wrap="square" lIns="0" tIns="0" rIns="0" bIns="0" rtlCol="0" anchor="t"/>
          <a:lstStyle/>
          <a:p>
            <a:pPr indent="0" marL="0">
              <a:buNone/>
            </a:pPr>
            <a:r>
              <a:rPr lang="en-US" sz="1600" b="1" dirty="0">
                <a:solidFill>
                  <a:schemeClr val="tx2"/>
                </a:solidFill>
              </a:rPr>
              <a:t>Raw sienna</a:t>
            </a:r>
            <a:endParaRPr lang="en-US" sz="1600" dirty="0"/>
          </a:p>
          <a:p>
            <a:pPr indent="0" marL="0">
              <a:buNone/>
            </a:pPr>
            <a:r>
              <a:rPr lang="en-US" sz="1100" b="1" dirty="0">
                <a:solidFill>
                  <a:srgbClr val="8F5E12"/>
                </a:solidFill>
              </a:rPr>
              <a:t>Named in the artist's captions</a:t>
            </a:r>
            <a:endParaRPr lang="en-US" sz="1600" dirty="0"/>
          </a:p>
          <a:p>
            <a:pPr indent="0" marL="0">
              <a:buNone/>
            </a:pPr>
            <a:r>
              <a:rPr lang="en-US" sz="1100" dirty="0">
                <a:solidFill>
                  <a:srgbClr val="4A5058"/>
                </a:solidFill>
              </a:rPr>
              <a:t>#D7B47C  ·  Steps 34–41, 47, 49–50</a:t>
            </a:r>
            <a:endParaRPr lang="en-US" sz="1600" dirty="0"/>
          </a:p>
          <a:p>
            <a:pPr indent="0" marL="0">
              <a:buNone/>
            </a:pPr>
            <a:r>
              <a:rPr lang="en-US" sz="1300" dirty="0">
                <a:solidFill>
                  <a:schemeClr val="tx1"/>
                </a:solidFill>
              </a:rPr>
              <a:t>The beach</a:t>
            </a:r>
            <a:endParaRPr lang="en-US" sz="1600" dirty="0"/>
          </a:p>
        </p:txBody>
      </p:sp>
      <p:sp>
        <p:nvSpPr>
          <p:cNvPr id="18" name="Shape 16"/>
          <p:cNvSpPr/>
          <p:nvPr/>
        </p:nvSpPr>
        <p:spPr>
          <a:xfrm>
            <a:off x="3337560" y="3520440"/>
            <a:ext cx="2697480" cy="2240280"/>
          </a:xfrm>
          <a:prstGeom prst="roundRect">
            <a:avLst>
              <a:gd name="adj" fmla="val 3265"/>
            </a:avLst>
          </a:prstGeom>
          <a:solidFill>
            <a:srgbClr val="FFFFFF"/>
          </a:solidFill>
          <a:ln/>
          <a:effectLst>
            <a:outerShdw sx="100000" sy="100000" kx="0" ky="0" algn="bl" rotWithShape="0" blurRad="76200" dist="25400" dir="5400000">
              <a:srgbClr val="000000">
                <a:alpha val="12000"/>
              </a:srgbClr>
            </a:outerShdw>
          </a:effectLst>
        </p:spPr>
      </p:sp>
      <p:sp>
        <p:nvSpPr>
          <p:cNvPr id="19" name="Shape 17"/>
          <p:cNvSpPr/>
          <p:nvPr/>
        </p:nvSpPr>
        <p:spPr>
          <a:xfrm>
            <a:off x="3447288" y="3630168"/>
            <a:ext cx="2478024" cy="777240"/>
          </a:xfrm>
          <a:prstGeom prst="roundRect">
            <a:avLst>
              <a:gd name="adj" fmla="val 7059"/>
            </a:avLst>
          </a:prstGeom>
          <a:solidFill>
            <a:srgbClr val="314343"/>
          </a:solidFill>
          <a:ln w="9525">
            <a:solidFill>
              <a:srgbClr val="C9D3D9"/>
            </a:solidFill>
            <a:prstDash val="solid"/>
          </a:ln>
        </p:spPr>
      </p:sp>
      <p:sp>
        <p:nvSpPr>
          <p:cNvPr id="20" name="Text 18"/>
          <p:cNvSpPr txBox="1"/>
          <p:nvPr/>
        </p:nvSpPr>
        <p:spPr>
          <a:xfrm>
            <a:off x="3474720" y="4498848"/>
            <a:ext cx="2423160" cy="1188720"/>
          </a:xfrm>
          <a:prstGeom prst="rect">
            <a:avLst/>
          </a:prstGeom>
          <a:noFill/>
          <a:ln/>
        </p:spPr>
        <p:txBody>
          <a:bodyPr wrap="square" lIns="0" tIns="0" rIns="0" bIns="0" rtlCol="0" anchor="t"/>
          <a:lstStyle/>
          <a:p>
            <a:pPr indent="0" marL="0">
              <a:buNone/>
            </a:pPr>
            <a:r>
              <a:rPr lang="en-US" sz="1600" b="1" dirty="0">
                <a:solidFill>
                  <a:schemeClr val="tx2"/>
                </a:solidFill>
              </a:rPr>
              <a:t>Black fine-tip pen</a:t>
            </a:r>
            <a:endParaRPr lang="en-US" sz="1600" dirty="0"/>
          </a:p>
          <a:p>
            <a:pPr indent="0" marL="0">
              <a:buNone/>
            </a:pPr>
            <a:r>
              <a:rPr lang="en-US" sz="1100" b="1" dirty="0">
                <a:solidFill>
                  <a:srgbClr val="8F5E12"/>
                </a:solidFill>
              </a:rPr>
              <a:t>Not a paint</a:t>
            </a:r>
            <a:endParaRPr lang="en-US" sz="1600" dirty="0"/>
          </a:p>
          <a:p>
            <a:pPr indent="0" marL="0">
              <a:buNone/>
            </a:pPr>
            <a:r>
              <a:rPr lang="en-US" sz="1100" dirty="0">
                <a:solidFill>
                  <a:srgbClr val="4A5058"/>
                </a:solidFill>
              </a:rPr>
              <a:t>#314343  ·  Steps 51–57</a:t>
            </a:r>
            <a:endParaRPr lang="en-US" sz="1600" dirty="0"/>
          </a:p>
          <a:p>
            <a:pPr indent="0" marL="0">
              <a:buNone/>
            </a:pPr>
            <a:r>
              <a:rPr lang="en-US" sz="1300" dirty="0">
                <a:solidFill>
                  <a:schemeClr val="tx1"/>
                </a:solidFill>
              </a:rPr>
              <a:t>The birds (ink, not paint)</a:t>
            </a:r>
            <a:endParaRPr lang="en-US" sz="1600" dirty="0"/>
          </a:p>
        </p:txBody>
      </p:sp>
      <p:sp>
        <p:nvSpPr>
          <p:cNvPr id="21" name="Shape 19"/>
          <p:cNvSpPr/>
          <p:nvPr/>
        </p:nvSpPr>
        <p:spPr>
          <a:xfrm>
            <a:off x="6126480" y="3520440"/>
            <a:ext cx="2697480" cy="2240280"/>
          </a:xfrm>
          <a:prstGeom prst="roundRect">
            <a:avLst>
              <a:gd name="adj" fmla="val 3265"/>
            </a:avLst>
          </a:prstGeom>
          <a:solidFill>
            <a:srgbClr val="FFFFFF"/>
          </a:solidFill>
          <a:ln/>
          <a:effectLst>
            <a:outerShdw sx="100000" sy="100000" kx="0" ky="0" algn="bl" rotWithShape="0" blurRad="76200" dist="25400" dir="5400000">
              <a:srgbClr val="000000">
                <a:alpha val="12000"/>
              </a:srgbClr>
            </a:outerShdw>
          </a:effectLst>
        </p:spPr>
      </p:sp>
      <p:sp>
        <p:nvSpPr>
          <p:cNvPr id="22" name="Shape 20"/>
          <p:cNvSpPr/>
          <p:nvPr/>
        </p:nvSpPr>
        <p:spPr>
          <a:xfrm>
            <a:off x="6236208" y="3630168"/>
            <a:ext cx="2478024" cy="777240"/>
          </a:xfrm>
          <a:prstGeom prst="roundRect">
            <a:avLst>
              <a:gd name="adj" fmla="val 7059"/>
            </a:avLst>
          </a:prstGeom>
          <a:solidFill>
            <a:srgbClr val="DEDED6"/>
          </a:solidFill>
          <a:ln w="9525">
            <a:solidFill>
              <a:srgbClr val="C9D3D9"/>
            </a:solidFill>
            <a:prstDash val="solid"/>
          </a:ln>
        </p:spPr>
      </p:sp>
      <p:sp>
        <p:nvSpPr>
          <p:cNvPr id="23" name="Text 21"/>
          <p:cNvSpPr txBox="1"/>
          <p:nvPr/>
        </p:nvSpPr>
        <p:spPr>
          <a:xfrm>
            <a:off x="6263640" y="4498848"/>
            <a:ext cx="2423160" cy="1188720"/>
          </a:xfrm>
          <a:prstGeom prst="rect">
            <a:avLst/>
          </a:prstGeom>
          <a:noFill/>
          <a:ln/>
        </p:spPr>
        <p:txBody>
          <a:bodyPr wrap="square" lIns="0" tIns="0" rIns="0" bIns="0" rtlCol="0" anchor="t"/>
          <a:lstStyle/>
          <a:p>
            <a:pPr indent="0" marL="0">
              <a:buNone/>
            </a:pPr>
            <a:r>
              <a:rPr lang="en-US" sz="1600" b="1" dirty="0">
                <a:solidFill>
                  <a:schemeClr val="tx2"/>
                </a:solidFill>
              </a:rPr>
              <a:t>Paper white</a:t>
            </a:r>
            <a:endParaRPr lang="en-US" sz="1600" dirty="0"/>
          </a:p>
          <a:p>
            <a:pPr indent="0" marL="0">
              <a:buNone/>
            </a:pPr>
            <a:r>
              <a:rPr lang="en-US" sz="1100" b="1" dirty="0">
                <a:solidFill>
                  <a:srgbClr val="8F5E12"/>
                </a:solidFill>
              </a:rPr>
              <a:t>Not a paint</a:t>
            </a:r>
            <a:endParaRPr lang="en-US" sz="1600" dirty="0"/>
          </a:p>
          <a:p>
            <a:pPr indent="0" marL="0">
              <a:buNone/>
            </a:pPr>
            <a:r>
              <a:rPr lang="en-US" sz="1100" dirty="0">
                <a:solidFill>
                  <a:srgbClr val="4A5058"/>
                </a:solidFill>
              </a:rPr>
              <a:t>#DEDED6  ·  Unpainted paper</a:t>
            </a:r>
            <a:endParaRPr lang="en-US" sz="1600" dirty="0"/>
          </a:p>
          <a:p>
            <a:pPr indent="0" marL="0">
              <a:buNone/>
            </a:pPr>
            <a:r>
              <a:rPr lang="en-US" sz="1300" dirty="0">
                <a:solidFill>
                  <a:schemeClr val="tx1"/>
                </a:solidFill>
              </a:rPr>
              <a:t>Clouds, wave flecks, horizon line</a:t>
            </a:r>
            <a:endParaRPr lang="en-US" sz="1600" dirty="0"/>
          </a:p>
        </p:txBody>
      </p:sp>
      <p:sp>
        <p:nvSpPr>
          <p:cNvPr id="24" name="Shape 22"/>
          <p:cNvSpPr/>
          <p:nvPr/>
        </p:nvSpPr>
        <p:spPr>
          <a:xfrm>
            <a:off x="8915400" y="3520440"/>
            <a:ext cx="2697480" cy="2240280"/>
          </a:xfrm>
          <a:prstGeom prst="roundRect">
            <a:avLst>
              <a:gd name="adj" fmla="val 3265"/>
            </a:avLst>
          </a:prstGeom>
          <a:solidFill>
            <a:srgbClr val="DCE7EE"/>
          </a:solidFill>
          <a:ln/>
        </p:spPr>
      </p:sp>
      <p:sp>
        <p:nvSpPr>
          <p:cNvPr id="25" name="Text 23"/>
          <p:cNvSpPr txBox="1"/>
          <p:nvPr/>
        </p:nvSpPr>
        <p:spPr>
          <a:xfrm>
            <a:off x="9052560" y="3657600"/>
            <a:ext cx="2423160" cy="1965960"/>
          </a:xfrm>
          <a:prstGeom prst="rect">
            <a:avLst/>
          </a:prstGeom>
          <a:noFill/>
          <a:ln/>
        </p:spPr>
        <p:txBody>
          <a:bodyPr wrap="square" lIns="0" tIns="0" rIns="0" bIns="0" rtlCol="0" anchor="t"/>
          <a:lstStyle/>
          <a:p>
            <a:pPr indent="0" marL="0">
              <a:buNone/>
            </a:pPr>
            <a:r>
              <a:rPr lang="en-US" sz="1500" b="1" dirty="0">
                <a:solidFill>
                  <a:schemeClr val="tx2"/>
                </a:solidFill>
              </a:rPr>
              <a:t>How to read these</a:t>
            </a:r>
            <a:endParaRPr lang="en-US" sz="1500" dirty="0"/>
          </a:p>
          <a:p>
            <a:pPr indent="0" marL="0">
              <a:buNone/>
            </a:pPr>
            <a:r>
              <a:rPr lang="en-US" sz="1200" dirty="0">
                <a:solidFill>
                  <a:schemeClr val="tx1"/>
                </a:solidFill>
              </a:rPr>
              <a:t>Hex values were sampled from the screenshots, so they will look a little different on your screen and paper. Use them to match by eye, and test on scrap paper first.</a:t>
            </a:r>
            <a:endParaRPr lang="en-US" sz="1500" dirty="0"/>
          </a:p>
        </p:txBody>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tep 1 image" descr="Step 1: Wet the whole painting area first">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426818" cy="292608"/>
          </a:xfrm>
          <a:prstGeom prst="roundRect">
            <a:avLst>
              <a:gd name="adj" fmla="val 31250"/>
            </a:avLst>
          </a:prstGeom>
          <a:solidFill>
            <a:srgbClr val="5A6068"/>
          </a:solidFill>
          <a:ln/>
        </p:spPr>
        <p:txBody>
          <a:bodyPr wrap="square" lIns="0" tIns="0" rIns="0" bIns="0" rtlCol="0" anchor="ctr"/>
          <a:lstStyle/>
          <a:p>
            <a:pPr algn="ctr" indent="0" marL="0">
              <a:buNone/>
            </a:pPr>
            <a:r>
              <a:rPr lang="en-US" sz="1100" b="1" dirty="0">
                <a:solidFill>
                  <a:srgbClr val="FFFFFF"/>
                </a:solidFill>
              </a:rPr>
              <a:t>STAGE 1 · WET THE PAPER</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1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Wet the whole painting area first</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Tape the paper flat on all four sides. In the reel it is already taped down.</a:t>
            </a:r>
            <a:endParaRPr lang="en-US" sz="1500" dirty="0"/>
          </a:p>
          <a:p>
            <a:pPr marL="203200" indent="-203200">
              <a:spcAft>
                <a:spcPts val="600"/>
              </a:spcAft>
              <a:buSzPct val="100000"/>
              <a:buChar char="•"/>
            </a:pPr>
            <a:r>
              <a:rPr lang="en-US" sz="1500" dirty="0">
                <a:solidFill>
                  <a:schemeClr val="tx1"/>
                </a:solidFill>
              </a:rPr>
              <a:t>With a large, soft brush, spread clean water evenly over the area you will paint.</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The caption is “Wet on Wet”: color will spread softly only where the paper is damp.</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NO PAINT YET: CLEAN WATER ONLY</a:t>
            </a:r>
            <a:endParaRPr lang="en-US" sz="1000" dirty="0"/>
          </a:p>
        </p:txBody>
      </p:sp>
      <p:sp>
        <p:nvSpPr>
          <p:cNvPr id="11" name="Shape 8"/>
          <p:cNvSpPr/>
          <p:nvPr/>
        </p:nvSpPr>
        <p:spPr>
          <a:xfrm>
            <a:off x="6242802" y="6140196"/>
            <a:ext cx="155448" cy="155448"/>
          </a:xfrm>
          <a:prstGeom prst="ellipse">
            <a:avLst/>
          </a:prstGeom>
          <a:solidFill>
            <a:srgbClr val="5A6068"/>
          </a:solidFill>
          <a:ln/>
        </p:spPr>
      </p:sp>
      <p:sp>
        <p:nvSpPr>
          <p:cNvPr id="12" name="Shape 9"/>
          <p:cNvSpPr/>
          <p:nvPr/>
        </p:nvSpPr>
        <p:spPr>
          <a:xfrm>
            <a:off x="6379475" y="6190488"/>
            <a:ext cx="54864" cy="54864"/>
          </a:xfrm>
          <a:prstGeom prst="ellipse">
            <a:avLst/>
          </a:prstGeom>
          <a:solidFill>
            <a:srgbClr val="CFD9DF"/>
          </a:solidFill>
          <a:ln/>
        </p:spPr>
      </p:sp>
      <p:sp>
        <p:nvSpPr>
          <p:cNvPr id="13" name="Shape 10"/>
          <p:cNvSpPr/>
          <p:nvPr/>
        </p:nvSpPr>
        <p:spPr>
          <a:xfrm>
            <a:off x="6465855" y="6190488"/>
            <a:ext cx="54864" cy="54864"/>
          </a:xfrm>
          <a:prstGeom prst="ellipse">
            <a:avLst/>
          </a:prstGeom>
          <a:solidFill>
            <a:srgbClr val="CFD9DF"/>
          </a:solidFill>
          <a:ln/>
        </p:spPr>
      </p:sp>
      <p:sp>
        <p:nvSpPr>
          <p:cNvPr id="14" name="Shape 11"/>
          <p:cNvSpPr/>
          <p:nvPr/>
        </p:nvSpPr>
        <p:spPr>
          <a:xfrm>
            <a:off x="6552236" y="6190488"/>
            <a:ext cx="54864" cy="54864"/>
          </a:xfrm>
          <a:prstGeom prst="ellipse">
            <a:avLst/>
          </a:prstGeom>
          <a:solidFill>
            <a:srgbClr val="CFD9DF"/>
          </a:solidFill>
          <a:ln/>
        </p:spPr>
      </p:sp>
      <p:sp>
        <p:nvSpPr>
          <p:cNvPr id="15" name="Shape 12"/>
          <p:cNvSpPr/>
          <p:nvPr/>
        </p:nvSpPr>
        <p:spPr>
          <a:xfrm>
            <a:off x="6638617" y="6190488"/>
            <a:ext cx="54864" cy="54864"/>
          </a:xfrm>
          <a:prstGeom prst="ellipse">
            <a:avLst/>
          </a:prstGeom>
          <a:solidFill>
            <a:srgbClr val="CFD9DF"/>
          </a:solidFill>
          <a:ln/>
        </p:spPr>
      </p:sp>
      <p:sp>
        <p:nvSpPr>
          <p:cNvPr id="16" name="Shape 13"/>
          <p:cNvSpPr/>
          <p:nvPr/>
        </p:nvSpPr>
        <p:spPr>
          <a:xfrm>
            <a:off x="6724997" y="6190488"/>
            <a:ext cx="54864" cy="54864"/>
          </a:xfrm>
          <a:prstGeom prst="ellipse">
            <a:avLst/>
          </a:prstGeom>
          <a:solidFill>
            <a:srgbClr val="CFD9DF"/>
          </a:solidFill>
          <a:ln/>
        </p:spPr>
      </p:sp>
      <p:sp>
        <p:nvSpPr>
          <p:cNvPr id="17" name="Shape 14"/>
          <p:cNvSpPr/>
          <p:nvPr/>
        </p:nvSpPr>
        <p:spPr>
          <a:xfrm>
            <a:off x="6811378" y="6190488"/>
            <a:ext cx="54864" cy="54864"/>
          </a:xfrm>
          <a:prstGeom prst="ellipse">
            <a:avLst/>
          </a:prstGeom>
          <a:solidFill>
            <a:srgbClr val="CFD9DF"/>
          </a:solidFill>
          <a:ln/>
        </p:spPr>
      </p:sp>
      <p:sp>
        <p:nvSpPr>
          <p:cNvPr id="18" name="Shape 15"/>
          <p:cNvSpPr/>
          <p:nvPr/>
        </p:nvSpPr>
        <p:spPr>
          <a:xfrm>
            <a:off x="6897759" y="6190488"/>
            <a:ext cx="54864" cy="54864"/>
          </a:xfrm>
          <a:prstGeom prst="ellipse">
            <a:avLst/>
          </a:prstGeom>
          <a:solidFill>
            <a:srgbClr val="CFD9DF"/>
          </a:solidFill>
          <a:ln/>
        </p:spPr>
      </p:sp>
      <p:sp>
        <p:nvSpPr>
          <p:cNvPr id="19" name="Shape 16"/>
          <p:cNvSpPr/>
          <p:nvPr/>
        </p:nvSpPr>
        <p:spPr>
          <a:xfrm>
            <a:off x="6984139" y="6190488"/>
            <a:ext cx="54864" cy="54864"/>
          </a:xfrm>
          <a:prstGeom prst="ellipse">
            <a:avLst/>
          </a:prstGeom>
          <a:solidFill>
            <a:srgbClr val="CFD9DF"/>
          </a:solidFill>
          <a:ln/>
        </p:spPr>
      </p:sp>
      <p:sp>
        <p:nvSpPr>
          <p:cNvPr id="20" name="Shape 17"/>
          <p:cNvSpPr/>
          <p:nvPr/>
        </p:nvSpPr>
        <p:spPr>
          <a:xfrm>
            <a:off x="7070520" y="6190488"/>
            <a:ext cx="54864" cy="54864"/>
          </a:xfrm>
          <a:prstGeom prst="ellipse">
            <a:avLst/>
          </a:prstGeom>
          <a:solidFill>
            <a:srgbClr val="CFD9DF"/>
          </a:solidFill>
          <a:ln/>
        </p:spPr>
      </p:sp>
      <p:sp>
        <p:nvSpPr>
          <p:cNvPr id="21" name="Shape 18"/>
          <p:cNvSpPr/>
          <p:nvPr/>
        </p:nvSpPr>
        <p:spPr>
          <a:xfrm>
            <a:off x="7156901" y="6190488"/>
            <a:ext cx="54864" cy="54864"/>
          </a:xfrm>
          <a:prstGeom prst="ellipse">
            <a:avLst/>
          </a:prstGeom>
          <a:solidFill>
            <a:srgbClr val="CFD9DF"/>
          </a:solidFill>
          <a:ln/>
        </p:spPr>
      </p:sp>
      <p:sp>
        <p:nvSpPr>
          <p:cNvPr id="22" name="Shape 19"/>
          <p:cNvSpPr/>
          <p:nvPr/>
        </p:nvSpPr>
        <p:spPr>
          <a:xfrm>
            <a:off x="7243281" y="6190488"/>
            <a:ext cx="54864" cy="54864"/>
          </a:xfrm>
          <a:prstGeom prst="ellipse">
            <a:avLst/>
          </a:prstGeom>
          <a:solidFill>
            <a:srgbClr val="CFD9DF"/>
          </a:solidFill>
          <a:ln/>
        </p:spPr>
      </p:sp>
      <p:sp>
        <p:nvSpPr>
          <p:cNvPr id="23" name="Shape 20"/>
          <p:cNvSpPr/>
          <p:nvPr/>
        </p:nvSpPr>
        <p:spPr>
          <a:xfrm>
            <a:off x="7329662" y="6190488"/>
            <a:ext cx="54864" cy="54864"/>
          </a:xfrm>
          <a:prstGeom prst="ellipse">
            <a:avLst/>
          </a:prstGeom>
          <a:solidFill>
            <a:srgbClr val="CFD9DF"/>
          </a:solidFill>
          <a:ln/>
        </p:spPr>
      </p:sp>
      <p:sp>
        <p:nvSpPr>
          <p:cNvPr id="24" name="Shape 21"/>
          <p:cNvSpPr/>
          <p:nvPr/>
        </p:nvSpPr>
        <p:spPr>
          <a:xfrm>
            <a:off x="7416043" y="6190488"/>
            <a:ext cx="54864" cy="54864"/>
          </a:xfrm>
          <a:prstGeom prst="ellipse">
            <a:avLst/>
          </a:prstGeom>
          <a:solidFill>
            <a:srgbClr val="CFD9DF"/>
          </a:solidFill>
          <a:ln/>
        </p:spPr>
      </p:sp>
      <p:sp>
        <p:nvSpPr>
          <p:cNvPr id="25" name="Shape 22"/>
          <p:cNvSpPr/>
          <p:nvPr/>
        </p:nvSpPr>
        <p:spPr>
          <a:xfrm>
            <a:off x="7502423" y="6190488"/>
            <a:ext cx="54864" cy="54864"/>
          </a:xfrm>
          <a:prstGeom prst="ellipse">
            <a:avLst/>
          </a:prstGeom>
          <a:solidFill>
            <a:srgbClr val="CFD9DF"/>
          </a:solidFill>
          <a:ln/>
        </p:spPr>
      </p:sp>
      <p:sp>
        <p:nvSpPr>
          <p:cNvPr id="26" name="Shape 23"/>
          <p:cNvSpPr/>
          <p:nvPr/>
        </p:nvSpPr>
        <p:spPr>
          <a:xfrm>
            <a:off x="7588804" y="6190488"/>
            <a:ext cx="54864" cy="54864"/>
          </a:xfrm>
          <a:prstGeom prst="ellipse">
            <a:avLst/>
          </a:prstGeom>
          <a:solidFill>
            <a:srgbClr val="CFD9DF"/>
          </a:solidFill>
          <a:ln/>
        </p:spPr>
      </p:sp>
      <p:sp>
        <p:nvSpPr>
          <p:cNvPr id="27" name="Shape 24"/>
          <p:cNvSpPr/>
          <p:nvPr/>
        </p:nvSpPr>
        <p:spPr>
          <a:xfrm>
            <a:off x="7675185" y="6190488"/>
            <a:ext cx="54864" cy="54864"/>
          </a:xfrm>
          <a:prstGeom prst="ellipse">
            <a:avLst/>
          </a:prstGeom>
          <a:solidFill>
            <a:srgbClr val="CFD9DF"/>
          </a:solidFill>
          <a:ln/>
        </p:spPr>
      </p:sp>
      <p:sp>
        <p:nvSpPr>
          <p:cNvPr id="28" name="Shape 25"/>
          <p:cNvSpPr/>
          <p:nvPr/>
        </p:nvSpPr>
        <p:spPr>
          <a:xfrm>
            <a:off x="7761565" y="6190488"/>
            <a:ext cx="54864" cy="54864"/>
          </a:xfrm>
          <a:prstGeom prst="ellipse">
            <a:avLst/>
          </a:prstGeom>
          <a:solidFill>
            <a:srgbClr val="CFD9DF"/>
          </a:solidFill>
          <a:ln/>
        </p:spPr>
      </p:sp>
      <p:sp>
        <p:nvSpPr>
          <p:cNvPr id="29" name="Shape 26"/>
          <p:cNvSpPr/>
          <p:nvPr/>
        </p:nvSpPr>
        <p:spPr>
          <a:xfrm>
            <a:off x="7847946" y="6190488"/>
            <a:ext cx="54864" cy="54864"/>
          </a:xfrm>
          <a:prstGeom prst="ellipse">
            <a:avLst/>
          </a:prstGeom>
          <a:solidFill>
            <a:srgbClr val="CFD9DF"/>
          </a:solidFill>
          <a:ln/>
        </p:spPr>
      </p:sp>
      <p:sp>
        <p:nvSpPr>
          <p:cNvPr id="30" name="Shape 27"/>
          <p:cNvSpPr/>
          <p:nvPr/>
        </p:nvSpPr>
        <p:spPr>
          <a:xfrm>
            <a:off x="7934327" y="6190488"/>
            <a:ext cx="54864" cy="54864"/>
          </a:xfrm>
          <a:prstGeom prst="ellipse">
            <a:avLst/>
          </a:prstGeom>
          <a:solidFill>
            <a:srgbClr val="CFD9DF"/>
          </a:solidFill>
          <a:ln/>
        </p:spPr>
      </p:sp>
      <p:sp>
        <p:nvSpPr>
          <p:cNvPr id="31" name="Shape 28"/>
          <p:cNvSpPr/>
          <p:nvPr/>
        </p:nvSpPr>
        <p:spPr>
          <a:xfrm>
            <a:off x="8020707" y="6190488"/>
            <a:ext cx="54864" cy="54864"/>
          </a:xfrm>
          <a:prstGeom prst="ellipse">
            <a:avLst/>
          </a:prstGeom>
          <a:solidFill>
            <a:srgbClr val="CFD9DF"/>
          </a:solidFill>
          <a:ln/>
        </p:spPr>
      </p:sp>
      <p:sp>
        <p:nvSpPr>
          <p:cNvPr id="32" name="Shape 29"/>
          <p:cNvSpPr/>
          <p:nvPr/>
        </p:nvSpPr>
        <p:spPr>
          <a:xfrm>
            <a:off x="8107088" y="6190488"/>
            <a:ext cx="54864" cy="54864"/>
          </a:xfrm>
          <a:prstGeom prst="ellipse">
            <a:avLst/>
          </a:prstGeom>
          <a:solidFill>
            <a:srgbClr val="CFD9DF"/>
          </a:solidFill>
          <a:ln/>
        </p:spPr>
      </p:sp>
      <p:sp>
        <p:nvSpPr>
          <p:cNvPr id="33" name="Shape 30"/>
          <p:cNvSpPr/>
          <p:nvPr/>
        </p:nvSpPr>
        <p:spPr>
          <a:xfrm>
            <a:off x="8193469" y="6190488"/>
            <a:ext cx="54864" cy="54864"/>
          </a:xfrm>
          <a:prstGeom prst="ellipse">
            <a:avLst/>
          </a:prstGeom>
          <a:solidFill>
            <a:srgbClr val="CFD9DF"/>
          </a:solidFill>
          <a:ln/>
        </p:spPr>
      </p:sp>
      <p:sp>
        <p:nvSpPr>
          <p:cNvPr id="34" name="Shape 31"/>
          <p:cNvSpPr/>
          <p:nvPr/>
        </p:nvSpPr>
        <p:spPr>
          <a:xfrm>
            <a:off x="8279849" y="6190488"/>
            <a:ext cx="54864" cy="54864"/>
          </a:xfrm>
          <a:prstGeom prst="ellipse">
            <a:avLst/>
          </a:prstGeom>
          <a:solidFill>
            <a:srgbClr val="CFD9DF"/>
          </a:solidFill>
          <a:ln/>
        </p:spPr>
      </p:sp>
      <p:sp>
        <p:nvSpPr>
          <p:cNvPr id="35" name="Shape 32"/>
          <p:cNvSpPr/>
          <p:nvPr/>
        </p:nvSpPr>
        <p:spPr>
          <a:xfrm>
            <a:off x="8366230" y="6190488"/>
            <a:ext cx="54864" cy="54864"/>
          </a:xfrm>
          <a:prstGeom prst="ellipse">
            <a:avLst/>
          </a:prstGeom>
          <a:solidFill>
            <a:srgbClr val="CFD9DF"/>
          </a:solidFill>
          <a:ln/>
        </p:spPr>
      </p:sp>
      <p:sp>
        <p:nvSpPr>
          <p:cNvPr id="36" name="Shape 33"/>
          <p:cNvSpPr/>
          <p:nvPr/>
        </p:nvSpPr>
        <p:spPr>
          <a:xfrm>
            <a:off x="8452611" y="6190488"/>
            <a:ext cx="54864" cy="54864"/>
          </a:xfrm>
          <a:prstGeom prst="ellipse">
            <a:avLst/>
          </a:prstGeom>
          <a:solidFill>
            <a:srgbClr val="CFD9DF"/>
          </a:solidFill>
          <a:ln/>
        </p:spPr>
      </p:sp>
      <p:sp>
        <p:nvSpPr>
          <p:cNvPr id="37" name="Shape 34"/>
          <p:cNvSpPr/>
          <p:nvPr/>
        </p:nvSpPr>
        <p:spPr>
          <a:xfrm>
            <a:off x="8538991" y="6190488"/>
            <a:ext cx="54864" cy="54864"/>
          </a:xfrm>
          <a:prstGeom prst="ellipse">
            <a:avLst/>
          </a:prstGeom>
          <a:solidFill>
            <a:srgbClr val="CFD9DF"/>
          </a:solidFill>
          <a:ln/>
        </p:spPr>
      </p:sp>
      <p:sp>
        <p:nvSpPr>
          <p:cNvPr id="38" name="Shape 35"/>
          <p:cNvSpPr/>
          <p:nvPr/>
        </p:nvSpPr>
        <p:spPr>
          <a:xfrm>
            <a:off x="8625372" y="6190488"/>
            <a:ext cx="54864" cy="54864"/>
          </a:xfrm>
          <a:prstGeom prst="ellipse">
            <a:avLst/>
          </a:prstGeom>
          <a:solidFill>
            <a:srgbClr val="CFD9DF"/>
          </a:solidFill>
          <a:ln/>
        </p:spPr>
      </p:sp>
      <p:sp>
        <p:nvSpPr>
          <p:cNvPr id="39" name="Shape 36"/>
          <p:cNvSpPr/>
          <p:nvPr/>
        </p:nvSpPr>
        <p:spPr>
          <a:xfrm>
            <a:off x="8711753" y="6190488"/>
            <a:ext cx="54864" cy="54864"/>
          </a:xfrm>
          <a:prstGeom prst="ellipse">
            <a:avLst/>
          </a:prstGeom>
          <a:solidFill>
            <a:srgbClr val="CFD9DF"/>
          </a:solidFill>
          <a:ln/>
        </p:spPr>
      </p:sp>
      <p:sp>
        <p:nvSpPr>
          <p:cNvPr id="40" name="Shape 37"/>
          <p:cNvSpPr/>
          <p:nvPr/>
        </p:nvSpPr>
        <p:spPr>
          <a:xfrm>
            <a:off x="8798133" y="6190488"/>
            <a:ext cx="54864" cy="54864"/>
          </a:xfrm>
          <a:prstGeom prst="ellipse">
            <a:avLst/>
          </a:prstGeom>
          <a:solidFill>
            <a:srgbClr val="CFD9DF"/>
          </a:solidFill>
          <a:ln/>
        </p:spPr>
      </p:sp>
      <p:sp>
        <p:nvSpPr>
          <p:cNvPr id="41" name="Shape 38"/>
          <p:cNvSpPr/>
          <p:nvPr/>
        </p:nvSpPr>
        <p:spPr>
          <a:xfrm>
            <a:off x="8884514" y="6190488"/>
            <a:ext cx="54864" cy="54864"/>
          </a:xfrm>
          <a:prstGeom prst="ellipse">
            <a:avLst/>
          </a:prstGeom>
          <a:solidFill>
            <a:srgbClr val="CFD9DF"/>
          </a:solidFill>
          <a:ln/>
        </p:spPr>
      </p:sp>
      <p:sp>
        <p:nvSpPr>
          <p:cNvPr id="42" name="Shape 39"/>
          <p:cNvSpPr/>
          <p:nvPr/>
        </p:nvSpPr>
        <p:spPr>
          <a:xfrm>
            <a:off x="8970895" y="6190488"/>
            <a:ext cx="54864" cy="54864"/>
          </a:xfrm>
          <a:prstGeom prst="ellipse">
            <a:avLst/>
          </a:prstGeom>
          <a:solidFill>
            <a:srgbClr val="CFD9DF"/>
          </a:solidFill>
          <a:ln/>
        </p:spPr>
      </p:sp>
      <p:sp>
        <p:nvSpPr>
          <p:cNvPr id="43" name="Shape 40"/>
          <p:cNvSpPr/>
          <p:nvPr/>
        </p:nvSpPr>
        <p:spPr>
          <a:xfrm>
            <a:off x="9057275" y="6190488"/>
            <a:ext cx="54864" cy="54864"/>
          </a:xfrm>
          <a:prstGeom prst="ellipse">
            <a:avLst/>
          </a:prstGeom>
          <a:solidFill>
            <a:srgbClr val="CFD9DF"/>
          </a:solidFill>
          <a:ln/>
        </p:spPr>
      </p:sp>
      <p:sp>
        <p:nvSpPr>
          <p:cNvPr id="44" name="Shape 41"/>
          <p:cNvSpPr/>
          <p:nvPr/>
        </p:nvSpPr>
        <p:spPr>
          <a:xfrm>
            <a:off x="9143656" y="6190488"/>
            <a:ext cx="54864" cy="54864"/>
          </a:xfrm>
          <a:prstGeom prst="ellipse">
            <a:avLst/>
          </a:prstGeom>
          <a:solidFill>
            <a:srgbClr val="CFD9DF"/>
          </a:solidFill>
          <a:ln/>
        </p:spPr>
      </p:sp>
      <p:sp>
        <p:nvSpPr>
          <p:cNvPr id="45" name="Shape 42"/>
          <p:cNvSpPr/>
          <p:nvPr/>
        </p:nvSpPr>
        <p:spPr>
          <a:xfrm>
            <a:off x="9230036" y="6190488"/>
            <a:ext cx="54864" cy="54864"/>
          </a:xfrm>
          <a:prstGeom prst="ellipse">
            <a:avLst/>
          </a:prstGeom>
          <a:solidFill>
            <a:srgbClr val="CFD9DF"/>
          </a:solidFill>
          <a:ln/>
        </p:spPr>
      </p:sp>
      <p:sp>
        <p:nvSpPr>
          <p:cNvPr id="46" name="Shape 43"/>
          <p:cNvSpPr/>
          <p:nvPr/>
        </p:nvSpPr>
        <p:spPr>
          <a:xfrm>
            <a:off x="9316417" y="6190488"/>
            <a:ext cx="54864" cy="54864"/>
          </a:xfrm>
          <a:prstGeom prst="ellipse">
            <a:avLst/>
          </a:prstGeom>
          <a:solidFill>
            <a:srgbClr val="CFD9DF"/>
          </a:solidFill>
          <a:ln/>
        </p:spPr>
      </p:sp>
      <p:sp>
        <p:nvSpPr>
          <p:cNvPr id="47" name="Shape 44"/>
          <p:cNvSpPr/>
          <p:nvPr/>
        </p:nvSpPr>
        <p:spPr>
          <a:xfrm>
            <a:off x="9402798" y="6190488"/>
            <a:ext cx="54864" cy="54864"/>
          </a:xfrm>
          <a:prstGeom prst="ellipse">
            <a:avLst/>
          </a:prstGeom>
          <a:solidFill>
            <a:srgbClr val="CFD9DF"/>
          </a:solidFill>
          <a:ln/>
        </p:spPr>
      </p:sp>
      <p:sp>
        <p:nvSpPr>
          <p:cNvPr id="48" name="Shape 45"/>
          <p:cNvSpPr/>
          <p:nvPr/>
        </p:nvSpPr>
        <p:spPr>
          <a:xfrm>
            <a:off x="9489178" y="6190488"/>
            <a:ext cx="54864" cy="54864"/>
          </a:xfrm>
          <a:prstGeom prst="ellipse">
            <a:avLst/>
          </a:prstGeom>
          <a:solidFill>
            <a:srgbClr val="CFD9DF"/>
          </a:solidFill>
          <a:ln/>
        </p:spPr>
      </p:sp>
      <p:sp>
        <p:nvSpPr>
          <p:cNvPr id="49" name="Shape 46"/>
          <p:cNvSpPr/>
          <p:nvPr/>
        </p:nvSpPr>
        <p:spPr>
          <a:xfrm>
            <a:off x="9575559" y="6190488"/>
            <a:ext cx="54864" cy="54864"/>
          </a:xfrm>
          <a:prstGeom prst="ellipse">
            <a:avLst/>
          </a:prstGeom>
          <a:solidFill>
            <a:srgbClr val="CFD9DF"/>
          </a:solidFill>
          <a:ln/>
        </p:spPr>
      </p:sp>
      <p:sp>
        <p:nvSpPr>
          <p:cNvPr id="50" name="Shape 47"/>
          <p:cNvSpPr/>
          <p:nvPr/>
        </p:nvSpPr>
        <p:spPr>
          <a:xfrm>
            <a:off x="9661940" y="6190488"/>
            <a:ext cx="54864" cy="54864"/>
          </a:xfrm>
          <a:prstGeom prst="ellipse">
            <a:avLst/>
          </a:prstGeom>
          <a:solidFill>
            <a:srgbClr val="CFD9DF"/>
          </a:solidFill>
          <a:ln/>
        </p:spPr>
      </p:sp>
      <p:sp>
        <p:nvSpPr>
          <p:cNvPr id="51" name="Shape 48"/>
          <p:cNvSpPr/>
          <p:nvPr/>
        </p:nvSpPr>
        <p:spPr>
          <a:xfrm>
            <a:off x="9748320" y="6190488"/>
            <a:ext cx="54864" cy="54864"/>
          </a:xfrm>
          <a:prstGeom prst="ellipse">
            <a:avLst/>
          </a:prstGeom>
          <a:solidFill>
            <a:srgbClr val="CFD9DF"/>
          </a:solidFill>
          <a:ln/>
        </p:spPr>
      </p:sp>
      <p:sp>
        <p:nvSpPr>
          <p:cNvPr id="52" name="Shape 49"/>
          <p:cNvSpPr/>
          <p:nvPr/>
        </p:nvSpPr>
        <p:spPr>
          <a:xfrm>
            <a:off x="9834701" y="6190488"/>
            <a:ext cx="54864" cy="54864"/>
          </a:xfrm>
          <a:prstGeom prst="ellipse">
            <a:avLst/>
          </a:prstGeom>
          <a:solidFill>
            <a:srgbClr val="CFD9DF"/>
          </a:solidFill>
          <a:ln/>
        </p:spPr>
      </p:sp>
      <p:sp>
        <p:nvSpPr>
          <p:cNvPr id="53" name="Shape 50"/>
          <p:cNvSpPr/>
          <p:nvPr/>
        </p:nvSpPr>
        <p:spPr>
          <a:xfrm>
            <a:off x="9921082" y="6190488"/>
            <a:ext cx="54864" cy="54864"/>
          </a:xfrm>
          <a:prstGeom prst="ellipse">
            <a:avLst/>
          </a:prstGeom>
          <a:solidFill>
            <a:srgbClr val="CFD9DF"/>
          </a:solidFill>
          <a:ln/>
        </p:spPr>
      </p:sp>
      <p:sp>
        <p:nvSpPr>
          <p:cNvPr id="54" name="Shape 51"/>
          <p:cNvSpPr/>
          <p:nvPr/>
        </p:nvSpPr>
        <p:spPr>
          <a:xfrm>
            <a:off x="10007462" y="6190488"/>
            <a:ext cx="54864" cy="54864"/>
          </a:xfrm>
          <a:prstGeom prst="ellipse">
            <a:avLst/>
          </a:prstGeom>
          <a:solidFill>
            <a:srgbClr val="CFD9DF"/>
          </a:solidFill>
          <a:ln/>
        </p:spPr>
      </p:sp>
      <p:sp>
        <p:nvSpPr>
          <p:cNvPr id="55" name="Shape 52"/>
          <p:cNvSpPr/>
          <p:nvPr/>
        </p:nvSpPr>
        <p:spPr>
          <a:xfrm>
            <a:off x="10093843" y="6190488"/>
            <a:ext cx="54864" cy="54864"/>
          </a:xfrm>
          <a:prstGeom prst="ellipse">
            <a:avLst/>
          </a:prstGeom>
          <a:solidFill>
            <a:srgbClr val="CFD9DF"/>
          </a:solidFill>
          <a:ln/>
        </p:spPr>
      </p:sp>
      <p:sp>
        <p:nvSpPr>
          <p:cNvPr id="56" name="Shape 53"/>
          <p:cNvSpPr/>
          <p:nvPr/>
        </p:nvSpPr>
        <p:spPr>
          <a:xfrm>
            <a:off x="10180224" y="6190488"/>
            <a:ext cx="54864" cy="54864"/>
          </a:xfrm>
          <a:prstGeom prst="ellipse">
            <a:avLst/>
          </a:prstGeom>
          <a:solidFill>
            <a:srgbClr val="CFD9DF"/>
          </a:solidFill>
          <a:ln/>
        </p:spPr>
      </p:sp>
      <p:sp>
        <p:nvSpPr>
          <p:cNvPr id="57" name="Shape 54"/>
          <p:cNvSpPr/>
          <p:nvPr/>
        </p:nvSpPr>
        <p:spPr>
          <a:xfrm>
            <a:off x="10266604" y="6190488"/>
            <a:ext cx="54864" cy="54864"/>
          </a:xfrm>
          <a:prstGeom prst="ellipse">
            <a:avLst/>
          </a:prstGeom>
          <a:solidFill>
            <a:srgbClr val="CFD9DF"/>
          </a:solidFill>
          <a:ln/>
        </p:spPr>
      </p:sp>
      <p:sp>
        <p:nvSpPr>
          <p:cNvPr id="58" name="Shape 55"/>
          <p:cNvSpPr/>
          <p:nvPr/>
        </p:nvSpPr>
        <p:spPr>
          <a:xfrm>
            <a:off x="10352985" y="6190488"/>
            <a:ext cx="54864" cy="54864"/>
          </a:xfrm>
          <a:prstGeom prst="ellipse">
            <a:avLst/>
          </a:prstGeom>
          <a:solidFill>
            <a:srgbClr val="CFD9DF"/>
          </a:solidFill>
          <a:ln/>
        </p:spPr>
      </p:sp>
      <p:sp>
        <p:nvSpPr>
          <p:cNvPr id="59" name="Shape 56"/>
          <p:cNvSpPr/>
          <p:nvPr/>
        </p:nvSpPr>
        <p:spPr>
          <a:xfrm>
            <a:off x="10439366" y="6190488"/>
            <a:ext cx="54864" cy="54864"/>
          </a:xfrm>
          <a:prstGeom prst="ellipse">
            <a:avLst/>
          </a:prstGeom>
          <a:solidFill>
            <a:srgbClr val="CFD9DF"/>
          </a:solidFill>
          <a:ln/>
        </p:spPr>
      </p:sp>
      <p:sp>
        <p:nvSpPr>
          <p:cNvPr id="60" name="Shape 57"/>
          <p:cNvSpPr/>
          <p:nvPr/>
        </p:nvSpPr>
        <p:spPr>
          <a:xfrm>
            <a:off x="10525746" y="6190488"/>
            <a:ext cx="54864" cy="54864"/>
          </a:xfrm>
          <a:prstGeom prst="ellipse">
            <a:avLst/>
          </a:prstGeom>
          <a:solidFill>
            <a:srgbClr val="CFD9DF"/>
          </a:solidFill>
          <a:ln/>
        </p:spPr>
      </p:sp>
      <p:sp>
        <p:nvSpPr>
          <p:cNvPr id="61" name="Shape 58"/>
          <p:cNvSpPr/>
          <p:nvPr/>
        </p:nvSpPr>
        <p:spPr>
          <a:xfrm>
            <a:off x="10612127" y="6190488"/>
            <a:ext cx="54864" cy="54864"/>
          </a:xfrm>
          <a:prstGeom prst="ellipse">
            <a:avLst/>
          </a:prstGeom>
          <a:solidFill>
            <a:srgbClr val="CFD9DF"/>
          </a:solidFill>
          <a:ln/>
        </p:spPr>
      </p:sp>
      <p:sp>
        <p:nvSpPr>
          <p:cNvPr id="62" name="Shape 59"/>
          <p:cNvSpPr/>
          <p:nvPr/>
        </p:nvSpPr>
        <p:spPr>
          <a:xfrm>
            <a:off x="10698508" y="6190488"/>
            <a:ext cx="54864" cy="54864"/>
          </a:xfrm>
          <a:prstGeom prst="ellipse">
            <a:avLst/>
          </a:prstGeom>
          <a:solidFill>
            <a:srgbClr val="CFD9DF"/>
          </a:solidFill>
          <a:ln/>
        </p:spPr>
      </p:sp>
      <p:sp>
        <p:nvSpPr>
          <p:cNvPr id="63" name="Shape 60"/>
          <p:cNvSpPr/>
          <p:nvPr/>
        </p:nvSpPr>
        <p:spPr>
          <a:xfrm>
            <a:off x="10784888" y="6190488"/>
            <a:ext cx="54864" cy="54864"/>
          </a:xfrm>
          <a:prstGeom prst="ellipse">
            <a:avLst/>
          </a:prstGeom>
          <a:solidFill>
            <a:srgbClr val="CFD9DF"/>
          </a:solidFill>
          <a:ln/>
        </p:spPr>
      </p:sp>
      <p:sp>
        <p:nvSpPr>
          <p:cNvPr id="64" name="Shape 61"/>
          <p:cNvSpPr/>
          <p:nvPr/>
        </p:nvSpPr>
        <p:spPr>
          <a:xfrm>
            <a:off x="10871269" y="6190488"/>
            <a:ext cx="54864" cy="54864"/>
          </a:xfrm>
          <a:prstGeom prst="ellipse">
            <a:avLst/>
          </a:prstGeom>
          <a:solidFill>
            <a:srgbClr val="CFD9DF"/>
          </a:solidFill>
          <a:ln/>
        </p:spPr>
      </p:sp>
      <p:sp>
        <p:nvSpPr>
          <p:cNvPr id="65" name="Shape 62"/>
          <p:cNvSpPr/>
          <p:nvPr/>
        </p:nvSpPr>
        <p:spPr>
          <a:xfrm>
            <a:off x="10957650" y="6190488"/>
            <a:ext cx="54864" cy="54864"/>
          </a:xfrm>
          <a:prstGeom prst="ellipse">
            <a:avLst/>
          </a:prstGeom>
          <a:solidFill>
            <a:srgbClr val="CFD9DF"/>
          </a:solidFill>
          <a:ln/>
        </p:spPr>
      </p:sp>
      <p:sp>
        <p:nvSpPr>
          <p:cNvPr id="66" name="Shape 63"/>
          <p:cNvSpPr/>
          <p:nvPr/>
        </p:nvSpPr>
        <p:spPr>
          <a:xfrm>
            <a:off x="11044030" y="6190488"/>
            <a:ext cx="54864" cy="54864"/>
          </a:xfrm>
          <a:prstGeom prst="ellipse">
            <a:avLst/>
          </a:prstGeom>
          <a:solidFill>
            <a:srgbClr val="CFD9DF"/>
          </a:solidFill>
          <a:ln/>
        </p:spPr>
      </p:sp>
      <p:sp>
        <p:nvSpPr>
          <p:cNvPr id="67" name="Shape 64"/>
          <p:cNvSpPr/>
          <p:nvPr/>
        </p:nvSpPr>
        <p:spPr>
          <a:xfrm>
            <a:off x="11130411" y="6190488"/>
            <a:ext cx="54864" cy="54864"/>
          </a:xfrm>
          <a:prstGeom prst="ellipse">
            <a:avLst/>
          </a:prstGeom>
          <a:solidFill>
            <a:srgbClr val="CFD9DF"/>
          </a:solidFill>
          <a:ln/>
        </p:spPr>
      </p:sp>
      <p:sp>
        <p:nvSpPr>
          <p:cNvPr id="68" name="Shape 65"/>
          <p:cNvSpPr/>
          <p:nvPr/>
        </p:nvSpPr>
        <p:spPr>
          <a:xfrm>
            <a:off x="11216792" y="6190488"/>
            <a:ext cx="54864" cy="54864"/>
          </a:xfrm>
          <a:prstGeom prst="ellipse">
            <a:avLst/>
          </a:prstGeom>
          <a:solidFill>
            <a:srgbClr val="CFD9DF"/>
          </a:solidFill>
          <a:ln/>
        </p:spPr>
      </p:sp>
      <p:sp>
        <p:nvSpPr>
          <p:cNvPr id="69" name="Shape 66"/>
          <p:cNvSpPr/>
          <p:nvPr/>
        </p:nvSpPr>
        <p:spPr>
          <a:xfrm>
            <a:off x="11303172" y="6190488"/>
            <a:ext cx="54864" cy="54864"/>
          </a:xfrm>
          <a:prstGeom prst="ellipse">
            <a:avLst/>
          </a:prstGeom>
          <a:solidFill>
            <a:srgbClr val="CFD9DF"/>
          </a:solidFill>
          <a:ln/>
        </p:spPr>
      </p:sp>
      <p:sp>
        <p:nvSpPr>
          <p:cNvPr id="70" name="Shape 67"/>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tep 2 image" descr="Step 2: Brush out puddles for an even sheen">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426818" cy="292608"/>
          </a:xfrm>
          <a:prstGeom prst="roundRect">
            <a:avLst>
              <a:gd name="adj" fmla="val 31250"/>
            </a:avLst>
          </a:prstGeom>
          <a:solidFill>
            <a:srgbClr val="5A6068"/>
          </a:solidFill>
          <a:ln/>
        </p:spPr>
        <p:txBody>
          <a:bodyPr wrap="square" lIns="0" tIns="0" rIns="0" bIns="0" rtlCol="0" anchor="ctr"/>
          <a:lstStyle/>
          <a:p>
            <a:pPr algn="ctr" indent="0" marL="0">
              <a:buNone/>
            </a:pPr>
            <a:r>
              <a:rPr lang="en-US" sz="1100" b="1" dirty="0">
                <a:solidFill>
                  <a:srgbClr val="FFFFFF"/>
                </a:solidFill>
              </a:rPr>
              <a:t>STAGE 1 · WET THE PAPER</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2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Brush out puddles for an even sheen</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Keep brushing until the whole area looks glossy and evenly damp.</a:t>
            </a:r>
            <a:endParaRPr lang="en-US" sz="1500" dirty="0"/>
          </a:p>
          <a:p>
            <a:pPr marL="203200" indent="-203200">
              <a:spcAft>
                <a:spcPts val="600"/>
              </a:spcAft>
              <a:buSzPct val="100000"/>
              <a:buChar char="•"/>
            </a:pPr>
            <a:r>
              <a:rPr lang="en-US" sz="1500" dirty="0">
                <a:solidFill>
                  <a:schemeClr val="tx1"/>
                </a:solidFill>
              </a:rPr>
              <a:t>Smooth out any puddles so water is not pooling in one spot.</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Damp and shiny is right. Running water means too wet; a dull surface means it is drying.</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NO PAINT YET: CLEAN WATER ONLY</a:t>
            </a:r>
            <a:endParaRPr lang="en-US" sz="1000" dirty="0"/>
          </a:p>
        </p:txBody>
      </p:sp>
      <p:sp>
        <p:nvSpPr>
          <p:cNvPr id="11" name="Shape 8"/>
          <p:cNvSpPr/>
          <p:nvPr/>
        </p:nvSpPr>
        <p:spPr>
          <a:xfrm>
            <a:off x="6293094" y="6190488"/>
            <a:ext cx="54864" cy="54864"/>
          </a:xfrm>
          <a:prstGeom prst="ellipse">
            <a:avLst/>
          </a:prstGeom>
          <a:solidFill>
            <a:srgbClr val="7F95A3"/>
          </a:solidFill>
          <a:ln/>
        </p:spPr>
      </p:sp>
      <p:sp>
        <p:nvSpPr>
          <p:cNvPr id="12" name="Shape 9"/>
          <p:cNvSpPr/>
          <p:nvPr/>
        </p:nvSpPr>
        <p:spPr>
          <a:xfrm>
            <a:off x="6329183" y="6140196"/>
            <a:ext cx="155448" cy="155448"/>
          </a:xfrm>
          <a:prstGeom prst="ellipse">
            <a:avLst/>
          </a:prstGeom>
          <a:solidFill>
            <a:srgbClr val="5A6068"/>
          </a:solidFill>
          <a:ln/>
        </p:spPr>
      </p:sp>
      <p:sp>
        <p:nvSpPr>
          <p:cNvPr id="13" name="Shape 10"/>
          <p:cNvSpPr/>
          <p:nvPr/>
        </p:nvSpPr>
        <p:spPr>
          <a:xfrm>
            <a:off x="6465855" y="6190488"/>
            <a:ext cx="54864" cy="54864"/>
          </a:xfrm>
          <a:prstGeom prst="ellipse">
            <a:avLst/>
          </a:prstGeom>
          <a:solidFill>
            <a:srgbClr val="CFD9DF"/>
          </a:solidFill>
          <a:ln/>
        </p:spPr>
      </p:sp>
      <p:sp>
        <p:nvSpPr>
          <p:cNvPr id="14" name="Shape 11"/>
          <p:cNvSpPr/>
          <p:nvPr/>
        </p:nvSpPr>
        <p:spPr>
          <a:xfrm>
            <a:off x="6552236" y="6190488"/>
            <a:ext cx="54864" cy="54864"/>
          </a:xfrm>
          <a:prstGeom prst="ellipse">
            <a:avLst/>
          </a:prstGeom>
          <a:solidFill>
            <a:srgbClr val="CFD9DF"/>
          </a:solidFill>
          <a:ln/>
        </p:spPr>
      </p:sp>
      <p:sp>
        <p:nvSpPr>
          <p:cNvPr id="15" name="Shape 12"/>
          <p:cNvSpPr/>
          <p:nvPr/>
        </p:nvSpPr>
        <p:spPr>
          <a:xfrm>
            <a:off x="6638617" y="6190488"/>
            <a:ext cx="54864" cy="54864"/>
          </a:xfrm>
          <a:prstGeom prst="ellipse">
            <a:avLst/>
          </a:prstGeom>
          <a:solidFill>
            <a:srgbClr val="CFD9DF"/>
          </a:solidFill>
          <a:ln/>
        </p:spPr>
      </p:sp>
      <p:sp>
        <p:nvSpPr>
          <p:cNvPr id="16" name="Shape 13"/>
          <p:cNvSpPr/>
          <p:nvPr/>
        </p:nvSpPr>
        <p:spPr>
          <a:xfrm>
            <a:off x="6724997" y="6190488"/>
            <a:ext cx="54864" cy="54864"/>
          </a:xfrm>
          <a:prstGeom prst="ellipse">
            <a:avLst/>
          </a:prstGeom>
          <a:solidFill>
            <a:srgbClr val="CFD9DF"/>
          </a:solidFill>
          <a:ln/>
        </p:spPr>
      </p:sp>
      <p:sp>
        <p:nvSpPr>
          <p:cNvPr id="17" name="Shape 14"/>
          <p:cNvSpPr/>
          <p:nvPr/>
        </p:nvSpPr>
        <p:spPr>
          <a:xfrm>
            <a:off x="6811378" y="6190488"/>
            <a:ext cx="54864" cy="54864"/>
          </a:xfrm>
          <a:prstGeom prst="ellipse">
            <a:avLst/>
          </a:prstGeom>
          <a:solidFill>
            <a:srgbClr val="CFD9DF"/>
          </a:solidFill>
          <a:ln/>
        </p:spPr>
      </p:sp>
      <p:sp>
        <p:nvSpPr>
          <p:cNvPr id="18" name="Shape 15"/>
          <p:cNvSpPr/>
          <p:nvPr/>
        </p:nvSpPr>
        <p:spPr>
          <a:xfrm>
            <a:off x="6897759" y="6190488"/>
            <a:ext cx="54864" cy="54864"/>
          </a:xfrm>
          <a:prstGeom prst="ellipse">
            <a:avLst/>
          </a:prstGeom>
          <a:solidFill>
            <a:srgbClr val="CFD9DF"/>
          </a:solidFill>
          <a:ln/>
        </p:spPr>
      </p:sp>
      <p:sp>
        <p:nvSpPr>
          <p:cNvPr id="19" name="Shape 16"/>
          <p:cNvSpPr/>
          <p:nvPr/>
        </p:nvSpPr>
        <p:spPr>
          <a:xfrm>
            <a:off x="6984139" y="6190488"/>
            <a:ext cx="54864" cy="54864"/>
          </a:xfrm>
          <a:prstGeom prst="ellipse">
            <a:avLst/>
          </a:prstGeom>
          <a:solidFill>
            <a:srgbClr val="CFD9DF"/>
          </a:solidFill>
          <a:ln/>
        </p:spPr>
      </p:sp>
      <p:sp>
        <p:nvSpPr>
          <p:cNvPr id="20" name="Shape 17"/>
          <p:cNvSpPr/>
          <p:nvPr/>
        </p:nvSpPr>
        <p:spPr>
          <a:xfrm>
            <a:off x="7070520" y="6190488"/>
            <a:ext cx="54864" cy="54864"/>
          </a:xfrm>
          <a:prstGeom prst="ellipse">
            <a:avLst/>
          </a:prstGeom>
          <a:solidFill>
            <a:srgbClr val="CFD9DF"/>
          </a:solidFill>
          <a:ln/>
        </p:spPr>
      </p:sp>
      <p:sp>
        <p:nvSpPr>
          <p:cNvPr id="21" name="Shape 18"/>
          <p:cNvSpPr/>
          <p:nvPr/>
        </p:nvSpPr>
        <p:spPr>
          <a:xfrm>
            <a:off x="7156901" y="6190488"/>
            <a:ext cx="54864" cy="54864"/>
          </a:xfrm>
          <a:prstGeom prst="ellipse">
            <a:avLst/>
          </a:prstGeom>
          <a:solidFill>
            <a:srgbClr val="CFD9DF"/>
          </a:solidFill>
          <a:ln/>
        </p:spPr>
      </p:sp>
      <p:sp>
        <p:nvSpPr>
          <p:cNvPr id="22" name="Shape 19"/>
          <p:cNvSpPr/>
          <p:nvPr/>
        </p:nvSpPr>
        <p:spPr>
          <a:xfrm>
            <a:off x="7243281" y="6190488"/>
            <a:ext cx="54864" cy="54864"/>
          </a:xfrm>
          <a:prstGeom prst="ellipse">
            <a:avLst/>
          </a:prstGeom>
          <a:solidFill>
            <a:srgbClr val="CFD9DF"/>
          </a:solidFill>
          <a:ln/>
        </p:spPr>
      </p:sp>
      <p:sp>
        <p:nvSpPr>
          <p:cNvPr id="23" name="Shape 20"/>
          <p:cNvSpPr/>
          <p:nvPr/>
        </p:nvSpPr>
        <p:spPr>
          <a:xfrm>
            <a:off x="7329662" y="6190488"/>
            <a:ext cx="54864" cy="54864"/>
          </a:xfrm>
          <a:prstGeom prst="ellipse">
            <a:avLst/>
          </a:prstGeom>
          <a:solidFill>
            <a:srgbClr val="CFD9DF"/>
          </a:solidFill>
          <a:ln/>
        </p:spPr>
      </p:sp>
      <p:sp>
        <p:nvSpPr>
          <p:cNvPr id="24" name="Shape 21"/>
          <p:cNvSpPr/>
          <p:nvPr/>
        </p:nvSpPr>
        <p:spPr>
          <a:xfrm>
            <a:off x="7416043" y="6190488"/>
            <a:ext cx="54864" cy="54864"/>
          </a:xfrm>
          <a:prstGeom prst="ellipse">
            <a:avLst/>
          </a:prstGeom>
          <a:solidFill>
            <a:srgbClr val="CFD9DF"/>
          </a:solidFill>
          <a:ln/>
        </p:spPr>
      </p:sp>
      <p:sp>
        <p:nvSpPr>
          <p:cNvPr id="25" name="Shape 22"/>
          <p:cNvSpPr/>
          <p:nvPr/>
        </p:nvSpPr>
        <p:spPr>
          <a:xfrm>
            <a:off x="7502423" y="6190488"/>
            <a:ext cx="54864" cy="54864"/>
          </a:xfrm>
          <a:prstGeom prst="ellipse">
            <a:avLst/>
          </a:prstGeom>
          <a:solidFill>
            <a:srgbClr val="CFD9DF"/>
          </a:solidFill>
          <a:ln/>
        </p:spPr>
      </p:sp>
      <p:sp>
        <p:nvSpPr>
          <p:cNvPr id="26" name="Shape 23"/>
          <p:cNvSpPr/>
          <p:nvPr/>
        </p:nvSpPr>
        <p:spPr>
          <a:xfrm>
            <a:off x="7588804" y="6190488"/>
            <a:ext cx="54864" cy="54864"/>
          </a:xfrm>
          <a:prstGeom prst="ellipse">
            <a:avLst/>
          </a:prstGeom>
          <a:solidFill>
            <a:srgbClr val="CFD9DF"/>
          </a:solidFill>
          <a:ln/>
        </p:spPr>
      </p:sp>
      <p:sp>
        <p:nvSpPr>
          <p:cNvPr id="27" name="Shape 24"/>
          <p:cNvSpPr/>
          <p:nvPr/>
        </p:nvSpPr>
        <p:spPr>
          <a:xfrm>
            <a:off x="7675185" y="6190488"/>
            <a:ext cx="54864" cy="54864"/>
          </a:xfrm>
          <a:prstGeom prst="ellipse">
            <a:avLst/>
          </a:prstGeom>
          <a:solidFill>
            <a:srgbClr val="CFD9DF"/>
          </a:solidFill>
          <a:ln/>
        </p:spPr>
      </p:sp>
      <p:sp>
        <p:nvSpPr>
          <p:cNvPr id="28" name="Shape 25"/>
          <p:cNvSpPr/>
          <p:nvPr/>
        </p:nvSpPr>
        <p:spPr>
          <a:xfrm>
            <a:off x="7761565" y="6190488"/>
            <a:ext cx="54864" cy="54864"/>
          </a:xfrm>
          <a:prstGeom prst="ellipse">
            <a:avLst/>
          </a:prstGeom>
          <a:solidFill>
            <a:srgbClr val="CFD9DF"/>
          </a:solidFill>
          <a:ln/>
        </p:spPr>
      </p:sp>
      <p:sp>
        <p:nvSpPr>
          <p:cNvPr id="29" name="Shape 26"/>
          <p:cNvSpPr/>
          <p:nvPr/>
        </p:nvSpPr>
        <p:spPr>
          <a:xfrm>
            <a:off x="7847946" y="6190488"/>
            <a:ext cx="54864" cy="54864"/>
          </a:xfrm>
          <a:prstGeom prst="ellipse">
            <a:avLst/>
          </a:prstGeom>
          <a:solidFill>
            <a:srgbClr val="CFD9DF"/>
          </a:solidFill>
          <a:ln/>
        </p:spPr>
      </p:sp>
      <p:sp>
        <p:nvSpPr>
          <p:cNvPr id="30" name="Shape 27"/>
          <p:cNvSpPr/>
          <p:nvPr/>
        </p:nvSpPr>
        <p:spPr>
          <a:xfrm>
            <a:off x="7934327" y="6190488"/>
            <a:ext cx="54864" cy="54864"/>
          </a:xfrm>
          <a:prstGeom prst="ellipse">
            <a:avLst/>
          </a:prstGeom>
          <a:solidFill>
            <a:srgbClr val="CFD9DF"/>
          </a:solidFill>
          <a:ln/>
        </p:spPr>
      </p:sp>
      <p:sp>
        <p:nvSpPr>
          <p:cNvPr id="31" name="Shape 28"/>
          <p:cNvSpPr/>
          <p:nvPr/>
        </p:nvSpPr>
        <p:spPr>
          <a:xfrm>
            <a:off x="8020707" y="6190488"/>
            <a:ext cx="54864" cy="54864"/>
          </a:xfrm>
          <a:prstGeom prst="ellipse">
            <a:avLst/>
          </a:prstGeom>
          <a:solidFill>
            <a:srgbClr val="CFD9DF"/>
          </a:solidFill>
          <a:ln/>
        </p:spPr>
      </p:sp>
      <p:sp>
        <p:nvSpPr>
          <p:cNvPr id="32" name="Shape 29"/>
          <p:cNvSpPr/>
          <p:nvPr/>
        </p:nvSpPr>
        <p:spPr>
          <a:xfrm>
            <a:off x="8107088" y="6190488"/>
            <a:ext cx="54864" cy="54864"/>
          </a:xfrm>
          <a:prstGeom prst="ellipse">
            <a:avLst/>
          </a:prstGeom>
          <a:solidFill>
            <a:srgbClr val="CFD9DF"/>
          </a:solidFill>
          <a:ln/>
        </p:spPr>
      </p:sp>
      <p:sp>
        <p:nvSpPr>
          <p:cNvPr id="33" name="Shape 30"/>
          <p:cNvSpPr/>
          <p:nvPr/>
        </p:nvSpPr>
        <p:spPr>
          <a:xfrm>
            <a:off x="8193469" y="6190488"/>
            <a:ext cx="54864" cy="54864"/>
          </a:xfrm>
          <a:prstGeom prst="ellipse">
            <a:avLst/>
          </a:prstGeom>
          <a:solidFill>
            <a:srgbClr val="CFD9DF"/>
          </a:solidFill>
          <a:ln/>
        </p:spPr>
      </p:sp>
      <p:sp>
        <p:nvSpPr>
          <p:cNvPr id="34" name="Shape 31"/>
          <p:cNvSpPr/>
          <p:nvPr/>
        </p:nvSpPr>
        <p:spPr>
          <a:xfrm>
            <a:off x="8279849" y="6190488"/>
            <a:ext cx="54864" cy="54864"/>
          </a:xfrm>
          <a:prstGeom prst="ellipse">
            <a:avLst/>
          </a:prstGeom>
          <a:solidFill>
            <a:srgbClr val="CFD9DF"/>
          </a:solidFill>
          <a:ln/>
        </p:spPr>
      </p:sp>
      <p:sp>
        <p:nvSpPr>
          <p:cNvPr id="35" name="Shape 32"/>
          <p:cNvSpPr/>
          <p:nvPr/>
        </p:nvSpPr>
        <p:spPr>
          <a:xfrm>
            <a:off x="8366230" y="6190488"/>
            <a:ext cx="54864" cy="54864"/>
          </a:xfrm>
          <a:prstGeom prst="ellipse">
            <a:avLst/>
          </a:prstGeom>
          <a:solidFill>
            <a:srgbClr val="CFD9DF"/>
          </a:solidFill>
          <a:ln/>
        </p:spPr>
      </p:sp>
      <p:sp>
        <p:nvSpPr>
          <p:cNvPr id="36" name="Shape 33"/>
          <p:cNvSpPr/>
          <p:nvPr/>
        </p:nvSpPr>
        <p:spPr>
          <a:xfrm>
            <a:off x="8452611" y="6190488"/>
            <a:ext cx="54864" cy="54864"/>
          </a:xfrm>
          <a:prstGeom prst="ellipse">
            <a:avLst/>
          </a:prstGeom>
          <a:solidFill>
            <a:srgbClr val="CFD9DF"/>
          </a:solidFill>
          <a:ln/>
        </p:spPr>
      </p:sp>
      <p:sp>
        <p:nvSpPr>
          <p:cNvPr id="37" name="Shape 34"/>
          <p:cNvSpPr/>
          <p:nvPr/>
        </p:nvSpPr>
        <p:spPr>
          <a:xfrm>
            <a:off x="8538991" y="6190488"/>
            <a:ext cx="54864" cy="54864"/>
          </a:xfrm>
          <a:prstGeom prst="ellipse">
            <a:avLst/>
          </a:prstGeom>
          <a:solidFill>
            <a:srgbClr val="CFD9DF"/>
          </a:solidFill>
          <a:ln/>
        </p:spPr>
      </p:sp>
      <p:sp>
        <p:nvSpPr>
          <p:cNvPr id="38" name="Shape 35"/>
          <p:cNvSpPr/>
          <p:nvPr/>
        </p:nvSpPr>
        <p:spPr>
          <a:xfrm>
            <a:off x="8625372" y="6190488"/>
            <a:ext cx="54864" cy="54864"/>
          </a:xfrm>
          <a:prstGeom prst="ellipse">
            <a:avLst/>
          </a:prstGeom>
          <a:solidFill>
            <a:srgbClr val="CFD9DF"/>
          </a:solidFill>
          <a:ln/>
        </p:spPr>
      </p:sp>
      <p:sp>
        <p:nvSpPr>
          <p:cNvPr id="39" name="Shape 36"/>
          <p:cNvSpPr/>
          <p:nvPr/>
        </p:nvSpPr>
        <p:spPr>
          <a:xfrm>
            <a:off x="8711753" y="6190488"/>
            <a:ext cx="54864" cy="54864"/>
          </a:xfrm>
          <a:prstGeom prst="ellipse">
            <a:avLst/>
          </a:prstGeom>
          <a:solidFill>
            <a:srgbClr val="CFD9DF"/>
          </a:solidFill>
          <a:ln/>
        </p:spPr>
      </p:sp>
      <p:sp>
        <p:nvSpPr>
          <p:cNvPr id="40" name="Shape 37"/>
          <p:cNvSpPr/>
          <p:nvPr/>
        </p:nvSpPr>
        <p:spPr>
          <a:xfrm>
            <a:off x="8798133" y="6190488"/>
            <a:ext cx="54864" cy="54864"/>
          </a:xfrm>
          <a:prstGeom prst="ellipse">
            <a:avLst/>
          </a:prstGeom>
          <a:solidFill>
            <a:srgbClr val="CFD9DF"/>
          </a:solidFill>
          <a:ln/>
        </p:spPr>
      </p:sp>
      <p:sp>
        <p:nvSpPr>
          <p:cNvPr id="41" name="Shape 38"/>
          <p:cNvSpPr/>
          <p:nvPr/>
        </p:nvSpPr>
        <p:spPr>
          <a:xfrm>
            <a:off x="8884514" y="6190488"/>
            <a:ext cx="54864" cy="54864"/>
          </a:xfrm>
          <a:prstGeom prst="ellipse">
            <a:avLst/>
          </a:prstGeom>
          <a:solidFill>
            <a:srgbClr val="CFD9DF"/>
          </a:solidFill>
          <a:ln/>
        </p:spPr>
      </p:sp>
      <p:sp>
        <p:nvSpPr>
          <p:cNvPr id="42" name="Shape 39"/>
          <p:cNvSpPr/>
          <p:nvPr/>
        </p:nvSpPr>
        <p:spPr>
          <a:xfrm>
            <a:off x="8970895" y="6190488"/>
            <a:ext cx="54864" cy="54864"/>
          </a:xfrm>
          <a:prstGeom prst="ellipse">
            <a:avLst/>
          </a:prstGeom>
          <a:solidFill>
            <a:srgbClr val="CFD9DF"/>
          </a:solidFill>
          <a:ln/>
        </p:spPr>
      </p:sp>
      <p:sp>
        <p:nvSpPr>
          <p:cNvPr id="43" name="Shape 40"/>
          <p:cNvSpPr/>
          <p:nvPr/>
        </p:nvSpPr>
        <p:spPr>
          <a:xfrm>
            <a:off x="9057275" y="6190488"/>
            <a:ext cx="54864" cy="54864"/>
          </a:xfrm>
          <a:prstGeom prst="ellipse">
            <a:avLst/>
          </a:prstGeom>
          <a:solidFill>
            <a:srgbClr val="CFD9DF"/>
          </a:solidFill>
          <a:ln/>
        </p:spPr>
      </p:sp>
      <p:sp>
        <p:nvSpPr>
          <p:cNvPr id="44" name="Shape 41"/>
          <p:cNvSpPr/>
          <p:nvPr/>
        </p:nvSpPr>
        <p:spPr>
          <a:xfrm>
            <a:off x="9143656" y="6190488"/>
            <a:ext cx="54864" cy="54864"/>
          </a:xfrm>
          <a:prstGeom prst="ellipse">
            <a:avLst/>
          </a:prstGeom>
          <a:solidFill>
            <a:srgbClr val="CFD9DF"/>
          </a:solidFill>
          <a:ln/>
        </p:spPr>
      </p:sp>
      <p:sp>
        <p:nvSpPr>
          <p:cNvPr id="45" name="Shape 42"/>
          <p:cNvSpPr/>
          <p:nvPr/>
        </p:nvSpPr>
        <p:spPr>
          <a:xfrm>
            <a:off x="9230036" y="6190488"/>
            <a:ext cx="54864" cy="54864"/>
          </a:xfrm>
          <a:prstGeom prst="ellipse">
            <a:avLst/>
          </a:prstGeom>
          <a:solidFill>
            <a:srgbClr val="CFD9DF"/>
          </a:solidFill>
          <a:ln/>
        </p:spPr>
      </p:sp>
      <p:sp>
        <p:nvSpPr>
          <p:cNvPr id="46" name="Shape 43"/>
          <p:cNvSpPr/>
          <p:nvPr/>
        </p:nvSpPr>
        <p:spPr>
          <a:xfrm>
            <a:off x="9316417" y="6190488"/>
            <a:ext cx="54864" cy="54864"/>
          </a:xfrm>
          <a:prstGeom prst="ellipse">
            <a:avLst/>
          </a:prstGeom>
          <a:solidFill>
            <a:srgbClr val="CFD9DF"/>
          </a:solidFill>
          <a:ln/>
        </p:spPr>
      </p:sp>
      <p:sp>
        <p:nvSpPr>
          <p:cNvPr id="47" name="Shape 44"/>
          <p:cNvSpPr/>
          <p:nvPr/>
        </p:nvSpPr>
        <p:spPr>
          <a:xfrm>
            <a:off x="9402798" y="6190488"/>
            <a:ext cx="54864" cy="54864"/>
          </a:xfrm>
          <a:prstGeom prst="ellipse">
            <a:avLst/>
          </a:prstGeom>
          <a:solidFill>
            <a:srgbClr val="CFD9DF"/>
          </a:solidFill>
          <a:ln/>
        </p:spPr>
      </p:sp>
      <p:sp>
        <p:nvSpPr>
          <p:cNvPr id="48" name="Shape 45"/>
          <p:cNvSpPr/>
          <p:nvPr/>
        </p:nvSpPr>
        <p:spPr>
          <a:xfrm>
            <a:off x="9489178" y="6190488"/>
            <a:ext cx="54864" cy="54864"/>
          </a:xfrm>
          <a:prstGeom prst="ellipse">
            <a:avLst/>
          </a:prstGeom>
          <a:solidFill>
            <a:srgbClr val="CFD9DF"/>
          </a:solidFill>
          <a:ln/>
        </p:spPr>
      </p:sp>
      <p:sp>
        <p:nvSpPr>
          <p:cNvPr id="49" name="Shape 46"/>
          <p:cNvSpPr/>
          <p:nvPr/>
        </p:nvSpPr>
        <p:spPr>
          <a:xfrm>
            <a:off x="9575559" y="6190488"/>
            <a:ext cx="54864" cy="54864"/>
          </a:xfrm>
          <a:prstGeom prst="ellipse">
            <a:avLst/>
          </a:prstGeom>
          <a:solidFill>
            <a:srgbClr val="CFD9DF"/>
          </a:solidFill>
          <a:ln/>
        </p:spPr>
      </p:sp>
      <p:sp>
        <p:nvSpPr>
          <p:cNvPr id="50" name="Shape 47"/>
          <p:cNvSpPr/>
          <p:nvPr/>
        </p:nvSpPr>
        <p:spPr>
          <a:xfrm>
            <a:off x="9661940" y="6190488"/>
            <a:ext cx="54864" cy="54864"/>
          </a:xfrm>
          <a:prstGeom prst="ellipse">
            <a:avLst/>
          </a:prstGeom>
          <a:solidFill>
            <a:srgbClr val="CFD9DF"/>
          </a:solidFill>
          <a:ln/>
        </p:spPr>
      </p:sp>
      <p:sp>
        <p:nvSpPr>
          <p:cNvPr id="51" name="Shape 48"/>
          <p:cNvSpPr/>
          <p:nvPr/>
        </p:nvSpPr>
        <p:spPr>
          <a:xfrm>
            <a:off x="9748320" y="6190488"/>
            <a:ext cx="54864" cy="54864"/>
          </a:xfrm>
          <a:prstGeom prst="ellipse">
            <a:avLst/>
          </a:prstGeom>
          <a:solidFill>
            <a:srgbClr val="CFD9DF"/>
          </a:solidFill>
          <a:ln/>
        </p:spPr>
      </p:sp>
      <p:sp>
        <p:nvSpPr>
          <p:cNvPr id="52" name="Shape 49"/>
          <p:cNvSpPr/>
          <p:nvPr/>
        </p:nvSpPr>
        <p:spPr>
          <a:xfrm>
            <a:off x="9834701" y="6190488"/>
            <a:ext cx="54864" cy="54864"/>
          </a:xfrm>
          <a:prstGeom prst="ellipse">
            <a:avLst/>
          </a:prstGeom>
          <a:solidFill>
            <a:srgbClr val="CFD9DF"/>
          </a:solidFill>
          <a:ln/>
        </p:spPr>
      </p:sp>
      <p:sp>
        <p:nvSpPr>
          <p:cNvPr id="53" name="Shape 50"/>
          <p:cNvSpPr/>
          <p:nvPr/>
        </p:nvSpPr>
        <p:spPr>
          <a:xfrm>
            <a:off x="9921082" y="6190488"/>
            <a:ext cx="54864" cy="54864"/>
          </a:xfrm>
          <a:prstGeom prst="ellipse">
            <a:avLst/>
          </a:prstGeom>
          <a:solidFill>
            <a:srgbClr val="CFD9DF"/>
          </a:solidFill>
          <a:ln/>
        </p:spPr>
      </p:sp>
      <p:sp>
        <p:nvSpPr>
          <p:cNvPr id="54" name="Shape 51"/>
          <p:cNvSpPr/>
          <p:nvPr/>
        </p:nvSpPr>
        <p:spPr>
          <a:xfrm>
            <a:off x="10007462" y="6190488"/>
            <a:ext cx="54864" cy="54864"/>
          </a:xfrm>
          <a:prstGeom prst="ellipse">
            <a:avLst/>
          </a:prstGeom>
          <a:solidFill>
            <a:srgbClr val="CFD9DF"/>
          </a:solidFill>
          <a:ln/>
        </p:spPr>
      </p:sp>
      <p:sp>
        <p:nvSpPr>
          <p:cNvPr id="55" name="Shape 52"/>
          <p:cNvSpPr/>
          <p:nvPr/>
        </p:nvSpPr>
        <p:spPr>
          <a:xfrm>
            <a:off x="10093843" y="6190488"/>
            <a:ext cx="54864" cy="54864"/>
          </a:xfrm>
          <a:prstGeom prst="ellipse">
            <a:avLst/>
          </a:prstGeom>
          <a:solidFill>
            <a:srgbClr val="CFD9DF"/>
          </a:solidFill>
          <a:ln/>
        </p:spPr>
      </p:sp>
      <p:sp>
        <p:nvSpPr>
          <p:cNvPr id="56" name="Shape 53"/>
          <p:cNvSpPr/>
          <p:nvPr/>
        </p:nvSpPr>
        <p:spPr>
          <a:xfrm>
            <a:off x="10180224" y="6190488"/>
            <a:ext cx="54864" cy="54864"/>
          </a:xfrm>
          <a:prstGeom prst="ellipse">
            <a:avLst/>
          </a:prstGeom>
          <a:solidFill>
            <a:srgbClr val="CFD9DF"/>
          </a:solidFill>
          <a:ln/>
        </p:spPr>
      </p:sp>
      <p:sp>
        <p:nvSpPr>
          <p:cNvPr id="57" name="Shape 54"/>
          <p:cNvSpPr/>
          <p:nvPr/>
        </p:nvSpPr>
        <p:spPr>
          <a:xfrm>
            <a:off x="10266604" y="6190488"/>
            <a:ext cx="54864" cy="54864"/>
          </a:xfrm>
          <a:prstGeom prst="ellipse">
            <a:avLst/>
          </a:prstGeom>
          <a:solidFill>
            <a:srgbClr val="CFD9DF"/>
          </a:solidFill>
          <a:ln/>
        </p:spPr>
      </p:sp>
      <p:sp>
        <p:nvSpPr>
          <p:cNvPr id="58" name="Shape 55"/>
          <p:cNvSpPr/>
          <p:nvPr/>
        </p:nvSpPr>
        <p:spPr>
          <a:xfrm>
            <a:off x="10352985" y="6190488"/>
            <a:ext cx="54864" cy="54864"/>
          </a:xfrm>
          <a:prstGeom prst="ellipse">
            <a:avLst/>
          </a:prstGeom>
          <a:solidFill>
            <a:srgbClr val="CFD9DF"/>
          </a:solidFill>
          <a:ln/>
        </p:spPr>
      </p:sp>
      <p:sp>
        <p:nvSpPr>
          <p:cNvPr id="59" name="Shape 56"/>
          <p:cNvSpPr/>
          <p:nvPr/>
        </p:nvSpPr>
        <p:spPr>
          <a:xfrm>
            <a:off x="10439366" y="6190488"/>
            <a:ext cx="54864" cy="54864"/>
          </a:xfrm>
          <a:prstGeom prst="ellipse">
            <a:avLst/>
          </a:prstGeom>
          <a:solidFill>
            <a:srgbClr val="CFD9DF"/>
          </a:solidFill>
          <a:ln/>
        </p:spPr>
      </p:sp>
      <p:sp>
        <p:nvSpPr>
          <p:cNvPr id="60" name="Shape 57"/>
          <p:cNvSpPr/>
          <p:nvPr/>
        </p:nvSpPr>
        <p:spPr>
          <a:xfrm>
            <a:off x="10525746" y="6190488"/>
            <a:ext cx="54864" cy="54864"/>
          </a:xfrm>
          <a:prstGeom prst="ellipse">
            <a:avLst/>
          </a:prstGeom>
          <a:solidFill>
            <a:srgbClr val="CFD9DF"/>
          </a:solidFill>
          <a:ln/>
        </p:spPr>
      </p:sp>
      <p:sp>
        <p:nvSpPr>
          <p:cNvPr id="61" name="Shape 58"/>
          <p:cNvSpPr/>
          <p:nvPr/>
        </p:nvSpPr>
        <p:spPr>
          <a:xfrm>
            <a:off x="10612127" y="6190488"/>
            <a:ext cx="54864" cy="54864"/>
          </a:xfrm>
          <a:prstGeom prst="ellipse">
            <a:avLst/>
          </a:prstGeom>
          <a:solidFill>
            <a:srgbClr val="CFD9DF"/>
          </a:solidFill>
          <a:ln/>
        </p:spPr>
      </p:sp>
      <p:sp>
        <p:nvSpPr>
          <p:cNvPr id="62" name="Shape 59"/>
          <p:cNvSpPr/>
          <p:nvPr/>
        </p:nvSpPr>
        <p:spPr>
          <a:xfrm>
            <a:off x="10698508" y="6190488"/>
            <a:ext cx="54864" cy="54864"/>
          </a:xfrm>
          <a:prstGeom prst="ellipse">
            <a:avLst/>
          </a:prstGeom>
          <a:solidFill>
            <a:srgbClr val="CFD9DF"/>
          </a:solidFill>
          <a:ln/>
        </p:spPr>
      </p:sp>
      <p:sp>
        <p:nvSpPr>
          <p:cNvPr id="63" name="Shape 60"/>
          <p:cNvSpPr/>
          <p:nvPr/>
        </p:nvSpPr>
        <p:spPr>
          <a:xfrm>
            <a:off x="10784888" y="6190488"/>
            <a:ext cx="54864" cy="54864"/>
          </a:xfrm>
          <a:prstGeom prst="ellipse">
            <a:avLst/>
          </a:prstGeom>
          <a:solidFill>
            <a:srgbClr val="CFD9DF"/>
          </a:solidFill>
          <a:ln/>
        </p:spPr>
      </p:sp>
      <p:sp>
        <p:nvSpPr>
          <p:cNvPr id="64" name="Shape 61"/>
          <p:cNvSpPr/>
          <p:nvPr/>
        </p:nvSpPr>
        <p:spPr>
          <a:xfrm>
            <a:off x="10871269" y="6190488"/>
            <a:ext cx="54864" cy="54864"/>
          </a:xfrm>
          <a:prstGeom prst="ellipse">
            <a:avLst/>
          </a:prstGeom>
          <a:solidFill>
            <a:srgbClr val="CFD9DF"/>
          </a:solidFill>
          <a:ln/>
        </p:spPr>
      </p:sp>
      <p:sp>
        <p:nvSpPr>
          <p:cNvPr id="65" name="Shape 62"/>
          <p:cNvSpPr/>
          <p:nvPr/>
        </p:nvSpPr>
        <p:spPr>
          <a:xfrm>
            <a:off x="10957650" y="6190488"/>
            <a:ext cx="54864" cy="54864"/>
          </a:xfrm>
          <a:prstGeom prst="ellipse">
            <a:avLst/>
          </a:prstGeom>
          <a:solidFill>
            <a:srgbClr val="CFD9DF"/>
          </a:solidFill>
          <a:ln/>
        </p:spPr>
      </p:sp>
      <p:sp>
        <p:nvSpPr>
          <p:cNvPr id="66" name="Shape 63"/>
          <p:cNvSpPr/>
          <p:nvPr/>
        </p:nvSpPr>
        <p:spPr>
          <a:xfrm>
            <a:off x="11044030" y="6190488"/>
            <a:ext cx="54864" cy="54864"/>
          </a:xfrm>
          <a:prstGeom prst="ellipse">
            <a:avLst/>
          </a:prstGeom>
          <a:solidFill>
            <a:srgbClr val="CFD9DF"/>
          </a:solidFill>
          <a:ln/>
        </p:spPr>
      </p:sp>
      <p:sp>
        <p:nvSpPr>
          <p:cNvPr id="67" name="Shape 64"/>
          <p:cNvSpPr/>
          <p:nvPr/>
        </p:nvSpPr>
        <p:spPr>
          <a:xfrm>
            <a:off x="11130411" y="6190488"/>
            <a:ext cx="54864" cy="54864"/>
          </a:xfrm>
          <a:prstGeom prst="ellipse">
            <a:avLst/>
          </a:prstGeom>
          <a:solidFill>
            <a:srgbClr val="CFD9DF"/>
          </a:solidFill>
          <a:ln/>
        </p:spPr>
      </p:sp>
      <p:sp>
        <p:nvSpPr>
          <p:cNvPr id="68" name="Shape 65"/>
          <p:cNvSpPr/>
          <p:nvPr/>
        </p:nvSpPr>
        <p:spPr>
          <a:xfrm>
            <a:off x="11216792" y="6190488"/>
            <a:ext cx="54864" cy="54864"/>
          </a:xfrm>
          <a:prstGeom prst="ellipse">
            <a:avLst/>
          </a:prstGeom>
          <a:solidFill>
            <a:srgbClr val="CFD9DF"/>
          </a:solidFill>
          <a:ln/>
        </p:spPr>
      </p:sp>
      <p:sp>
        <p:nvSpPr>
          <p:cNvPr id="69" name="Shape 66"/>
          <p:cNvSpPr/>
          <p:nvPr/>
        </p:nvSpPr>
        <p:spPr>
          <a:xfrm>
            <a:off x="11303172" y="6190488"/>
            <a:ext cx="54864" cy="54864"/>
          </a:xfrm>
          <a:prstGeom prst="ellipse">
            <a:avLst/>
          </a:prstGeom>
          <a:solidFill>
            <a:srgbClr val="CFD9DF"/>
          </a:solidFill>
          <a:ln/>
        </p:spPr>
      </p:sp>
      <p:sp>
        <p:nvSpPr>
          <p:cNvPr id="70" name="Shape 67"/>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tep 3 image" descr="Step 3: First stripe of Prussian blue">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530706" cy="292608"/>
          </a:xfrm>
          <a:prstGeom prst="roundRect">
            <a:avLst>
              <a:gd name="adj" fmla="val 31250"/>
            </a:avLst>
          </a:prstGeom>
          <a:solidFill>
            <a:srgbClr val="1F6A8F"/>
          </a:solidFill>
          <a:ln/>
        </p:spPr>
        <p:txBody>
          <a:bodyPr wrap="square" lIns="0" tIns="0" rIns="0" bIns="0" rtlCol="0" anchor="ctr"/>
          <a:lstStyle/>
          <a:p>
            <a:pPr algn="ctr" indent="0" marL="0">
              <a:buNone/>
            </a:pPr>
            <a:r>
              <a:rPr lang="en-US" sz="1100" b="1" dirty="0">
                <a:solidFill>
                  <a:srgbClr val="FFFFFF"/>
                </a:solidFill>
              </a:rPr>
              <a:t>STAGE 2 · SKY</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3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First stripe of Prussian blue</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Load a brush with Prussian blue mixed with plenty of water.</a:t>
            </a:r>
            <a:endParaRPr lang="en-US" sz="1500" dirty="0"/>
          </a:p>
          <a:p>
            <a:pPr marL="203200" indent="-203200">
              <a:spcAft>
                <a:spcPts val="600"/>
              </a:spcAft>
              <a:buSzPct val="100000"/>
              <a:buChar char="•"/>
            </a:pPr>
            <a:r>
              <a:rPr lang="en-US" sz="1500" dirty="0">
                <a:solidFill>
                  <a:schemeClr val="tx1"/>
                </a:solidFill>
              </a:rPr>
              <a:t>Lay one stripe along the top edge of the wet paper and let it start to spread.</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Start at the very top. The sky should be deepest there and fade as it comes down.</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russian blue"/>
          <p:cNvSpPr/>
          <p:nvPr/>
        </p:nvSpPr>
        <p:spPr>
          <a:xfrm>
            <a:off x="6277336" y="5532120"/>
            <a:ext cx="329184" cy="329184"/>
          </a:xfrm>
          <a:prstGeom prst="ellipse">
            <a:avLst/>
          </a:prstGeom>
          <a:solidFill>
            <a:srgbClr val="5E95AE"/>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Prussian blue</a:t>
            </a:r>
            <a:endParaRPr lang="en-US" sz="1100" dirty="0"/>
          </a:p>
          <a:p>
            <a:pPr indent="0" marL="0">
              <a:buNone/>
            </a:pPr>
            <a:r>
              <a:rPr lang="en-US" sz="1000" dirty="0">
                <a:solidFill>
                  <a:srgbClr val="4A5058"/>
                </a:solidFill>
              </a:rPr>
              <a:t>#5E95AE</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15563" y="6140196"/>
            <a:ext cx="155448" cy="155448"/>
          </a:xfrm>
          <a:prstGeom prst="ellipse">
            <a:avLst/>
          </a:prstGeom>
          <a:solidFill>
            <a:srgbClr val="1F6A8F"/>
          </a:solidFill>
          <a:ln/>
        </p:spPr>
      </p:sp>
      <p:sp>
        <p:nvSpPr>
          <p:cNvPr id="16" name="Shape 13"/>
          <p:cNvSpPr/>
          <p:nvPr/>
        </p:nvSpPr>
        <p:spPr>
          <a:xfrm>
            <a:off x="6552236" y="6190488"/>
            <a:ext cx="54864" cy="54864"/>
          </a:xfrm>
          <a:prstGeom prst="ellipse">
            <a:avLst/>
          </a:prstGeom>
          <a:solidFill>
            <a:srgbClr val="CFD9DF"/>
          </a:solidFill>
          <a:ln/>
        </p:spPr>
      </p:sp>
      <p:sp>
        <p:nvSpPr>
          <p:cNvPr id="17" name="Shape 14"/>
          <p:cNvSpPr/>
          <p:nvPr/>
        </p:nvSpPr>
        <p:spPr>
          <a:xfrm>
            <a:off x="6638617" y="6190488"/>
            <a:ext cx="54864" cy="54864"/>
          </a:xfrm>
          <a:prstGeom prst="ellipse">
            <a:avLst/>
          </a:prstGeom>
          <a:solidFill>
            <a:srgbClr val="CFD9DF"/>
          </a:solidFill>
          <a:ln/>
        </p:spPr>
      </p:sp>
      <p:sp>
        <p:nvSpPr>
          <p:cNvPr id="18" name="Shape 15"/>
          <p:cNvSpPr/>
          <p:nvPr/>
        </p:nvSpPr>
        <p:spPr>
          <a:xfrm>
            <a:off x="6724997" y="6190488"/>
            <a:ext cx="54864" cy="54864"/>
          </a:xfrm>
          <a:prstGeom prst="ellipse">
            <a:avLst/>
          </a:prstGeom>
          <a:solidFill>
            <a:srgbClr val="CFD9DF"/>
          </a:solidFill>
          <a:ln/>
        </p:spPr>
      </p:sp>
      <p:sp>
        <p:nvSpPr>
          <p:cNvPr id="19" name="Shape 16"/>
          <p:cNvSpPr/>
          <p:nvPr/>
        </p:nvSpPr>
        <p:spPr>
          <a:xfrm>
            <a:off x="6811378" y="6190488"/>
            <a:ext cx="54864" cy="54864"/>
          </a:xfrm>
          <a:prstGeom prst="ellipse">
            <a:avLst/>
          </a:prstGeom>
          <a:solidFill>
            <a:srgbClr val="CFD9DF"/>
          </a:solidFill>
          <a:ln/>
        </p:spPr>
      </p:sp>
      <p:sp>
        <p:nvSpPr>
          <p:cNvPr id="20" name="Shape 17"/>
          <p:cNvSpPr/>
          <p:nvPr/>
        </p:nvSpPr>
        <p:spPr>
          <a:xfrm>
            <a:off x="6897759" y="6190488"/>
            <a:ext cx="54864" cy="54864"/>
          </a:xfrm>
          <a:prstGeom prst="ellipse">
            <a:avLst/>
          </a:prstGeom>
          <a:solidFill>
            <a:srgbClr val="CFD9DF"/>
          </a:solidFill>
          <a:ln/>
        </p:spPr>
      </p:sp>
      <p:sp>
        <p:nvSpPr>
          <p:cNvPr id="21" name="Shape 18"/>
          <p:cNvSpPr/>
          <p:nvPr/>
        </p:nvSpPr>
        <p:spPr>
          <a:xfrm>
            <a:off x="6984139" y="6190488"/>
            <a:ext cx="54864" cy="54864"/>
          </a:xfrm>
          <a:prstGeom prst="ellipse">
            <a:avLst/>
          </a:prstGeom>
          <a:solidFill>
            <a:srgbClr val="CFD9DF"/>
          </a:solidFill>
          <a:ln/>
        </p:spPr>
      </p:sp>
      <p:sp>
        <p:nvSpPr>
          <p:cNvPr id="22" name="Shape 19"/>
          <p:cNvSpPr/>
          <p:nvPr/>
        </p:nvSpPr>
        <p:spPr>
          <a:xfrm>
            <a:off x="7070520" y="6190488"/>
            <a:ext cx="54864" cy="54864"/>
          </a:xfrm>
          <a:prstGeom prst="ellipse">
            <a:avLst/>
          </a:prstGeom>
          <a:solidFill>
            <a:srgbClr val="CFD9DF"/>
          </a:solidFill>
          <a:ln/>
        </p:spPr>
      </p:sp>
      <p:sp>
        <p:nvSpPr>
          <p:cNvPr id="23" name="Shape 20"/>
          <p:cNvSpPr/>
          <p:nvPr/>
        </p:nvSpPr>
        <p:spPr>
          <a:xfrm>
            <a:off x="7156901" y="6190488"/>
            <a:ext cx="54864" cy="54864"/>
          </a:xfrm>
          <a:prstGeom prst="ellipse">
            <a:avLst/>
          </a:prstGeom>
          <a:solidFill>
            <a:srgbClr val="CFD9DF"/>
          </a:solidFill>
          <a:ln/>
        </p:spPr>
      </p:sp>
      <p:sp>
        <p:nvSpPr>
          <p:cNvPr id="24" name="Shape 21"/>
          <p:cNvSpPr/>
          <p:nvPr/>
        </p:nvSpPr>
        <p:spPr>
          <a:xfrm>
            <a:off x="7243281" y="6190488"/>
            <a:ext cx="54864" cy="54864"/>
          </a:xfrm>
          <a:prstGeom prst="ellipse">
            <a:avLst/>
          </a:prstGeom>
          <a:solidFill>
            <a:srgbClr val="CFD9DF"/>
          </a:solidFill>
          <a:ln/>
        </p:spPr>
      </p:sp>
      <p:sp>
        <p:nvSpPr>
          <p:cNvPr id="25" name="Shape 22"/>
          <p:cNvSpPr/>
          <p:nvPr/>
        </p:nvSpPr>
        <p:spPr>
          <a:xfrm>
            <a:off x="7329662" y="6190488"/>
            <a:ext cx="54864" cy="54864"/>
          </a:xfrm>
          <a:prstGeom prst="ellipse">
            <a:avLst/>
          </a:prstGeom>
          <a:solidFill>
            <a:srgbClr val="CFD9DF"/>
          </a:solidFill>
          <a:ln/>
        </p:spPr>
      </p:sp>
      <p:sp>
        <p:nvSpPr>
          <p:cNvPr id="26" name="Shape 23"/>
          <p:cNvSpPr/>
          <p:nvPr/>
        </p:nvSpPr>
        <p:spPr>
          <a:xfrm>
            <a:off x="7416043" y="6190488"/>
            <a:ext cx="54864" cy="54864"/>
          </a:xfrm>
          <a:prstGeom prst="ellipse">
            <a:avLst/>
          </a:prstGeom>
          <a:solidFill>
            <a:srgbClr val="CFD9DF"/>
          </a:solidFill>
          <a:ln/>
        </p:spPr>
      </p:sp>
      <p:sp>
        <p:nvSpPr>
          <p:cNvPr id="27" name="Shape 24"/>
          <p:cNvSpPr/>
          <p:nvPr/>
        </p:nvSpPr>
        <p:spPr>
          <a:xfrm>
            <a:off x="7502423" y="6190488"/>
            <a:ext cx="54864" cy="54864"/>
          </a:xfrm>
          <a:prstGeom prst="ellipse">
            <a:avLst/>
          </a:prstGeom>
          <a:solidFill>
            <a:srgbClr val="CFD9DF"/>
          </a:solidFill>
          <a:ln/>
        </p:spPr>
      </p:sp>
      <p:sp>
        <p:nvSpPr>
          <p:cNvPr id="28" name="Shape 25"/>
          <p:cNvSpPr/>
          <p:nvPr/>
        </p:nvSpPr>
        <p:spPr>
          <a:xfrm>
            <a:off x="7588804" y="6190488"/>
            <a:ext cx="54864" cy="54864"/>
          </a:xfrm>
          <a:prstGeom prst="ellipse">
            <a:avLst/>
          </a:prstGeom>
          <a:solidFill>
            <a:srgbClr val="CFD9DF"/>
          </a:solidFill>
          <a:ln/>
        </p:spPr>
      </p:sp>
      <p:sp>
        <p:nvSpPr>
          <p:cNvPr id="29" name="Shape 26"/>
          <p:cNvSpPr/>
          <p:nvPr/>
        </p:nvSpPr>
        <p:spPr>
          <a:xfrm>
            <a:off x="7675185" y="6190488"/>
            <a:ext cx="54864" cy="54864"/>
          </a:xfrm>
          <a:prstGeom prst="ellipse">
            <a:avLst/>
          </a:prstGeom>
          <a:solidFill>
            <a:srgbClr val="CFD9DF"/>
          </a:solidFill>
          <a:ln/>
        </p:spPr>
      </p:sp>
      <p:sp>
        <p:nvSpPr>
          <p:cNvPr id="30" name="Shape 27"/>
          <p:cNvSpPr/>
          <p:nvPr/>
        </p:nvSpPr>
        <p:spPr>
          <a:xfrm>
            <a:off x="7761565" y="6190488"/>
            <a:ext cx="54864" cy="54864"/>
          </a:xfrm>
          <a:prstGeom prst="ellipse">
            <a:avLst/>
          </a:prstGeom>
          <a:solidFill>
            <a:srgbClr val="CFD9DF"/>
          </a:solidFill>
          <a:ln/>
        </p:spPr>
      </p:sp>
      <p:sp>
        <p:nvSpPr>
          <p:cNvPr id="31" name="Shape 28"/>
          <p:cNvSpPr/>
          <p:nvPr/>
        </p:nvSpPr>
        <p:spPr>
          <a:xfrm>
            <a:off x="7847946" y="6190488"/>
            <a:ext cx="54864" cy="54864"/>
          </a:xfrm>
          <a:prstGeom prst="ellipse">
            <a:avLst/>
          </a:prstGeom>
          <a:solidFill>
            <a:srgbClr val="CFD9DF"/>
          </a:solidFill>
          <a:ln/>
        </p:spPr>
      </p:sp>
      <p:sp>
        <p:nvSpPr>
          <p:cNvPr id="32" name="Shape 29"/>
          <p:cNvSpPr/>
          <p:nvPr/>
        </p:nvSpPr>
        <p:spPr>
          <a:xfrm>
            <a:off x="7934327" y="6190488"/>
            <a:ext cx="54864" cy="54864"/>
          </a:xfrm>
          <a:prstGeom prst="ellipse">
            <a:avLst/>
          </a:prstGeom>
          <a:solidFill>
            <a:srgbClr val="CFD9DF"/>
          </a:solidFill>
          <a:ln/>
        </p:spPr>
      </p:sp>
      <p:sp>
        <p:nvSpPr>
          <p:cNvPr id="33" name="Shape 30"/>
          <p:cNvSpPr/>
          <p:nvPr/>
        </p:nvSpPr>
        <p:spPr>
          <a:xfrm>
            <a:off x="8020707" y="6190488"/>
            <a:ext cx="54864" cy="54864"/>
          </a:xfrm>
          <a:prstGeom prst="ellipse">
            <a:avLst/>
          </a:prstGeom>
          <a:solidFill>
            <a:srgbClr val="CFD9DF"/>
          </a:solidFill>
          <a:ln/>
        </p:spPr>
      </p:sp>
      <p:sp>
        <p:nvSpPr>
          <p:cNvPr id="34" name="Shape 31"/>
          <p:cNvSpPr/>
          <p:nvPr/>
        </p:nvSpPr>
        <p:spPr>
          <a:xfrm>
            <a:off x="8107088" y="6190488"/>
            <a:ext cx="54864" cy="54864"/>
          </a:xfrm>
          <a:prstGeom prst="ellipse">
            <a:avLst/>
          </a:prstGeom>
          <a:solidFill>
            <a:srgbClr val="CFD9DF"/>
          </a:solidFill>
          <a:ln/>
        </p:spPr>
      </p:sp>
      <p:sp>
        <p:nvSpPr>
          <p:cNvPr id="35" name="Shape 32"/>
          <p:cNvSpPr/>
          <p:nvPr/>
        </p:nvSpPr>
        <p:spPr>
          <a:xfrm>
            <a:off x="8193469" y="6190488"/>
            <a:ext cx="54864" cy="54864"/>
          </a:xfrm>
          <a:prstGeom prst="ellipse">
            <a:avLst/>
          </a:prstGeom>
          <a:solidFill>
            <a:srgbClr val="CFD9DF"/>
          </a:solidFill>
          <a:ln/>
        </p:spPr>
      </p:sp>
      <p:sp>
        <p:nvSpPr>
          <p:cNvPr id="36" name="Shape 33"/>
          <p:cNvSpPr/>
          <p:nvPr/>
        </p:nvSpPr>
        <p:spPr>
          <a:xfrm>
            <a:off x="8279849" y="6190488"/>
            <a:ext cx="54864" cy="54864"/>
          </a:xfrm>
          <a:prstGeom prst="ellipse">
            <a:avLst/>
          </a:prstGeom>
          <a:solidFill>
            <a:srgbClr val="CFD9DF"/>
          </a:solidFill>
          <a:ln/>
        </p:spPr>
      </p:sp>
      <p:sp>
        <p:nvSpPr>
          <p:cNvPr id="37" name="Shape 34"/>
          <p:cNvSpPr/>
          <p:nvPr/>
        </p:nvSpPr>
        <p:spPr>
          <a:xfrm>
            <a:off x="8366230" y="6190488"/>
            <a:ext cx="54864" cy="54864"/>
          </a:xfrm>
          <a:prstGeom prst="ellipse">
            <a:avLst/>
          </a:prstGeom>
          <a:solidFill>
            <a:srgbClr val="CFD9DF"/>
          </a:solidFill>
          <a:ln/>
        </p:spPr>
      </p:sp>
      <p:sp>
        <p:nvSpPr>
          <p:cNvPr id="38" name="Shape 35"/>
          <p:cNvSpPr/>
          <p:nvPr/>
        </p:nvSpPr>
        <p:spPr>
          <a:xfrm>
            <a:off x="8452611" y="6190488"/>
            <a:ext cx="54864" cy="54864"/>
          </a:xfrm>
          <a:prstGeom prst="ellipse">
            <a:avLst/>
          </a:prstGeom>
          <a:solidFill>
            <a:srgbClr val="CFD9DF"/>
          </a:solidFill>
          <a:ln/>
        </p:spPr>
      </p:sp>
      <p:sp>
        <p:nvSpPr>
          <p:cNvPr id="39" name="Shape 36"/>
          <p:cNvSpPr/>
          <p:nvPr/>
        </p:nvSpPr>
        <p:spPr>
          <a:xfrm>
            <a:off x="8538991" y="6190488"/>
            <a:ext cx="54864" cy="54864"/>
          </a:xfrm>
          <a:prstGeom prst="ellipse">
            <a:avLst/>
          </a:prstGeom>
          <a:solidFill>
            <a:srgbClr val="CFD9DF"/>
          </a:solidFill>
          <a:ln/>
        </p:spPr>
      </p:sp>
      <p:sp>
        <p:nvSpPr>
          <p:cNvPr id="40" name="Shape 37"/>
          <p:cNvSpPr/>
          <p:nvPr/>
        </p:nvSpPr>
        <p:spPr>
          <a:xfrm>
            <a:off x="8625372" y="6190488"/>
            <a:ext cx="54864" cy="54864"/>
          </a:xfrm>
          <a:prstGeom prst="ellipse">
            <a:avLst/>
          </a:prstGeom>
          <a:solidFill>
            <a:srgbClr val="CFD9DF"/>
          </a:solidFill>
          <a:ln/>
        </p:spPr>
      </p:sp>
      <p:sp>
        <p:nvSpPr>
          <p:cNvPr id="41" name="Shape 38"/>
          <p:cNvSpPr/>
          <p:nvPr/>
        </p:nvSpPr>
        <p:spPr>
          <a:xfrm>
            <a:off x="8711753" y="6190488"/>
            <a:ext cx="54864" cy="54864"/>
          </a:xfrm>
          <a:prstGeom prst="ellipse">
            <a:avLst/>
          </a:prstGeom>
          <a:solidFill>
            <a:srgbClr val="CFD9DF"/>
          </a:solidFill>
          <a:ln/>
        </p:spPr>
      </p:sp>
      <p:sp>
        <p:nvSpPr>
          <p:cNvPr id="42" name="Shape 39"/>
          <p:cNvSpPr/>
          <p:nvPr/>
        </p:nvSpPr>
        <p:spPr>
          <a:xfrm>
            <a:off x="8798133" y="6190488"/>
            <a:ext cx="54864" cy="54864"/>
          </a:xfrm>
          <a:prstGeom prst="ellipse">
            <a:avLst/>
          </a:prstGeom>
          <a:solidFill>
            <a:srgbClr val="CFD9DF"/>
          </a:solidFill>
          <a:ln/>
        </p:spPr>
      </p:sp>
      <p:sp>
        <p:nvSpPr>
          <p:cNvPr id="43" name="Shape 40"/>
          <p:cNvSpPr/>
          <p:nvPr/>
        </p:nvSpPr>
        <p:spPr>
          <a:xfrm>
            <a:off x="8884514" y="6190488"/>
            <a:ext cx="54864" cy="54864"/>
          </a:xfrm>
          <a:prstGeom prst="ellipse">
            <a:avLst/>
          </a:prstGeom>
          <a:solidFill>
            <a:srgbClr val="CFD9DF"/>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tep 4 image" descr="Step 4: Pull the blue down the page">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530706" cy="292608"/>
          </a:xfrm>
          <a:prstGeom prst="roundRect">
            <a:avLst>
              <a:gd name="adj" fmla="val 31250"/>
            </a:avLst>
          </a:prstGeom>
          <a:solidFill>
            <a:srgbClr val="1F6A8F"/>
          </a:solidFill>
          <a:ln/>
        </p:spPr>
        <p:txBody>
          <a:bodyPr wrap="square" lIns="0" tIns="0" rIns="0" bIns="0" rtlCol="0" anchor="ctr"/>
          <a:lstStyle/>
          <a:p>
            <a:pPr algn="ctr" indent="0" marL="0">
              <a:buNone/>
            </a:pPr>
            <a:r>
              <a:rPr lang="en-US" sz="1100" b="1" dirty="0">
                <a:solidFill>
                  <a:srgbClr val="FFFFFF"/>
                </a:solidFill>
              </a:rPr>
              <a:t>STAGE 2 · SKY</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4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Pull the blue down the page</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Drag the color downward with broad, loose strokes.</a:t>
            </a:r>
            <a:endParaRPr lang="en-US" sz="1500" dirty="0"/>
          </a:p>
          <a:p>
            <a:pPr marL="203200" indent="-203200">
              <a:spcAft>
                <a:spcPts val="600"/>
              </a:spcAft>
              <a:buSzPct val="100000"/>
              <a:buChar char="•"/>
            </a:pPr>
            <a:r>
              <a:rPr lang="en-US" sz="1500" dirty="0">
                <a:solidFill>
                  <a:schemeClr val="tx1"/>
                </a:solidFill>
              </a:rPr>
              <a:t>Let the wet paper carry the blue; it softens by itself.</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Don't scrub. A few confident strokes keep the wash smooth.</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russian blue"/>
          <p:cNvSpPr/>
          <p:nvPr/>
        </p:nvSpPr>
        <p:spPr>
          <a:xfrm>
            <a:off x="6277336" y="5532120"/>
            <a:ext cx="329184" cy="329184"/>
          </a:xfrm>
          <a:prstGeom prst="ellipse">
            <a:avLst/>
          </a:prstGeom>
          <a:solidFill>
            <a:srgbClr val="5E95AE"/>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Prussian blue</a:t>
            </a:r>
            <a:endParaRPr lang="en-US" sz="1100" dirty="0"/>
          </a:p>
          <a:p>
            <a:pPr indent="0" marL="0">
              <a:buNone/>
            </a:pPr>
            <a:r>
              <a:rPr lang="en-US" sz="1000" dirty="0">
                <a:solidFill>
                  <a:srgbClr val="4A5058"/>
                </a:solidFill>
              </a:rPr>
              <a:t>#5E95AE</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01944" y="6140196"/>
            <a:ext cx="155448" cy="155448"/>
          </a:xfrm>
          <a:prstGeom prst="ellipse">
            <a:avLst/>
          </a:prstGeom>
          <a:solidFill>
            <a:srgbClr val="1F6A8F"/>
          </a:solidFill>
          <a:ln/>
        </p:spPr>
      </p:sp>
      <p:sp>
        <p:nvSpPr>
          <p:cNvPr id="17" name="Shape 14"/>
          <p:cNvSpPr/>
          <p:nvPr/>
        </p:nvSpPr>
        <p:spPr>
          <a:xfrm>
            <a:off x="6638617" y="6190488"/>
            <a:ext cx="54864" cy="54864"/>
          </a:xfrm>
          <a:prstGeom prst="ellipse">
            <a:avLst/>
          </a:prstGeom>
          <a:solidFill>
            <a:srgbClr val="CFD9DF"/>
          </a:solidFill>
          <a:ln/>
        </p:spPr>
      </p:sp>
      <p:sp>
        <p:nvSpPr>
          <p:cNvPr id="18" name="Shape 15"/>
          <p:cNvSpPr/>
          <p:nvPr/>
        </p:nvSpPr>
        <p:spPr>
          <a:xfrm>
            <a:off x="6724997" y="6190488"/>
            <a:ext cx="54864" cy="54864"/>
          </a:xfrm>
          <a:prstGeom prst="ellipse">
            <a:avLst/>
          </a:prstGeom>
          <a:solidFill>
            <a:srgbClr val="CFD9DF"/>
          </a:solidFill>
          <a:ln/>
        </p:spPr>
      </p:sp>
      <p:sp>
        <p:nvSpPr>
          <p:cNvPr id="19" name="Shape 16"/>
          <p:cNvSpPr/>
          <p:nvPr/>
        </p:nvSpPr>
        <p:spPr>
          <a:xfrm>
            <a:off x="6811378" y="6190488"/>
            <a:ext cx="54864" cy="54864"/>
          </a:xfrm>
          <a:prstGeom prst="ellipse">
            <a:avLst/>
          </a:prstGeom>
          <a:solidFill>
            <a:srgbClr val="CFD9DF"/>
          </a:solidFill>
          <a:ln/>
        </p:spPr>
      </p:sp>
      <p:sp>
        <p:nvSpPr>
          <p:cNvPr id="20" name="Shape 17"/>
          <p:cNvSpPr/>
          <p:nvPr/>
        </p:nvSpPr>
        <p:spPr>
          <a:xfrm>
            <a:off x="6897759" y="6190488"/>
            <a:ext cx="54864" cy="54864"/>
          </a:xfrm>
          <a:prstGeom prst="ellipse">
            <a:avLst/>
          </a:prstGeom>
          <a:solidFill>
            <a:srgbClr val="CFD9DF"/>
          </a:solidFill>
          <a:ln/>
        </p:spPr>
      </p:sp>
      <p:sp>
        <p:nvSpPr>
          <p:cNvPr id="21" name="Shape 18"/>
          <p:cNvSpPr/>
          <p:nvPr/>
        </p:nvSpPr>
        <p:spPr>
          <a:xfrm>
            <a:off x="6984139" y="6190488"/>
            <a:ext cx="54864" cy="54864"/>
          </a:xfrm>
          <a:prstGeom prst="ellipse">
            <a:avLst/>
          </a:prstGeom>
          <a:solidFill>
            <a:srgbClr val="CFD9DF"/>
          </a:solidFill>
          <a:ln/>
        </p:spPr>
      </p:sp>
      <p:sp>
        <p:nvSpPr>
          <p:cNvPr id="22" name="Shape 19"/>
          <p:cNvSpPr/>
          <p:nvPr/>
        </p:nvSpPr>
        <p:spPr>
          <a:xfrm>
            <a:off x="7070520" y="6190488"/>
            <a:ext cx="54864" cy="54864"/>
          </a:xfrm>
          <a:prstGeom prst="ellipse">
            <a:avLst/>
          </a:prstGeom>
          <a:solidFill>
            <a:srgbClr val="CFD9DF"/>
          </a:solidFill>
          <a:ln/>
        </p:spPr>
      </p:sp>
      <p:sp>
        <p:nvSpPr>
          <p:cNvPr id="23" name="Shape 20"/>
          <p:cNvSpPr/>
          <p:nvPr/>
        </p:nvSpPr>
        <p:spPr>
          <a:xfrm>
            <a:off x="7156901" y="6190488"/>
            <a:ext cx="54864" cy="54864"/>
          </a:xfrm>
          <a:prstGeom prst="ellipse">
            <a:avLst/>
          </a:prstGeom>
          <a:solidFill>
            <a:srgbClr val="CFD9DF"/>
          </a:solidFill>
          <a:ln/>
        </p:spPr>
      </p:sp>
      <p:sp>
        <p:nvSpPr>
          <p:cNvPr id="24" name="Shape 21"/>
          <p:cNvSpPr/>
          <p:nvPr/>
        </p:nvSpPr>
        <p:spPr>
          <a:xfrm>
            <a:off x="7243281" y="6190488"/>
            <a:ext cx="54864" cy="54864"/>
          </a:xfrm>
          <a:prstGeom prst="ellipse">
            <a:avLst/>
          </a:prstGeom>
          <a:solidFill>
            <a:srgbClr val="CFD9DF"/>
          </a:solidFill>
          <a:ln/>
        </p:spPr>
      </p:sp>
      <p:sp>
        <p:nvSpPr>
          <p:cNvPr id="25" name="Shape 22"/>
          <p:cNvSpPr/>
          <p:nvPr/>
        </p:nvSpPr>
        <p:spPr>
          <a:xfrm>
            <a:off x="7329662" y="6190488"/>
            <a:ext cx="54864" cy="54864"/>
          </a:xfrm>
          <a:prstGeom prst="ellipse">
            <a:avLst/>
          </a:prstGeom>
          <a:solidFill>
            <a:srgbClr val="CFD9DF"/>
          </a:solidFill>
          <a:ln/>
        </p:spPr>
      </p:sp>
      <p:sp>
        <p:nvSpPr>
          <p:cNvPr id="26" name="Shape 23"/>
          <p:cNvSpPr/>
          <p:nvPr/>
        </p:nvSpPr>
        <p:spPr>
          <a:xfrm>
            <a:off x="7416043" y="6190488"/>
            <a:ext cx="54864" cy="54864"/>
          </a:xfrm>
          <a:prstGeom prst="ellipse">
            <a:avLst/>
          </a:prstGeom>
          <a:solidFill>
            <a:srgbClr val="CFD9DF"/>
          </a:solidFill>
          <a:ln/>
        </p:spPr>
      </p:sp>
      <p:sp>
        <p:nvSpPr>
          <p:cNvPr id="27" name="Shape 24"/>
          <p:cNvSpPr/>
          <p:nvPr/>
        </p:nvSpPr>
        <p:spPr>
          <a:xfrm>
            <a:off x="7502423" y="6190488"/>
            <a:ext cx="54864" cy="54864"/>
          </a:xfrm>
          <a:prstGeom prst="ellipse">
            <a:avLst/>
          </a:prstGeom>
          <a:solidFill>
            <a:srgbClr val="CFD9DF"/>
          </a:solidFill>
          <a:ln/>
        </p:spPr>
      </p:sp>
      <p:sp>
        <p:nvSpPr>
          <p:cNvPr id="28" name="Shape 25"/>
          <p:cNvSpPr/>
          <p:nvPr/>
        </p:nvSpPr>
        <p:spPr>
          <a:xfrm>
            <a:off x="7588804" y="6190488"/>
            <a:ext cx="54864" cy="54864"/>
          </a:xfrm>
          <a:prstGeom prst="ellipse">
            <a:avLst/>
          </a:prstGeom>
          <a:solidFill>
            <a:srgbClr val="CFD9DF"/>
          </a:solidFill>
          <a:ln/>
        </p:spPr>
      </p:sp>
      <p:sp>
        <p:nvSpPr>
          <p:cNvPr id="29" name="Shape 26"/>
          <p:cNvSpPr/>
          <p:nvPr/>
        </p:nvSpPr>
        <p:spPr>
          <a:xfrm>
            <a:off x="7675185" y="6190488"/>
            <a:ext cx="54864" cy="54864"/>
          </a:xfrm>
          <a:prstGeom prst="ellipse">
            <a:avLst/>
          </a:prstGeom>
          <a:solidFill>
            <a:srgbClr val="CFD9DF"/>
          </a:solidFill>
          <a:ln/>
        </p:spPr>
      </p:sp>
      <p:sp>
        <p:nvSpPr>
          <p:cNvPr id="30" name="Shape 27"/>
          <p:cNvSpPr/>
          <p:nvPr/>
        </p:nvSpPr>
        <p:spPr>
          <a:xfrm>
            <a:off x="7761565" y="6190488"/>
            <a:ext cx="54864" cy="54864"/>
          </a:xfrm>
          <a:prstGeom prst="ellipse">
            <a:avLst/>
          </a:prstGeom>
          <a:solidFill>
            <a:srgbClr val="CFD9DF"/>
          </a:solidFill>
          <a:ln/>
        </p:spPr>
      </p:sp>
      <p:sp>
        <p:nvSpPr>
          <p:cNvPr id="31" name="Shape 28"/>
          <p:cNvSpPr/>
          <p:nvPr/>
        </p:nvSpPr>
        <p:spPr>
          <a:xfrm>
            <a:off x="7847946" y="6190488"/>
            <a:ext cx="54864" cy="54864"/>
          </a:xfrm>
          <a:prstGeom prst="ellipse">
            <a:avLst/>
          </a:prstGeom>
          <a:solidFill>
            <a:srgbClr val="CFD9DF"/>
          </a:solidFill>
          <a:ln/>
        </p:spPr>
      </p:sp>
      <p:sp>
        <p:nvSpPr>
          <p:cNvPr id="32" name="Shape 29"/>
          <p:cNvSpPr/>
          <p:nvPr/>
        </p:nvSpPr>
        <p:spPr>
          <a:xfrm>
            <a:off x="7934327" y="6190488"/>
            <a:ext cx="54864" cy="54864"/>
          </a:xfrm>
          <a:prstGeom prst="ellipse">
            <a:avLst/>
          </a:prstGeom>
          <a:solidFill>
            <a:srgbClr val="CFD9DF"/>
          </a:solidFill>
          <a:ln/>
        </p:spPr>
      </p:sp>
      <p:sp>
        <p:nvSpPr>
          <p:cNvPr id="33" name="Shape 30"/>
          <p:cNvSpPr/>
          <p:nvPr/>
        </p:nvSpPr>
        <p:spPr>
          <a:xfrm>
            <a:off x="8020707" y="6190488"/>
            <a:ext cx="54864" cy="54864"/>
          </a:xfrm>
          <a:prstGeom prst="ellipse">
            <a:avLst/>
          </a:prstGeom>
          <a:solidFill>
            <a:srgbClr val="CFD9DF"/>
          </a:solidFill>
          <a:ln/>
        </p:spPr>
      </p:sp>
      <p:sp>
        <p:nvSpPr>
          <p:cNvPr id="34" name="Shape 31"/>
          <p:cNvSpPr/>
          <p:nvPr/>
        </p:nvSpPr>
        <p:spPr>
          <a:xfrm>
            <a:off x="8107088" y="6190488"/>
            <a:ext cx="54864" cy="54864"/>
          </a:xfrm>
          <a:prstGeom prst="ellipse">
            <a:avLst/>
          </a:prstGeom>
          <a:solidFill>
            <a:srgbClr val="CFD9DF"/>
          </a:solidFill>
          <a:ln/>
        </p:spPr>
      </p:sp>
      <p:sp>
        <p:nvSpPr>
          <p:cNvPr id="35" name="Shape 32"/>
          <p:cNvSpPr/>
          <p:nvPr/>
        </p:nvSpPr>
        <p:spPr>
          <a:xfrm>
            <a:off x="8193469" y="6190488"/>
            <a:ext cx="54864" cy="54864"/>
          </a:xfrm>
          <a:prstGeom prst="ellipse">
            <a:avLst/>
          </a:prstGeom>
          <a:solidFill>
            <a:srgbClr val="CFD9DF"/>
          </a:solidFill>
          <a:ln/>
        </p:spPr>
      </p:sp>
      <p:sp>
        <p:nvSpPr>
          <p:cNvPr id="36" name="Shape 33"/>
          <p:cNvSpPr/>
          <p:nvPr/>
        </p:nvSpPr>
        <p:spPr>
          <a:xfrm>
            <a:off x="8279849" y="6190488"/>
            <a:ext cx="54864" cy="54864"/>
          </a:xfrm>
          <a:prstGeom prst="ellipse">
            <a:avLst/>
          </a:prstGeom>
          <a:solidFill>
            <a:srgbClr val="CFD9DF"/>
          </a:solidFill>
          <a:ln/>
        </p:spPr>
      </p:sp>
      <p:sp>
        <p:nvSpPr>
          <p:cNvPr id="37" name="Shape 34"/>
          <p:cNvSpPr/>
          <p:nvPr/>
        </p:nvSpPr>
        <p:spPr>
          <a:xfrm>
            <a:off x="8366230" y="6190488"/>
            <a:ext cx="54864" cy="54864"/>
          </a:xfrm>
          <a:prstGeom prst="ellipse">
            <a:avLst/>
          </a:prstGeom>
          <a:solidFill>
            <a:srgbClr val="CFD9DF"/>
          </a:solidFill>
          <a:ln/>
        </p:spPr>
      </p:sp>
      <p:sp>
        <p:nvSpPr>
          <p:cNvPr id="38" name="Shape 35"/>
          <p:cNvSpPr/>
          <p:nvPr/>
        </p:nvSpPr>
        <p:spPr>
          <a:xfrm>
            <a:off x="8452611" y="6190488"/>
            <a:ext cx="54864" cy="54864"/>
          </a:xfrm>
          <a:prstGeom prst="ellipse">
            <a:avLst/>
          </a:prstGeom>
          <a:solidFill>
            <a:srgbClr val="CFD9DF"/>
          </a:solidFill>
          <a:ln/>
        </p:spPr>
      </p:sp>
      <p:sp>
        <p:nvSpPr>
          <p:cNvPr id="39" name="Shape 36"/>
          <p:cNvSpPr/>
          <p:nvPr/>
        </p:nvSpPr>
        <p:spPr>
          <a:xfrm>
            <a:off x="8538991" y="6190488"/>
            <a:ext cx="54864" cy="54864"/>
          </a:xfrm>
          <a:prstGeom prst="ellipse">
            <a:avLst/>
          </a:prstGeom>
          <a:solidFill>
            <a:srgbClr val="CFD9DF"/>
          </a:solidFill>
          <a:ln/>
        </p:spPr>
      </p:sp>
      <p:sp>
        <p:nvSpPr>
          <p:cNvPr id="40" name="Shape 37"/>
          <p:cNvSpPr/>
          <p:nvPr/>
        </p:nvSpPr>
        <p:spPr>
          <a:xfrm>
            <a:off x="8625372" y="6190488"/>
            <a:ext cx="54864" cy="54864"/>
          </a:xfrm>
          <a:prstGeom prst="ellipse">
            <a:avLst/>
          </a:prstGeom>
          <a:solidFill>
            <a:srgbClr val="CFD9DF"/>
          </a:solidFill>
          <a:ln/>
        </p:spPr>
      </p:sp>
      <p:sp>
        <p:nvSpPr>
          <p:cNvPr id="41" name="Shape 38"/>
          <p:cNvSpPr/>
          <p:nvPr/>
        </p:nvSpPr>
        <p:spPr>
          <a:xfrm>
            <a:off x="8711753" y="6190488"/>
            <a:ext cx="54864" cy="54864"/>
          </a:xfrm>
          <a:prstGeom prst="ellipse">
            <a:avLst/>
          </a:prstGeom>
          <a:solidFill>
            <a:srgbClr val="CFD9DF"/>
          </a:solidFill>
          <a:ln/>
        </p:spPr>
      </p:sp>
      <p:sp>
        <p:nvSpPr>
          <p:cNvPr id="42" name="Shape 39"/>
          <p:cNvSpPr/>
          <p:nvPr/>
        </p:nvSpPr>
        <p:spPr>
          <a:xfrm>
            <a:off x="8798133" y="6190488"/>
            <a:ext cx="54864" cy="54864"/>
          </a:xfrm>
          <a:prstGeom prst="ellipse">
            <a:avLst/>
          </a:prstGeom>
          <a:solidFill>
            <a:srgbClr val="CFD9DF"/>
          </a:solidFill>
          <a:ln/>
        </p:spPr>
      </p:sp>
      <p:sp>
        <p:nvSpPr>
          <p:cNvPr id="43" name="Shape 40"/>
          <p:cNvSpPr/>
          <p:nvPr/>
        </p:nvSpPr>
        <p:spPr>
          <a:xfrm>
            <a:off x="8884514" y="6190488"/>
            <a:ext cx="54864" cy="54864"/>
          </a:xfrm>
          <a:prstGeom prst="ellipse">
            <a:avLst/>
          </a:prstGeom>
          <a:solidFill>
            <a:srgbClr val="CFD9DF"/>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tep 5 image" descr="Step 5: Fade the blue toward the middle">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530706" cy="292608"/>
          </a:xfrm>
          <a:prstGeom prst="roundRect">
            <a:avLst>
              <a:gd name="adj" fmla="val 31250"/>
            </a:avLst>
          </a:prstGeom>
          <a:solidFill>
            <a:srgbClr val="1F6A8F"/>
          </a:solidFill>
          <a:ln/>
        </p:spPr>
        <p:txBody>
          <a:bodyPr wrap="square" lIns="0" tIns="0" rIns="0" bIns="0" rtlCol="0" anchor="ctr"/>
          <a:lstStyle/>
          <a:p>
            <a:pPr algn="ctr" indent="0" marL="0">
              <a:buNone/>
            </a:pPr>
            <a:r>
              <a:rPr lang="en-US" sz="1100" b="1" dirty="0">
                <a:solidFill>
                  <a:srgbClr val="FFFFFF"/>
                </a:solidFill>
              </a:rPr>
              <a:t>STAGE 2 · SKY</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5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Fade the blue toward the middle</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Add a little more blue near the top, then use a lightly loaded brush to pull it down.</a:t>
            </a:r>
            <a:endParaRPr lang="en-US" sz="1500" dirty="0"/>
          </a:p>
          <a:p>
            <a:pPr marL="203200" indent="-203200">
              <a:spcAft>
                <a:spcPts val="600"/>
              </a:spcAft>
              <a:buSzPct val="100000"/>
              <a:buChar char="•"/>
            </a:pPr>
            <a:r>
              <a:rPr lang="en-US" sz="1500" dirty="0">
                <a:solidFill>
                  <a:schemeClr val="tx1"/>
                </a:solidFill>
              </a:rPr>
              <a:t>Let the color thin out into the white of the paper.</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The lower half of the sky stays very pale, which leaves room for clouds.</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russian blue"/>
          <p:cNvSpPr/>
          <p:nvPr/>
        </p:nvSpPr>
        <p:spPr>
          <a:xfrm>
            <a:off x="6277336" y="5532120"/>
            <a:ext cx="329184" cy="329184"/>
          </a:xfrm>
          <a:prstGeom prst="ellipse">
            <a:avLst/>
          </a:prstGeom>
          <a:solidFill>
            <a:srgbClr val="5E95AE"/>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Prussian blue</a:t>
            </a:r>
            <a:endParaRPr lang="en-US" sz="1100" dirty="0"/>
          </a:p>
          <a:p>
            <a:pPr indent="0" marL="0">
              <a:buNone/>
            </a:pPr>
            <a:r>
              <a:rPr lang="en-US" sz="1000" dirty="0">
                <a:solidFill>
                  <a:srgbClr val="4A5058"/>
                </a:solidFill>
              </a:rPr>
              <a:t>#5E95AE</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588325" y="6140196"/>
            <a:ext cx="155448" cy="155448"/>
          </a:xfrm>
          <a:prstGeom prst="ellipse">
            <a:avLst/>
          </a:prstGeom>
          <a:solidFill>
            <a:srgbClr val="1F6A8F"/>
          </a:solidFill>
          <a:ln/>
        </p:spPr>
      </p:sp>
      <p:sp>
        <p:nvSpPr>
          <p:cNvPr id="18" name="Shape 15"/>
          <p:cNvSpPr/>
          <p:nvPr/>
        </p:nvSpPr>
        <p:spPr>
          <a:xfrm>
            <a:off x="6724997" y="6190488"/>
            <a:ext cx="54864" cy="54864"/>
          </a:xfrm>
          <a:prstGeom prst="ellipse">
            <a:avLst/>
          </a:prstGeom>
          <a:solidFill>
            <a:srgbClr val="CFD9DF"/>
          </a:solidFill>
          <a:ln/>
        </p:spPr>
      </p:sp>
      <p:sp>
        <p:nvSpPr>
          <p:cNvPr id="19" name="Shape 16"/>
          <p:cNvSpPr/>
          <p:nvPr/>
        </p:nvSpPr>
        <p:spPr>
          <a:xfrm>
            <a:off x="6811378" y="6190488"/>
            <a:ext cx="54864" cy="54864"/>
          </a:xfrm>
          <a:prstGeom prst="ellipse">
            <a:avLst/>
          </a:prstGeom>
          <a:solidFill>
            <a:srgbClr val="CFD9DF"/>
          </a:solidFill>
          <a:ln/>
        </p:spPr>
      </p:sp>
      <p:sp>
        <p:nvSpPr>
          <p:cNvPr id="20" name="Shape 17"/>
          <p:cNvSpPr/>
          <p:nvPr/>
        </p:nvSpPr>
        <p:spPr>
          <a:xfrm>
            <a:off x="6897759" y="6190488"/>
            <a:ext cx="54864" cy="54864"/>
          </a:xfrm>
          <a:prstGeom prst="ellipse">
            <a:avLst/>
          </a:prstGeom>
          <a:solidFill>
            <a:srgbClr val="CFD9DF"/>
          </a:solidFill>
          <a:ln/>
        </p:spPr>
      </p:sp>
      <p:sp>
        <p:nvSpPr>
          <p:cNvPr id="21" name="Shape 18"/>
          <p:cNvSpPr/>
          <p:nvPr/>
        </p:nvSpPr>
        <p:spPr>
          <a:xfrm>
            <a:off x="6984139" y="6190488"/>
            <a:ext cx="54864" cy="54864"/>
          </a:xfrm>
          <a:prstGeom prst="ellipse">
            <a:avLst/>
          </a:prstGeom>
          <a:solidFill>
            <a:srgbClr val="CFD9DF"/>
          </a:solidFill>
          <a:ln/>
        </p:spPr>
      </p:sp>
      <p:sp>
        <p:nvSpPr>
          <p:cNvPr id="22" name="Shape 19"/>
          <p:cNvSpPr/>
          <p:nvPr/>
        </p:nvSpPr>
        <p:spPr>
          <a:xfrm>
            <a:off x="7070520" y="6190488"/>
            <a:ext cx="54864" cy="54864"/>
          </a:xfrm>
          <a:prstGeom prst="ellipse">
            <a:avLst/>
          </a:prstGeom>
          <a:solidFill>
            <a:srgbClr val="CFD9DF"/>
          </a:solidFill>
          <a:ln/>
        </p:spPr>
      </p:sp>
      <p:sp>
        <p:nvSpPr>
          <p:cNvPr id="23" name="Shape 20"/>
          <p:cNvSpPr/>
          <p:nvPr/>
        </p:nvSpPr>
        <p:spPr>
          <a:xfrm>
            <a:off x="7156901" y="6190488"/>
            <a:ext cx="54864" cy="54864"/>
          </a:xfrm>
          <a:prstGeom prst="ellipse">
            <a:avLst/>
          </a:prstGeom>
          <a:solidFill>
            <a:srgbClr val="CFD9DF"/>
          </a:solidFill>
          <a:ln/>
        </p:spPr>
      </p:sp>
      <p:sp>
        <p:nvSpPr>
          <p:cNvPr id="24" name="Shape 21"/>
          <p:cNvSpPr/>
          <p:nvPr/>
        </p:nvSpPr>
        <p:spPr>
          <a:xfrm>
            <a:off x="7243281" y="6190488"/>
            <a:ext cx="54864" cy="54864"/>
          </a:xfrm>
          <a:prstGeom prst="ellipse">
            <a:avLst/>
          </a:prstGeom>
          <a:solidFill>
            <a:srgbClr val="CFD9DF"/>
          </a:solidFill>
          <a:ln/>
        </p:spPr>
      </p:sp>
      <p:sp>
        <p:nvSpPr>
          <p:cNvPr id="25" name="Shape 22"/>
          <p:cNvSpPr/>
          <p:nvPr/>
        </p:nvSpPr>
        <p:spPr>
          <a:xfrm>
            <a:off x="7329662" y="6190488"/>
            <a:ext cx="54864" cy="54864"/>
          </a:xfrm>
          <a:prstGeom prst="ellipse">
            <a:avLst/>
          </a:prstGeom>
          <a:solidFill>
            <a:srgbClr val="CFD9DF"/>
          </a:solidFill>
          <a:ln/>
        </p:spPr>
      </p:sp>
      <p:sp>
        <p:nvSpPr>
          <p:cNvPr id="26" name="Shape 23"/>
          <p:cNvSpPr/>
          <p:nvPr/>
        </p:nvSpPr>
        <p:spPr>
          <a:xfrm>
            <a:off x="7416043" y="6190488"/>
            <a:ext cx="54864" cy="54864"/>
          </a:xfrm>
          <a:prstGeom prst="ellipse">
            <a:avLst/>
          </a:prstGeom>
          <a:solidFill>
            <a:srgbClr val="CFD9DF"/>
          </a:solidFill>
          <a:ln/>
        </p:spPr>
      </p:sp>
      <p:sp>
        <p:nvSpPr>
          <p:cNvPr id="27" name="Shape 24"/>
          <p:cNvSpPr/>
          <p:nvPr/>
        </p:nvSpPr>
        <p:spPr>
          <a:xfrm>
            <a:off x="7502423" y="6190488"/>
            <a:ext cx="54864" cy="54864"/>
          </a:xfrm>
          <a:prstGeom prst="ellipse">
            <a:avLst/>
          </a:prstGeom>
          <a:solidFill>
            <a:srgbClr val="CFD9DF"/>
          </a:solidFill>
          <a:ln/>
        </p:spPr>
      </p:sp>
      <p:sp>
        <p:nvSpPr>
          <p:cNvPr id="28" name="Shape 25"/>
          <p:cNvSpPr/>
          <p:nvPr/>
        </p:nvSpPr>
        <p:spPr>
          <a:xfrm>
            <a:off x="7588804" y="6190488"/>
            <a:ext cx="54864" cy="54864"/>
          </a:xfrm>
          <a:prstGeom prst="ellipse">
            <a:avLst/>
          </a:prstGeom>
          <a:solidFill>
            <a:srgbClr val="CFD9DF"/>
          </a:solidFill>
          <a:ln/>
        </p:spPr>
      </p:sp>
      <p:sp>
        <p:nvSpPr>
          <p:cNvPr id="29" name="Shape 26"/>
          <p:cNvSpPr/>
          <p:nvPr/>
        </p:nvSpPr>
        <p:spPr>
          <a:xfrm>
            <a:off x="7675185" y="6190488"/>
            <a:ext cx="54864" cy="54864"/>
          </a:xfrm>
          <a:prstGeom prst="ellipse">
            <a:avLst/>
          </a:prstGeom>
          <a:solidFill>
            <a:srgbClr val="CFD9DF"/>
          </a:solidFill>
          <a:ln/>
        </p:spPr>
      </p:sp>
      <p:sp>
        <p:nvSpPr>
          <p:cNvPr id="30" name="Shape 27"/>
          <p:cNvSpPr/>
          <p:nvPr/>
        </p:nvSpPr>
        <p:spPr>
          <a:xfrm>
            <a:off x="7761565" y="6190488"/>
            <a:ext cx="54864" cy="54864"/>
          </a:xfrm>
          <a:prstGeom prst="ellipse">
            <a:avLst/>
          </a:prstGeom>
          <a:solidFill>
            <a:srgbClr val="CFD9DF"/>
          </a:solidFill>
          <a:ln/>
        </p:spPr>
      </p:sp>
      <p:sp>
        <p:nvSpPr>
          <p:cNvPr id="31" name="Shape 28"/>
          <p:cNvSpPr/>
          <p:nvPr/>
        </p:nvSpPr>
        <p:spPr>
          <a:xfrm>
            <a:off x="7847946" y="6190488"/>
            <a:ext cx="54864" cy="54864"/>
          </a:xfrm>
          <a:prstGeom prst="ellipse">
            <a:avLst/>
          </a:prstGeom>
          <a:solidFill>
            <a:srgbClr val="CFD9DF"/>
          </a:solidFill>
          <a:ln/>
        </p:spPr>
      </p:sp>
      <p:sp>
        <p:nvSpPr>
          <p:cNvPr id="32" name="Shape 29"/>
          <p:cNvSpPr/>
          <p:nvPr/>
        </p:nvSpPr>
        <p:spPr>
          <a:xfrm>
            <a:off x="7934327" y="6190488"/>
            <a:ext cx="54864" cy="54864"/>
          </a:xfrm>
          <a:prstGeom prst="ellipse">
            <a:avLst/>
          </a:prstGeom>
          <a:solidFill>
            <a:srgbClr val="CFD9DF"/>
          </a:solidFill>
          <a:ln/>
        </p:spPr>
      </p:sp>
      <p:sp>
        <p:nvSpPr>
          <p:cNvPr id="33" name="Shape 30"/>
          <p:cNvSpPr/>
          <p:nvPr/>
        </p:nvSpPr>
        <p:spPr>
          <a:xfrm>
            <a:off x="8020707" y="6190488"/>
            <a:ext cx="54864" cy="54864"/>
          </a:xfrm>
          <a:prstGeom prst="ellipse">
            <a:avLst/>
          </a:prstGeom>
          <a:solidFill>
            <a:srgbClr val="CFD9DF"/>
          </a:solidFill>
          <a:ln/>
        </p:spPr>
      </p:sp>
      <p:sp>
        <p:nvSpPr>
          <p:cNvPr id="34" name="Shape 31"/>
          <p:cNvSpPr/>
          <p:nvPr/>
        </p:nvSpPr>
        <p:spPr>
          <a:xfrm>
            <a:off x="8107088" y="6190488"/>
            <a:ext cx="54864" cy="54864"/>
          </a:xfrm>
          <a:prstGeom prst="ellipse">
            <a:avLst/>
          </a:prstGeom>
          <a:solidFill>
            <a:srgbClr val="CFD9DF"/>
          </a:solidFill>
          <a:ln/>
        </p:spPr>
      </p:sp>
      <p:sp>
        <p:nvSpPr>
          <p:cNvPr id="35" name="Shape 32"/>
          <p:cNvSpPr/>
          <p:nvPr/>
        </p:nvSpPr>
        <p:spPr>
          <a:xfrm>
            <a:off x="8193469" y="6190488"/>
            <a:ext cx="54864" cy="54864"/>
          </a:xfrm>
          <a:prstGeom prst="ellipse">
            <a:avLst/>
          </a:prstGeom>
          <a:solidFill>
            <a:srgbClr val="CFD9DF"/>
          </a:solidFill>
          <a:ln/>
        </p:spPr>
      </p:sp>
      <p:sp>
        <p:nvSpPr>
          <p:cNvPr id="36" name="Shape 33"/>
          <p:cNvSpPr/>
          <p:nvPr/>
        </p:nvSpPr>
        <p:spPr>
          <a:xfrm>
            <a:off x="8279849" y="6190488"/>
            <a:ext cx="54864" cy="54864"/>
          </a:xfrm>
          <a:prstGeom prst="ellipse">
            <a:avLst/>
          </a:prstGeom>
          <a:solidFill>
            <a:srgbClr val="CFD9DF"/>
          </a:solidFill>
          <a:ln/>
        </p:spPr>
      </p:sp>
      <p:sp>
        <p:nvSpPr>
          <p:cNvPr id="37" name="Shape 34"/>
          <p:cNvSpPr/>
          <p:nvPr/>
        </p:nvSpPr>
        <p:spPr>
          <a:xfrm>
            <a:off x="8366230" y="6190488"/>
            <a:ext cx="54864" cy="54864"/>
          </a:xfrm>
          <a:prstGeom prst="ellipse">
            <a:avLst/>
          </a:prstGeom>
          <a:solidFill>
            <a:srgbClr val="CFD9DF"/>
          </a:solidFill>
          <a:ln/>
        </p:spPr>
      </p:sp>
      <p:sp>
        <p:nvSpPr>
          <p:cNvPr id="38" name="Shape 35"/>
          <p:cNvSpPr/>
          <p:nvPr/>
        </p:nvSpPr>
        <p:spPr>
          <a:xfrm>
            <a:off x="8452611" y="6190488"/>
            <a:ext cx="54864" cy="54864"/>
          </a:xfrm>
          <a:prstGeom prst="ellipse">
            <a:avLst/>
          </a:prstGeom>
          <a:solidFill>
            <a:srgbClr val="CFD9DF"/>
          </a:solidFill>
          <a:ln/>
        </p:spPr>
      </p:sp>
      <p:sp>
        <p:nvSpPr>
          <p:cNvPr id="39" name="Shape 36"/>
          <p:cNvSpPr/>
          <p:nvPr/>
        </p:nvSpPr>
        <p:spPr>
          <a:xfrm>
            <a:off x="8538991" y="6190488"/>
            <a:ext cx="54864" cy="54864"/>
          </a:xfrm>
          <a:prstGeom prst="ellipse">
            <a:avLst/>
          </a:prstGeom>
          <a:solidFill>
            <a:srgbClr val="CFD9DF"/>
          </a:solidFill>
          <a:ln/>
        </p:spPr>
      </p:sp>
      <p:sp>
        <p:nvSpPr>
          <p:cNvPr id="40" name="Shape 37"/>
          <p:cNvSpPr/>
          <p:nvPr/>
        </p:nvSpPr>
        <p:spPr>
          <a:xfrm>
            <a:off x="8625372" y="6190488"/>
            <a:ext cx="54864" cy="54864"/>
          </a:xfrm>
          <a:prstGeom prst="ellipse">
            <a:avLst/>
          </a:prstGeom>
          <a:solidFill>
            <a:srgbClr val="CFD9DF"/>
          </a:solidFill>
          <a:ln/>
        </p:spPr>
      </p:sp>
      <p:sp>
        <p:nvSpPr>
          <p:cNvPr id="41" name="Shape 38"/>
          <p:cNvSpPr/>
          <p:nvPr/>
        </p:nvSpPr>
        <p:spPr>
          <a:xfrm>
            <a:off x="8711753" y="6190488"/>
            <a:ext cx="54864" cy="54864"/>
          </a:xfrm>
          <a:prstGeom prst="ellipse">
            <a:avLst/>
          </a:prstGeom>
          <a:solidFill>
            <a:srgbClr val="CFD9DF"/>
          </a:solidFill>
          <a:ln/>
        </p:spPr>
      </p:sp>
      <p:sp>
        <p:nvSpPr>
          <p:cNvPr id="42" name="Shape 39"/>
          <p:cNvSpPr/>
          <p:nvPr/>
        </p:nvSpPr>
        <p:spPr>
          <a:xfrm>
            <a:off x="8798133" y="6190488"/>
            <a:ext cx="54864" cy="54864"/>
          </a:xfrm>
          <a:prstGeom prst="ellipse">
            <a:avLst/>
          </a:prstGeom>
          <a:solidFill>
            <a:srgbClr val="CFD9DF"/>
          </a:solidFill>
          <a:ln/>
        </p:spPr>
      </p:sp>
      <p:sp>
        <p:nvSpPr>
          <p:cNvPr id="43" name="Shape 40"/>
          <p:cNvSpPr/>
          <p:nvPr/>
        </p:nvSpPr>
        <p:spPr>
          <a:xfrm>
            <a:off x="8884514" y="6190488"/>
            <a:ext cx="54864" cy="54864"/>
          </a:xfrm>
          <a:prstGeom prst="ellipse">
            <a:avLst/>
          </a:prstGeom>
          <a:solidFill>
            <a:srgbClr val="CFD9DF"/>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tep 6 image" descr="Step 6: Smooth the transition">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530706" cy="292608"/>
          </a:xfrm>
          <a:prstGeom prst="roundRect">
            <a:avLst>
              <a:gd name="adj" fmla="val 31250"/>
            </a:avLst>
          </a:prstGeom>
          <a:solidFill>
            <a:srgbClr val="1F6A8F"/>
          </a:solidFill>
          <a:ln/>
        </p:spPr>
        <p:txBody>
          <a:bodyPr wrap="square" lIns="0" tIns="0" rIns="0" bIns="0" rtlCol="0" anchor="ctr"/>
          <a:lstStyle/>
          <a:p>
            <a:pPr algn="ctr" indent="0" marL="0">
              <a:buNone/>
            </a:pPr>
            <a:r>
              <a:rPr lang="en-US" sz="1100" b="1" dirty="0">
                <a:solidFill>
                  <a:srgbClr val="FFFFFF"/>
                </a:solidFill>
              </a:rPr>
              <a:t>STAGE 2 · SKY</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6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Smooth the transition</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Soften the lower edge of the blue so there is no hard line.</a:t>
            </a:r>
            <a:endParaRPr lang="en-US" sz="1500" dirty="0"/>
          </a:p>
          <a:p>
            <a:pPr marL="203200" indent="-203200">
              <a:spcAft>
                <a:spcPts val="600"/>
              </a:spcAft>
              <a:buSzPct val="100000"/>
              <a:buChar char="•"/>
            </a:pPr>
            <a:r>
              <a:rPr lang="en-US" sz="1500" dirty="0">
                <a:solidFill>
                  <a:schemeClr val="tx1"/>
                </a:solidFill>
              </a:rPr>
              <a:t>Stop while the paper is still damp, because the next step lifts wet paint.</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Don't wait for the sky to dry yet. The tissue only lifts paint that is still wet.</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russian blue"/>
          <p:cNvSpPr/>
          <p:nvPr/>
        </p:nvSpPr>
        <p:spPr>
          <a:xfrm>
            <a:off x="6277336" y="5532120"/>
            <a:ext cx="329184" cy="329184"/>
          </a:xfrm>
          <a:prstGeom prst="ellipse">
            <a:avLst/>
          </a:prstGeom>
          <a:solidFill>
            <a:srgbClr val="5E95AE"/>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Prussian blue</a:t>
            </a:r>
            <a:endParaRPr lang="en-US" sz="1100" dirty="0"/>
          </a:p>
          <a:p>
            <a:pPr indent="0" marL="0">
              <a:buNone/>
            </a:pPr>
            <a:r>
              <a:rPr lang="en-US" sz="1000" dirty="0">
                <a:solidFill>
                  <a:srgbClr val="4A5058"/>
                </a:solidFill>
              </a:rPr>
              <a:t>#5E95AE</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674705" y="6140196"/>
            <a:ext cx="155448" cy="155448"/>
          </a:xfrm>
          <a:prstGeom prst="ellipse">
            <a:avLst/>
          </a:prstGeom>
          <a:solidFill>
            <a:srgbClr val="1F6A8F"/>
          </a:solidFill>
          <a:ln/>
        </p:spPr>
      </p:sp>
      <p:sp>
        <p:nvSpPr>
          <p:cNvPr id="19" name="Shape 16"/>
          <p:cNvSpPr/>
          <p:nvPr/>
        </p:nvSpPr>
        <p:spPr>
          <a:xfrm>
            <a:off x="6811378" y="6190488"/>
            <a:ext cx="54864" cy="54864"/>
          </a:xfrm>
          <a:prstGeom prst="ellipse">
            <a:avLst/>
          </a:prstGeom>
          <a:solidFill>
            <a:srgbClr val="CFD9DF"/>
          </a:solidFill>
          <a:ln/>
        </p:spPr>
      </p:sp>
      <p:sp>
        <p:nvSpPr>
          <p:cNvPr id="20" name="Shape 17"/>
          <p:cNvSpPr/>
          <p:nvPr/>
        </p:nvSpPr>
        <p:spPr>
          <a:xfrm>
            <a:off x="6897759" y="6190488"/>
            <a:ext cx="54864" cy="54864"/>
          </a:xfrm>
          <a:prstGeom prst="ellipse">
            <a:avLst/>
          </a:prstGeom>
          <a:solidFill>
            <a:srgbClr val="CFD9DF"/>
          </a:solidFill>
          <a:ln/>
        </p:spPr>
      </p:sp>
      <p:sp>
        <p:nvSpPr>
          <p:cNvPr id="21" name="Shape 18"/>
          <p:cNvSpPr/>
          <p:nvPr/>
        </p:nvSpPr>
        <p:spPr>
          <a:xfrm>
            <a:off x="6984139" y="6190488"/>
            <a:ext cx="54864" cy="54864"/>
          </a:xfrm>
          <a:prstGeom prst="ellipse">
            <a:avLst/>
          </a:prstGeom>
          <a:solidFill>
            <a:srgbClr val="CFD9DF"/>
          </a:solidFill>
          <a:ln/>
        </p:spPr>
      </p:sp>
      <p:sp>
        <p:nvSpPr>
          <p:cNvPr id="22" name="Shape 19"/>
          <p:cNvSpPr/>
          <p:nvPr/>
        </p:nvSpPr>
        <p:spPr>
          <a:xfrm>
            <a:off x="7070520" y="6190488"/>
            <a:ext cx="54864" cy="54864"/>
          </a:xfrm>
          <a:prstGeom prst="ellipse">
            <a:avLst/>
          </a:prstGeom>
          <a:solidFill>
            <a:srgbClr val="CFD9DF"/>
          </a:solidFill>
          <a:ln/>
        </p:spPr>
      </p:sp>
      <p:sp>
        <p:nvSpPr>
          <p:cNvPr id="23" name="Shape 20"/>
          <p:cNvSpPr/>
          <p:nvPr/>
        </p:nvSpPr>
        <p:spPr>
          <a:xfrm>
            <a:off x="7156901" y="6190488"/>
            <a:ext cx="54864" cy="54864"/>
          </a:xfrm>
          <a:prstGeom prst="ellipse">
            <a:avLst/>
          </a:prstGeom>
          <a:solidFill>
            <a:srgbClr val="CFD9DF"/>
          </a:solidFill>
          <a:ln/>
        </p:spPr>
      </p:sp>
      <p:sp>
        <p:nvSpPr>
          <p:cNvPr id="24" name="Shape 21"/>
          <p:cNvSpPr/>
          <p:nvPr/>
        </p:nvSpPr>
        <p:spPr>
          <a:xfrm>
            <a:off x="7243281" y="6190488"/>
            <a:ext cx="54864" cy="54864"/>
          </a:xfrm>
          <a:prstGeom prst="ellipse">
            <a:avLst/>
          </a:prstGeom>
          <a:solidFill>
            <a:srgbClr val="CFD9DF"/>
          </a:solidFill>
          <a:ln/>
        </p:spPr>
      </p:sp>
      <p:sp>
        <p:nvSpPr>
          <p:cNvPr id="25" name="Shape 22"/>
          <p:cNvSpPr/>
          <p:nvPr/>
        </p:nvSpPr>
        <p:spPr>
          <a:xfrm>
            <a:off x="7329662" y="6190488"/>
            <a:ext cx="54864" cy="54864"/>
          </a:xfrm>
          <a:prstGeom prst="ellipse">
            <a:avLst/>
          </a:prstGeom>
          <a:solidFill>
            <a:srgbClr val="CFD9DF"/>
          </a:solidFill>
          <a:ln/>
        </p:spPr>
      </p:sp>
      <p:sp>
        <p:nvSpPr>
          <p:cNvPr id="26" name="Shape 23"/>
          <p:cNvSpPr/>
          <p:nvPr/>
        </p:nvSpPr>
        <p:spPr>
          <a:xfrm>
            <a:off x="7416043" y="6190488"/>
            <a:ext cx="54864" cy="54864"/>
          </a:xfrm>
          <a:prstGeom prst="ellipse">
            <a:avLst/>
          </a:prstGeom>
          <a:solidFill>
            <a:srgbClr val="CFD9DF"/>
          </a:solidFill>
          <a:ln/>
        </p:spPr>
      </p:sp>
      <p:sp>
        <p:nvSpPr>
          <p:cNvPr id="27" name="Shape 24"/>
          <p:cNvSpPr/>
          <p:nvPr/>
        </p:nvSpPr>
        <p:spPr>
          <a:xfrm>
            <a:off x="7502423" y="6190488"/>
            <a:ext cx="54864" cy="54864"/>
          </a:xfrm>
          <a:prstGeom prst="ellipse">
            <a:avLst/>
          </a:prstGeom>
          <a:solidFill>
            <a:srgbClr val="CFD9DF"/>
          </a:solidFill>
          <a:ln/>
        </p:spPr>
      </p:sp>
      <p:sp>
        <p:nvSpPr>
          <p:cNvPr id="28" name="Shape 25"/>
          <p:cNvSpPr/>
          <p:nvPr/>
        </p:nvSpPr>
        <p:spPr>
          <a:xfrm>
            <a:off x="7588804" y="6190488"/>
            <a:ext cx="54864" cy="54864"/>
          </a:xfrm>
          <a:prstGeom prst="ellipse">
            <a:avLst/>
          </a:prstGeom>
          <a:solidFill>
            <a:srgbClr val="CFD9DF"/>
          </a:solidFill>
          <a:ln/>
        </p:spPr>
      </p:sp>
      <p:sp>
        <p:nvSpPr>
          <p:cNvPr id="29" name="Shape 26"/>
          <p:cNvSpPr/>
          <p:nvPr/>
        </p:nvSpPr>
        <p:spPr>
          <a:xfrm>
            <a:off x="7675185" y="6190488"/>
            <a:ext cx="54864" cy="54864"/>
          </a:xfrm>
          <a:prstGeom prst="ellipse">
            <a:avLst/>
          </a:prstGeom>
          <a:solidFill>
            <a:srgbClr val="CFD9DF"/>
          </a:solidFill>
          <a:ln/>
        </p:spPr>
      </p:sp>
      <p:sp>
        <p:nvSpPr>
          <p:cNvPr id="30" name="Shape 27"/>
          <p:cNvSpPr/>
          <p:nvPr/>
        </p:nvSpPr>
        <p:spPr>
          <a:xfrm>
            <a:off x="7761565" y="6190488"/>
            <a:ext cx="54864" cy="54864"/>
          </a:xfrm>
          <a:prstGeom prst="ellipse">
            <a:avLst/>
          </a:prstGeom>
          <a:solidFill>
            <a:srgbClr val="CFD9DF"/>
          </a:solidFill>
          <a:ln/>
        </p:spPr>
      </p:sp>
      <p:sp>
        <p:nvSpPr>
          <p:cNvPr id="31" name="Shape 28"/>
          <p:cNvSpPr/>
          <p:nvPr/>
        </p:nvSpPr>
        <p:spPr>
          <a:xfrm>
            <a:off x="7847946" y="6190488"/>
            <a:ext cx="54864" cy="54864"/>
          </a:xfrm>
          <a:prstGeom prst="ellipse">
            <a:avLst/>
          </a:prstGeom>
          <a:solidFill>
            <a:srgbClr val="CFD9DF"/>
          </a:solidFill>
          <a:ln/>
        </p:spPr>
      </p:sp>
      <p:sp>
        <p:nvSpPr>
          <p:cNvPr id="32" name="Shape 29"/>
          <p:cNvSpPr/>
          <p:nvPr/>
        </p:nvSpPr>
        <p:spPr>
          <a:xfrm>
            <a:off x="7934327" y="6190488"/>
            <a:ext cx="54864" cy="54864"/>
          </a:xfrm>
          <a:prstGeom prst="ellipse">
            <a:avLst/>
          </a:prstGeom>
          <a:solidFill>
            <a:srgbClr val="CFD9DF"/>
          </a:solidFill>
          <a:ln/>
        </p:spPr>
      </p:sp>
      <p:sp>
        <p:nvSpPr>
          <p:cNvPr id="33" name="Shape 30"/>
          <p:cNvSpPr/>
          <p:nvPr/>
        </p:nvSpPr>
        <p:spPr>
          <a:xfrm>
            <a:off x="8020707" y="6190488"/>
            <a:ext cx="54864" cy="54864"/>
          </a:xfrm>
          <a:prstGeom prst="ellipse">
            <a:avLst/>
          </a:prstGeom>
          <a:solidFill>
            <a:srgbClr val="CFD9DF"/>
          </a:solidFill>
          <a:ln/>
        </p:spPr>
      </p:sp>
      <p:sp>
        <p:nvSpPr>
          <p:cNvPr id="34" name="Shape 31"/>
          <p:cNvSpPr/>
          <p:nvPr/>
        </p:nvSpPr>
        <p:spPr>
          <a:xfrm>
            <a:off x="8107088" y="6190488"/>
            <a:ext cx="54864" cy="54864"/>
          </a:xfrm>
          <a:prstGeom prst="ellipse">
            <a:avLst/>
          </a:prstGeom>
          <a:solidFill>
            <a:srgbClr val="CFD9DF"/>
          </a:solidFill>
          <a:ln/>
        </p:spPr>
      </p:sp>
      <p:sp>
        <p:nvSpPr>
          <p:cNvPr id="35" name="Shape 32"/>
          <p:cNvSpPr/>
          <p:nvPr/>
        </p:nvSpPr>
        <p:spPr>
          <a:xfrm>
            <a:off x="8193469" y="6190488"/>
            <a:ext cx="54864" cy="54864"/>
          </a:xfrm>
          <a:prstGeom prst="ellipse">
            <a:avLst/>
          </a:prstGeom>
          <a:solidFill>
            <a:srgbClr val="CFD9DF"/>
          </a:solidFill>
          <a:ln/>
        </p:spPr>
      </p:sp>
      <p:sp>
        <p:nvSpPr>
          <p:cNvPr id="36" name="Shape 33"/>
          <p:cNvSpPr/>
          <p:nvPr/>
        </p:nvSpPr>
        <p:spPr>
          <a:xfrm>
            <a:off x="8279849" y="6190488"/>
            <a:ext cx="54864" cy="54864"/>
          </a:xfrm>
          <a:prstGeom prst="ellipse">
            <a:avLst/>
          </a:prstGeom>
          <a:solidFill>
            <a:srgbClr val="CFD9DF"/>
          </a:solidFill>
          <a:ln/>
        </p:spPr>
      </p:sp>
      <p:sp>
        <p:nvSpPr>
          <p:cNvPr id="37" name="Shape 34"/>
          <p:cNvSpPr/>
          <p:nvPr/>
        </p:nvSpPr>
        <p:spPr>
          <a:xfrm>
            <a:off x="8366230" y="6190488"/>
            <a:ext cx="54864" cy="54864"/>
          </a:xfrm>
          <a:prstGeom prst="ellipse">
            <a:avLst/>
          </a:prstGeom>
          <a:solidFill>
            <a:srgbClr val="CFD9DF"/>
          </a:solidFill>
          <a:ln/>
        </p:spPr>
      </p:sp>
      <p:sp>
        <p:nvSpPr>
          <p:cNvPr id="38" name="Shape 35"/>
          <p:cNvSpPr/>
          <p:nvPr/>
        </p:nvSpPr>
        <p:spPr>
          <a:xfrm>
            <a:off x="8452611" y="6190488"/>
            <a:ext cx="54864" cy="54864"/>
          </a:xfrm>
          <a:prstGeom prst="ellipse">
            <a:avLst/>
          </a:prstGeom>
          <a:solidFill>
            <a:srgbClr val="CFD9DF"/>
          </a:solidFill>
          <a:ln/>
        </p:spPr>
      </p:sp>
      <p:sp>
        <p:nvSpPr>
          <p:cNvPr id="39" name="Shape 36"/>
          <p:cNvSpPr/>
          <p:nvPr/>
        </p:nvSpPr>
        <p:spPr>
          <a:xfrm>
            <a:off x="8538991" y="6190488"/>
            <a:ext cx="54864" cy="54864"/>
          </a:xfrm>
          <a:prstGeom prst="ellipse">
            <a:avLst/>
          </a:prstGeom>
          <a:solidFill>
            <a:srgbClr val="CFD9DF"/>
          </a:solidFill>
          <a:ln/>
        </p:spPr>
      </p:sp>
      <p:sp>
        <p:nvSpPr>
          <p:cNvPr id="40" name="Shape 37"/>
          <p:cNvSpPr/>
          <p:nvPr/>
        </p:nvSpPr>
        <p:spPr>
          <a:xfrm>
            <a:off x="8625372" y="6190488"/>
            <a:ext cx="54864" cy="54864"/>
          </a:xfrm>
          <a:prstGeom prst="ellipse">
            <a:avLst/>
          </a:prstGeom>
          <a:solidFill>
            <a:srgbClr val="CFD9DF"/>
          </a:solidFill>
          <a:ln/>
        </p:spPr>
      </p:sp>
      <p:sp>
        <p:nvSpPr>
          <p:cNvPr id="41" name="Shape 38"/>
          <p:cNvSpPr/>
          <p:nvPr/>
        </p:nvSpPr>
        <p:spPr>
          <a:xfrm>
            <a:off x="8711753" y="6190488"/>
            <a:ext cx="54864" cy="54864"/>
          </a:xfrm>
          <a:prstGeom prst="ellipse">
            <a:avLst/>
          </a:prstGeom>
          <a:solidFill>
            <a:srgbClr val="CFD9DF"/>
          </a:solidFill>
          <a:ln/>
        </p:spPr>
      </p:sp>
      <p:sp>
        <p:nvSpPr>
          <p:cNvPr id="42" name="Shape 39"/>
          <p:cNvSpPr/>
          <p:nvPr/>
        </p:nvSpPr>
        <p:spPr>
          <a:xfrm>
            <a:off x="8798133" y="6190488"/>
            <a:ext cx="54864" cy="54864"/>
          </a:xfrm>
          <a:prstGeom prst="ellipse">
            <a:avLst/>
          </a:prstGeom>
          <a:solidFill>
            <a:srgbClr val="CFD9DF"/>
          </a:solidFill>
          <a:ln/>
        </p:spPr>
      </p:sp>
      <p:sp>
        <p:nvSpPr>
          <p:cNvPr id="43" name="Shape 40"/>
          <p:cNvSpPr/>
          <p:nvPr/>
        </p:nvSpPr>
        <p:spPr>
          <a:xfrm>
            <a:off x="8884514" y="6190488"/>
            <a:ext cx="54864" cy="54864"/>
          </a:xfrm>
          <a:prstGeom prst="ellipse">
            <a:avLst/>
          </a:prstGeom>
          <a:solidFill>
            <a:srgbClr val="CFD9DF"/>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tep 7 image" descr="Step 7: Dab the first cloud with a tissue">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99539" cy="292608"/>
          </a:xfrm>
          <a:prstGeom prst="roundRect">
            <a:avLst>
              <a:gd name="adj" fmla="val 31250"/>
            </a:avLst>
          </a:prstGeom>
          <a:solidFill>
            <a:srgbClr val="3D6E94"/>
          </a:solidFill>
          <a:ln/>
        </p:spPr>
        <p:txBody>
          <a:bodyPr wrap="square" lIns="0" tIns="0" rIns="0" bIns="0" rtlCol="0" anchor="ctr"/>
          <a:lstStyle/>
          <a:p>
            <a:pPr algn="ctr" indent="0" marL="0">
              <a:buNone/>
            </a:pPr>
            <a:r>
              <a:rPr lang="en-US" sz="1100" b="1" dirty="0">
                <a:solidFill>
                  <a:srgbClr val="FFFFFF"/>
                </a:solidFill>
              </a:rPr>
              <a:t>STAGE 3 · CLOUDS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7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Dab the first cloud with a tissue</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Crumple a clean tissue and press it onto the wet blue, starting at the right edge.</a:t>
            </a:r>
            <a:endParaRPr lang="en-US" sz="1500" dirty="0"/>
          </a:p>
          <a:p>
            <a:pPr marL="203200" indent="-203200">
              <a:spcAft>
                <a:spcPts val="600"/>
              </a:spcAft>
              <a:buSzPct val="100000"/>
              <a:buChar char="•"/>
            </a:pPr>
            <a:r>
              <a:rPr lang="en-US" sz="1500" dirty="0">
                <a:solidFill>
                  <a:schemeClr val="tx1"/>
                </a:solidFill>
              </a:rPr>
              <a:t>Lift straight up. The tissue removes paint and leaves a soft, pale cloud shape.</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Press and lift. Rubbing would smear the color instead of lifting it.</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russian blue"/>
          <p:cNvSpPr/>
          <p:nvPr/>
        </p:nvSpPr>
        <p:spPr>
          <a:xfrm>
            <a:off x="6277336" y="5532120"/>
            <a:ext cx="329184" cy="329184"/>
          </a:xfrm>
          <a:prstGeom prst="ellipse">
            <a:avLst/>
          </a:prstGeom>
          <a:solidFill>
            <a:srgbClr val="5E95AE"/>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Prussian blue</a:t>
            </a:r>
            <a:endParaRPr lang="en-US" sz="1100" dirty="0"/>
          </a:p>
          <a:p>
            <a:pPr indent="0" marL="0">
              <a:buNone/>
            </a:pPr>
            <a:r>
              <a:rPr lang="en-US" sz="1000" dirty="0">
                <a:solidFill>
                  <a:srgbClr val="4A5058"/>
                </a:solidFill>
              </a:rPr>
              <a:t>#5E95AE</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761086" y="6140196"/>
            <a:ext cx="155448" cy="155448"/>
          </a:xfrm>
          <a:prstGeom prst="ellipse">
            <a:avLst/>
          </a:prstGeom>
          <a:solidFill>
            <a:srgbClr val="3D6E94"/>
          </a:solidFill>
          <a:ln/>
        </p:spPr>
      </p:sp>
      <p:sp>
        <p:nvSpPr>
          <p:cNvPr id="20" name="Shape 17"/>
          <p:cNvSpPr/>
          <p:nvPr/>
        </p:nvSpPr>
        <p:spPr>
          <a:xfrm>
            <a:off x="6897759" y="6190488"/>
            <a:ext cx="54864" cy="54864"/>
          </a:xfrm>
          <a:prstGeom prst="ellipse">
            <a:avLst/>
          </a:prstGeom>
          <a:solidFill>
            <a:srgbClr val="CFD9DF"/>
          </a:solidFill>
          <a:ln/>
        </p:spPr>
      </p:sp>
      <p:sp>
        <p:nvSpPr>
          <p:cNvPr id="21" name="Shape 18"/>
          <p:cNvSpPr/>
          <p:nvPr/>
        </p:nvSpPr>
        <p:spPr>
          <a:xfrm>
            <a:off x="6984139" y="6190488"/>
            <a:ext cx="54864" cy="54864"/>
          </a:xfrm>
          <a:prstGeom prst="ellipse">
            <a:avLst/>
          </a:prstGeom>
          <a:solidFill>
            <a:srgbClr val="CFD9DF"/>
          </a:solidFill>
          <a:ln/>
        </p:spPr>
      </p:sp>
      <p:sp>
        <p:nvSpPr>
          <p:cNvPr id="22" name="Shape 19"/>
          <p:cNvSpPr/>
          <p:nvPr/>
        </p:nvSpPr>
        <p:spPr>
          <a:xfrm>
            <a:off x="7070520" y="6190488"/>
            <a:ext cx="54864" cy="54864"/>
          </a:xfrm>
          <a:prstGeom prst="ellipse">
            <a:avLst/>
          </a:prstGeom>
          <a:solidFill>
            <a:srgbClr val="CFD9DF"/>
          </a:solidFill>
          <a:ln/>
        </p:spPr>
      </p:sp>
      <p:sp>
        <p:nvSpPr>
          <p:cNvPr id="23" name="Shape 20"/>
          <p:cNvSpPr/>
          <p:nvPr/>
        </p:nvSpPr>
        <p:spPr>
          <a:xfrm>
            <a:off x="7156901" y="6190488"/>
            <a:ext cx="54864" cy="54864"/>
          </a:xfrm>
          <a:prstGeom prst="ellipse">
            <a:avLst/>
          </a:prstGeom>
          <a:solidFill>
            <a:srgbClr val="CFD9DF"/>
          </a:solidFill>
          <a:ln/>
        </p:spPr>
      </p:sp>
      <p:sp>
        <p:nvSpPr>
          <p:cNvPr id="24" name="Shape 21"/>
          <p:cNvSpPr/>
          <p:nvPr/>
        </p:nvSpPr>
        <p:spPr>
          <a:xfrm>
            <a:off x="7243281" y="6190488"/>
            <a:ext cx="54864" cy="54864"/>
          </a:xfrm>
          <a:prstGeom prst="ellipse">
            <a:avLst/>
          </a:prstGeom>
          <a:solidFill>
            <a:srgbClr val="CFD9DF"/>
          </a:solidFill>
          <a:ln/>
        </p:spPr>
      </p:sp>
      <p:sp>
        <p:nvSpPr>
          <p:cNvPr id="25" name="Shape 22"/>
          <p:cNvSpPr/>
          <p:nvPr/>
        </p:nvSpPr>
        <p:spPr>
          <a:xfrm>
            <a:off x="7329662" y="6190488"/>
            <a:ext cx="54864" cy="54864"/>
          </a:xfrm>
          <a:prstGeom prst="ellipse">
            <a:avLst/>
          </a:prstGeom>
          <a:solidFill>
            <a:srgbClr val="CFD9DF"/>
          </a:solidFill>
          <a:ln/>
        </p:spPr>
      </p:sp>
      <p:sp>
        <p:nvSpPr>
          <p:cNvPr id="26" name="Shape 23"/>
          <p:cNvSpPr/>
          <p:nvPr/>
        </p:nvSpPr>
        <p:spPr>
          <a:xfrm>
            <a:off x="7416043" y="6190488"/>
            <a:ext cx="54864" cy="54864"/>
          </a:xfrm>
          <a:prstGeom prst="ellipse">
            <a:avLst/>
          </a:prstGeom>
          <a:solidFill>
            <a:srgbClr val="CFD9DF"/>
          </a:solidFill>
          <a:ln/>
        </p:spPr>
      </p:sp>
      <p:sp>
        <p:nvSpPr>
          <p:cNvPr id="27" name="Shape 24"/>
          <p:cNvSpPr/>
          <p:nvPr/>
        </p:nvSpPr>
        <p:spPr>
          <a:xfrm>
            <a:off x="7502423" y="6190488"/>
            <a:ext cx="54864" cy="54864"/>
          </a:xfrm>
          <a:prstGeom prst="ellipse">
            <a:avLst/>
          </a:prstGeom>
          <a:solidFill>
            <a:srgbClr val="CFD9DF"/>
          </a:solidFill>
          <a:ln/>
        </p:spPr>
      </p:sp>
      <p:sp>
        <p:nvSpPr>
          <p:cNvPr id="28" name="Shape 25"/>
          <p:cNvSpPr/>
          <p:nvPr/>
        </p:nvSpPr>
        <p:spPr>
          <a:xfrm>
            <a:off x="7588804" y="6190488"/>
            <a:ext cx="54864" cy="54864"/>
          </a:xfrm>
          <a:prstGeom prst="ellipse">
            <a:avLst/>
          </a:prstGeom>
          <a:solidFill>
            <a:srgbClr val="CFD9DF"/>
          </a:solidFill>
          <a:ln/>
        </p:spPr>
      </p:sp>
      <p:sp>
        <p:nvSpPr>
          <p:cNvPr id="29" name="Shape 26"/>
          <p:cNvSpPr/>
          <p:nvPr/>
        </p:nvSpPr>
        <p:spPr>
          <a:xfrm>
            <a:off x="7675185" y="6190488"/>
            <a:ext cx="54864" cy="54864"/>
          </a:xfrm>
          <a:prstGeom prst="ellipse">
            <a:avLst/>
          </a:prstGeom>
          <a:solidFill>
            <a:srgbClr val="CFD9DF"/>
          </a:solidFill>
          <a:ln/>
        </p:spPr>
      </p:sp>
      <p:sp>
        <p:nvSpPr>
          <p:cNvPr id="30" name="Shape 27"/>
          <p:cNvSpPr/>
          <p:nvPr/>
        </p:nvSpPr>
        <p:spPr>
          <a:xfrm>
            <a:off x="7761565" y="6190488"/>
            <a:ext cx="54864" cy="54864"/>
          </a:xfrm>
          <a:prstGeom prst="ellipse">
            <a:avLst/>
          </a:prstGeom>
          <a:solidFill>
            <a:srgbClr val="CFD9DF"/>
          </a:solidFill>
          <a:ln/>
        </p:spPr>
      </p:sp>
      <p:sp>
        <p:nvSpPr>
          <p:cNvPr id="31" name="Shape 28"/>
          <p:cNvSpPr/>
          <p:nvPr/>
        </p:nvSpPr>
        <p:spPr>
          <a:xfrm>
            <a:off x="7847946" y="6190488"/>
            <a:ext cx="54864" cy="54864"/>
          </a:xfrm>
          <a:prstGeom prst="ellipse">
            <a:avLst/>
          </a:prstGeom>
          <a:solidFill>
            <a:srgbClr val="CFD9DF"/>
          </a:solidFill>
          <a:ln/>
        </p:spPr>
      </p:sp>
      <p:sp>
        <p:nvSpPr>
          <p:cNvPr id="32" name="Shape 29"/>
          <p:cNvSpPr/>
          <p:nvPr/>
        </p:nvSpPr>
        <p:spPr>
          <a:xfrm>
            <a:off x="7934327" y="6190488"/>
            <a:ext cx="54864" cy="54864"/>
          </a:xfrm>
          <a:prstGeom prst="ellipse">
            <a:avLst/>
          </a:prstGeom>
          <a:solidFill>
            <a:srgbClr val="CFD9DF"/>
          </a:solidFill>
          <a:ln/>
        </p:spPr>
      </p:sp>
      <p:sp>
        <p:nvSpPr>
          <p:cNvPr id="33" name="Shape 30"/>
          <p:cNvSpPr/>
          <p:nvPr/>
        </p:nvSpPr>
        <p:spPr>
          <a:xfrm>
            <a:off x="8020707" y="6190488"/>
            <a:ext cx="54864" cy="54864"/>
          </a:xfrm>
          <a:prstGeom prst="ellipse">
            <a:avLst/>
          </a:prstGeom>
          <a:solidFill>
            <a:srgbClr val="CFD9DF"/>
          </a:solidFill>
          <a:ln/>
        </p:spPr>
      </p:sp>
      <p:sp>
        <p:nvSpPr>
          <p:cNvPr id="34" name="Shape 31"/>
          <p:cNvSpPr/>
          <p:nvPr/>
        </p:nvSpPr>
        <p:spPr>
          <a:xfrm>
            <a:off x="8107088" y="6190488"/>
            <a:ext cx="54864" cy="54864"/>
          </a:xfrm>
          <a:prstGeom prst="ellipse">
            <a:avLst/>
          </a:prstGeom>
          <a:solidFill>
            <a:srgbClr val="CFD9DF"/>
          </a:solidFill>
          <a:ln/>
        </p:spPr>
      </p:sp>
      <p:sp>
        <p:nvSpPr>
          <p:cNvPr id="35" name="Shape 32"/>
          <p:cNvSpPr/>
          <p:nvPr/>
        </p:nvSpPr>
        <p:spPr>
          <a:xfrm>
            <a:off x="8193469" y="6190488"/>
            <a:ext cx="54864" cy="54864"/>
          </a:xfrm>
          <a:prstGeom prst="ellipse">
            <a:avLst/>
          </a:prstGeom>
          <a:solidFill>
            <a:srgbClr val="CFD9DF"/>
          </a:solidFill>
          <a:ln/>
        </p:spPr>
      </p:sp>
      <p:sp>
        <p:nvSpPr>
          <p:cNvPr id="36" name="Shape 33"/>
          <p:cNvSpPr/>
          <p:nvPr/>
        </p:nvSpPr>
        <p:spPr>
          <a:xfrm>
            <a:off x="8279849" y="6190488"/>
            <a:ext cx="54864" cy="54864"/>
          </a:xfrm>
          <a:prstGeom prst="ellipse">
            <a:avLst/>
          </a:prstGeom>
          <a:solidFill>
            <a:srgbClr val="CFD9DF"/>
          </a:solidFill>
          <a:ln/>
        </p:spPr>
      </p:sp>
      <p:sp>
        <p:nvSpPr>
          <p:cNvPr id="37" name="Shape 34"/>
          <p:cNvSpPr/>
          <p:nvPr/>
        </p:nvSpPr>
        <p:spPr>
          <a:xfrm>
            <a:off x="8366230" y="6190488"/>
            <a:ext cx="54864" cy="54864"/>
          </a:xfrm>
          <a:prstGeom prst="ellipse">
            <a:avLst/>
          </a:prstGeom>
          <a:solidFill>
            <a:srgbClr val="CFD9DF"/>
          </a:solidFill>
          <a:ln/>
        </p:spPr>
      </p:sp>
      <p:sp>
        <p:nvSpPr>
          <p:cNvPr id="38" name="Shape 35"/>
          <p:cNvSpPr/>
          <p:nvPr/>
        </p:nvSpPr>
        <p:spPr>
          <a:xfrm>
            <a:off x="8452611" y="6190488"/>
            <a:ext cx="54864" cy="54864"/>
          </a:xfrm>
          <a:prstGeom prst="ellipse">
            <a:avLst/>
          </a:prstGeom>
          <a:solidFill>
            <a:srgbClr val="CFD9DF"/>
          </a:solidFill>
          <a:ln/>
        </p:spPr>
      </p:sp>
      <p:sp>
        <p:nvSpPr>
          <p:cNvPr id="39" name="Shape 36"/>
          <p:cNvSpPr/>
          <p:nvPr/>
        </p:nvSpPr>
        <p:spPr>
          <a:xfrm>
            <a:off x="8538991" y="6190488"/>
            <a:ext cx="54864" cy="54864"/>
          </a:xfrm>
          <a:prstGeom prst="ellipse">
            <a:avLst/>
          </a:prstGeom>
          <a:solidFill>
            <a:srgbClr val="CFD9DF"/>
          </a:solidFill>
          <a:ln/>
        </p:spPr>
      </p:sp>
      <p:sp>
        <p:nvSpPr>
          <p:cNvPr id="40" name="Shape 37"/>
          <p:cNvSpPr/>
          <p:nvPr/>
        </p:nvSpPr>
        <p:spPr>
          <a:xfrm>
            <a:off x="8625372" y="6190488"/>
            <a:ext cx="54864" cy="54864"/>
          </a:xfrm>
          <a:prstGeom prst="ellipse">
            <a:avLst/>
          </a:prstGeom>
          <a:solidFill>
            <a:srgbClr val="CFD9DF"/>
          </a:solidFill>
          <a:ln/>
        </p:spPr>
      </p:sp>
      <p:sp>
        <p:nvSpPr>
          <p:cNvPr id="41" name="Shape 38"/>
          <p:cNvSpPr/>
          <p:nvPr/>
        </p:nvSpPr>
        <p:spPr>
          <a:xfrm>
            <a:off x="8711753" y="6190488"/>
            <a:ext cx="54864" cy="54864"/>
          </a:xfrm>
          <a:prstGeom prst="ellipse">
            <a:avLst/>
          </a:prstGeom>
          <a:solidFill>
            <a:srgbClr val="CFD9DF"/>
          </a:solidFill>
          <a:ln/>
        </p:spPr>
      </p:sp>
      <p:sp>
        <p:nvSpPr>
          <p:cNvPr id="42" name="Shape 39"/>
          <p:cNvSpPr/>
          <p:nvPr/>
        </p:nvSpPr>
        <p:spPr>
          <a:xfrm>
            <a:off x="8798133" y="6190488"/>
            <a:ext cx="54864" cy="54864"/>
          </a:xfrm>
          <a:prstGeom prst="ellipse">
            <a:avLst/>
          </a:prstGeom>
          <a:solidFill>
            <a:srgbClr val="CFD9DF"/>
          </a:solidFill>
          <a:ln/>
        </p:spPr>
      </p:sp>
      <p:sp>
        <p:nvSpPr>
          <p:cNvPr id="43" name="Shape 40"/>
          <p:cNvSpPr/>
          <p:nvPr/>
        </p:nvSpPr>
        <p:spPr>
          <a:xfrm>
            <a:off x="8884514" y="6190488"/>
            <a:ext cx="54864" cy="54864"/>
          </a:xfrm>
          <a:prstGeom prst="ellipse">
            <a:avLst/>
          </a:prstGeom>
          <a:solidFill>
            <a:srgbClr val="CFD9DF"/>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tep 8 image" descr="Step 8: Keep lifting paint along the right side">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99539" cy="292608"/>
          </a:xfrm>
          <a:prstGeom prst="roundRect">
            <a:avLst>
              <a:gd name="adj" fmla="val 31250"/>
            </a:avLst>
          </a:prstGeom>
          <a:solidFill>
            <a:srgbClr val="3D6E94"/>
          </a:solidFill>
          <a:ln/>
        </p:spPr>
        <p:txBody>
          <a:bodyPr wrap="square" lIns="0" tIns="0" rIns="0" bIns="0" rtlCol="0" anchor="ctr"/>
          <a:lstStyle/>
          <a:p>
            <a:pPr algn="ctr" indent="0" marL="0">
              <a:buNone/>
            </a:pPr>
            <a:r>
              <a:rPr lang="en-US" sz="1100" b="1" dirty="0">
                <a:solidFill>
                  <a:srgbClr val="FFFFFF"/>
                </a:solidFill>
              </a:rPr>
              <a:t>STAGE 3 · CLOUDS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8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Keep lifting paint along the right side</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Dab the tissue in several spots along the edge of the sky.</a:t>
            </a:r>
            <a:endParaRPr lang="en-US" sz="1500" dirty="0"/>
          </a:p>
          <a:p>
            <a:pPr marL="203200" indent="-203200">
              <a:spcAft>
                <a:spcPts val="600"/>
              </a:spcAft>
              <a:buSzPct val="100000"/>
              <a:buChar char="•"/>
            </a:pPr>
            <a:r>
              <a:rPr lang="en-US" sz="1500" dirty="0">
                <a:solidFill>
                  <a:schemeClr val="tx1"/>
                </a:solidFill>
              </a:rPr>
              <a:t>Vary the size and spacing of the dabs so the clouds look natural.</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Clouds are loose shapes with soft edges, not outlines.</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russian blue"/>
          <p:cNvSpPr/>
          <p:nvPr/>
        </p:nvSpPr>
        <p:spPr>
          <a:xfrm>
            <a:off x="6277336" y="5532120"/>
            <a:ext cx="329184" cy="329184"/>
          </a:xfrm>
          <a:prstGeom prst="ellipse">
            <a:avLst/>
          </a:prstGeom>
          <a:solidFill>
            <a:srgbClr val="5E95AE"/>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Prussian blue</a:t>
            </a:r>
            <a:endParaRPr lang="en-US" sz="1100" dirty="0"/>
          </a:p>
          <a:p>
            <a:pPr indent="0" marL="0">
              <a:buNone/>
            </a:pPr>
            <a:r>
              <a:rPr lang="en-US" sz="1000" dirty="0">
                <a:solidFill>
                  <a:srgbClr val="4A5058"/>
                </a:solidFill>
              </a:rPr>
              <a:t>#5E95AE</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47467" y="6140196"/>
            <a:ext cx="155448" cy="155448"/>
          </a:xfrm>
          <a:prstGeom prst="ellipse">
            <a:avLst/>
          </a:prstGeom>
          <a:solidFill>
            <a:srgbClr val="3D6E94"/>
          </a:solidFill>
          <a:ln/>
        </p:spPr>
      </p:sp>
      <p:sp>
        <p:nvSpPr>
          <p:cNvPr id="21" name="Shape 18"/>
          <p:cNvSpPr/>
          <p:nvPr/>
        </p:nvSpPr>
        <p:spPr>
          <a:xfrm>
            <a:off x="6984139" y="6190488"/>
            <a:ext cx="54864" cy="54864"/>
          </a:xfrm>
          <a:prstGeom prst="ellipse">
            <a:avLst/>
          </a:prstGeom>
          <a:solidFill>
            <a:srgbClr val="CFD9DF"/>
          </a:solidFill>
          <a:ln/>
        </p:spPr>
      </p:sp>
      <p:sp>
        <p:nvSpPr>
          <p:cNvPr id="22" name="Shape 19"/>
          <p:cNvSpPr/>
          <p:nvPr/>
        </p:nvSpPr>
        <p:spPr>
          <a:xfrm>
            <a:off x="7070520" y="6190488"/>
            <a:ext cx="54864" cy="54864"/>
          </a:xfrm>
          <a:prstGeom prst="ellipse">
            <a:avLst/>
          </a:prstGeom>
          <a:solidFill>
            <a:srgbClr val="CFD9DF"/>
          </a:solidFill>
          <a:ln/>
        </p:spPr>
      </p:sp>
      <p:sp>
        <p:nvSpPr>
          <p:cNvPr id="23" name="Shape 20"/>
          <p:cNvSpPr/>
          <p:nvPr/>
        </p:nvSpPr>
        <p:spPr>
          <a:xfrm>
            <a:off x="7156901" y="6190488"/>
            <a:ext cx="54864" cy="54864"/>
          </a:xfrm>
          <a:prstGeom prst="ellipse">
            <a:avLst/>
          </a:prstGeom>
          <a:solidFill>
            <a:srgbClr val="CFD9DF"/>
          </a:solidFill>
          <a:ln/>
        </p:spPr>
      </p:sp>
      <p:sp>
        <p:nvSpPr>
          <p:cNvPr id="24" name="Shape 21"/>
          <p:cNvSpPr/>
          <p:nvPr/>
        </p:nvSpPr>
        <p:spPr>
          <a:xfrm>
            <a:off x="7243281" y="6190488"/>
            <a:ext cx="54864" cy="54864"/>
          </a:xfrm>
          <a:prstGeom prst="ellipse">
            <a:avLst/>
          </a:prstGeom>
          <a:solidFill>
            <a:srgbClr val="CFD9DF"/>
          </a:solidFill>
          <a:ln/>
        </p:spPr>
      </p:sp>
      <p:sp>
        <p:nvSpPr>
          <p:cNvPr id="25" name="Shape 22"/>
          <p:cNvSpPr/>
          <p:nvPr/>
        </p:nvSpPr>
        <p:spPr>
          <a:xfrm>
            <a:off x="7329662" y="6190488"/>
            <a:ext cx="54864" cy="54864"/>
          </a:xfrm>
          <a:prstGeom prst="ellipse">
            <a:avLst/>
          </a:prstGeom>
          <a:solidFill>
            <a:srgbClr val="CFD9DF"/>
          </a:solidFill>
          <a:ln/>
        </p:spPr>
      </p:sp>
      <p:sp>
        <p:nvSpPr>
          <p:cNvPr id="26" name="Shape 23"/>
          <p:cNvSpPr/>
          <p:nvPr/>
        </p:nvSpPr>
        <p:spPr>
          <a:xfrm>
            <a:off x="7416043" y="6190488"/>
            <a:ext cx="54864" cy="54864"/>
          </a:xfrm>
          <a:prstGeom prst="ellipse">
            <a:avLst/>
          </a:prstGeom>
          <a:solidFill>
            <a:srgbClr val="CFD9DF"/>
          </a:solidFill>
          <a:ln/>
        </p:spPr>
      </p:sp>
      <p:sp>
        <p:nvSpPr>
          <p:cNvPr id="27" name="Shape 24"/>
          <p:cNvSpPr/>
          <p:nvPr/>
        </p:nvSpPr>
        <p:spPr>
          <a:xfrm>
            <a:off x="7502423" y="6190488"/>
            <a:ext cx="54864" cy="54864"/>
          </a:xfrm>
          <a:prstGeom prst="ellipse">
            <a:avLst/>
          </a:prstGeom>
          <a:solidFill>
            <a:srgbClr val="CFD9DF"/>
          </a:solidFill>
          <a:ln/>
        </p:spPr>
      </p:sp>
      <p:sp>
        <p:nvSpPr>
          <p:cNvPr id="28" name="Shape 25"/>
          <p:cNvSpPr/>
          <p:nvPr/>
        </p:nvSpPr>
        <p:spPr>
          <a:xfrm>
            <a:off x="7588804" y="6190488"/>
            <a:ext cx="54864" cy="54864"/>
          </a:xfrm>
          <a:prstGeom prst="ellipse">
            <a:avLst/>
          </a:prstGeom>
          <a:solidFill>
            <a:srgbClr val="CFD9DF"/>
          </a:solidFill>
          <a:ln/>
        </p:spPr>
      </p:sp>
      <p:sp>
        <p:nvSpPr>
          <p:cNvPr id="29" name="Shape 26"/>
          <p:cNvSpPr/>
          <p:nvPr/>
        </p:nvSpPr>
        <p:spPr>
          <a:xfrm>
            <a:off x="7675185" y="6190488"/>
            <a:ext cx="54864" cy="54864"/>
          </a:xfrm>
          <a:prstGeom prst="ellipse">
            <a:avLst/>
          </a:prstGeom>
          <a:solidFill>
            <a:srgbClr val="CFD9DF"/>
          </a:solidFill>
          <a:ln/>
        </p:spPr>
      </p:sp>
      <p:sp>
        <p:nvSpPr>
          <p:cNvPr id="30" name="Shape 27"/>
          <p:cNvSpPr/>
          <p:nvPr/>
        </p:nvSpPr>
        <p:spPr>
          <a:xfrm>
            <a:off x="7761565" y="6190488"/>
            <a:ext cx="54864" cy="54864"/>
          </a:xfrm>
          <a:prstGeom prst="ellipse">
            <a:avLst/>
          </a:prstGeom>
          <a:solidFill>
            <a:srgbClr val="CFD9DF"/>
          </a:solidFill>
          <a:ln/>
        </p:spPr>
      </p:sp>
      <p:sp>
        <p:nvSpPr>
          <p:cNvPr id="31" name="Shape 28"/>
          <p:cNvSpPr/>
          <p:nvPr/>
        </p:nvSpPr>
        <p:spPr>
          <a:xfrm>
            <a:off x="7847946" y="6190488"/>
            <a:ext cx="54864" cy="54864"/>
          </a:xfrm>
          <a:prstGeom prst="ellipse">
            <a:avLst/>
          </a:prstGeom>
          <a:solidFill>
            <a:srgbClr val="CFD9DF"/>
          </a:solidFill>
          <a:ln/>
        </p:spPr>
      </p:sp>
      <p:sp>
        <p:nvSpPr>
          <p:cNvPr id="32" name="Shape 29"/>
          <p:cNvSpPr/>
          <p:nvPr/>
        </p:nvSpPr>
        <p:spPr>
          <a:xfrm>
            <a:off x="7934327" y="6190488"/>
            <a:ext cx="54864" cy="54864"/>
          </a:xfrm>
          <a:prstGeom prst="ellipse">
            <a:avLst/>
          </a:prstGeom>
          <a:solidFill>
            <a:srgbClr val="CFD9DF"/>
          </a:solidFill>
          <a:ln/>
        </p:spPr>
      </p:sp>
      <p:sp>
        <p:nvSpPr>
          <p:cNvPr id="33" name="Shape 30"/>
          <p:cNvSpPr/>
          <p:nvPr/>
        </p:nvSpPr>
        <p:spPr>
          <a:xfrm>
            <a:off x="8020707" y="6190488"/>
            <a:ext cx="54864" cy="54864"/>
          </a:xfrm>
          <a:prstGeom prst="ellipse">
            <a:avLst/>
          </a:prstGeom>
          <a:solidFill>
            <a:srgbClr val="CFD9DF"/>
          </a:solidFill>
          <a:ln/>
        </p:spPr>
      </p:sp>
      <p:sp>
        <p:nvSpPr>
          <p:cNvPr id="34" name="Shape 31"/>
          <p:cNvSpPr/>
          <p:nvPr/>
        </p:nvSpPr>
        <p:spPr>
          <a:xfrm>
            <a:off x="8107088" y="6190488"/>
            <a:ext cx="54864" cy="54864"/>
          </a:xfrm>
          <a:prstGeom prst="ellipse">
            <a:avLst/>
          </a:prstGeom>
          <a:solidFill>
            <a:srgbClr val="CFD9DF"/>
          </a:solidFill>
          <a:ln/>
        </p:spPr>
      </p:sp>
      <p:sp>
        <p:nvSpPr>
          <p:cNvPr id="35" name="Shape 32"/>
          <p:cNvSpPr/>
          <p:nvPr/>
        </p:nvSpPr>
        <p:spPr>
          <a:xfrm>
            <a:off x="8193469" y="6190488"/>
            <a:ext cx="54864" cy="54864"/>
          </a:xfrm>
          <a:prstGeom prst="ellipse">
            <a:avLst/>
          </a:prstGeom>
          <a:solidFill>
            <a:srgbClr val="CFD9DF"/>
          </a:solidFill>
          <a:ln/>
        </p:spPr>
      </p:sp>
      <p:sp>
        <p:nvSpPr>
          <p:cNvPr id="36" name="Shape 33"/>
          <p:cNvSpPr/>
          <p:nvPr/>
        </p:nvSpPr>
        <p:spPr>
          <a:xfrm>
            <a:off x="8279849" y="6190488"/>
            <a:ext cx="54864" cy="54864"/>
          </a:xfrm>
          <a:prstGeom prst="ellipse">
            <a:avLst/>
          </a:prstGeom>
          <a:solidFill>
            <a:srgbClr val="CFD9DF"/>
          </a:solidFill>
          <a:ln/>
        </p:spPr>
      </p:sp>
      <p:sp>
        <p:nvSpPr>
          <p:cNvPr id="37" name="Shape 34"/>
          <p:cNvSpPr/>
          <p:nvPr/>
        </p:nvSpPr>
        <p:spPr>
          <a:xfrm>
            <a:off x="8366230" y="6190488"/>
            <a:ext cx="54864" cy="54864"/>
          </a:xfrm>
          <a:prstGeom prst="ellipse">
            <a:avLst/>
          </a:prstGeom>
          <a:solidFill>
            <a:srgbClr val="CFD9DF"/>
          </a:solidFill>
          <a:ln/>
        </p:spPr>
      </p:sp>
      <p:sp>
        <p:nvSpPr>
          <p:cNvPr id="38" name="Shape 35"/>
          <p:cNvSpPr/>
          <p:nvPr/>
        </p:nvSpPr>
        <p:spPr>
          <a:xfrm>
            <a:off x="8452611" y="6190488"/>
            <a:ext cx="54864" cy="54864"/>
          </a:xfrm>
          <a:prstGeom prst="ellipse">
            <a:avLst/>
          </a:prstGeom>
          <a:solidFill>
            <a:srgbClr val="CFD9DF"/>
          </a:solidFill>
          <a:ln/>
        </p:spPr>
      </p:sp>
      <p:sp>
        <p:nvSpPr>
          <p:cNvPr id="39" name="Shape 36"/>
          <p:cNvSpPr/>
          <p:nvPr/>
        </p:nvSpPr>
        <p:spPr>
          <a:xfrm>
            <a:off x="8538991" y="6190488"/>
            <a:ext cx="54864" cy="54864"/>
          </a:xfrm>
          <a:prstGeom prst="ellipse">
            <a:avLst/>
          </a:prstGeom>
          <a:solidFill>
            <a:srgbClr val="CFD9DF"/>
          </a:solidFill>
          <a:ln/>
        </p:spPr>
      </p:sp>
      <p:sp>
        <p:nvSpPr>
          <p:cNvPr id="40" name="Shape 37"/>
          <p:cNvSpPr/>
          <p:nvPr/>
        </p:nvSpPr>
        <p:spPr>
          <a:xfrm>
            <a:off x="8625372" y="6190488"/>
            <a:ext cx="54864" cy="54864"/>
          </a:xfrm>
          <a:prstGeom prst="ellipse">
            <a:avLst/>
          </a:prstGeom>
          <a:solidFill>
            <a:srgbClr val="CFD9DF"/>
          </a:solidFill>
          <a:ln/>
        </p:spPr>
      </p:sp>
      <p:sp>
        <p:nvSpPr>
          <p:cNvPr id="41" name="Shape 38"/>
          <p:cNvSpPr/>
          <p:nvPr/>
        </p:nvSpPr>
        <p:spPr>
          <a:xfrm>
            <a:off x="8711753" y="6190488"/>
            <a:ext cx="54864" cy="54864"/>
          </a:xfrm>
          <a:prstGeom prst="ellipse">
            <a:avLst/>
          </a:prstGeom>
          <a:solidFill>
            <a:srgbClr val="CFD9DF"/>
          </a:solidFill>
          <a:ln/>
        </p:spPr>
      </p:sp>
      <p:sp>
        <p:nvSpPr>
          <p:cNvPr id="42" name="Shape 39"/>
          <p:cNvSpPr/>
          <p:nvPr/>
        </p:nvSpPr>
        <p:spPr>
          <a:xfrm>
            <a:off x="8798133" y="6190488"/>
            <a:ext cx="54864" cy="54864"/>
          </a:xfrm>
          <a:prstGeom prst="ellipse">
            <a:avLst/>
          </a:prstGeom>
          <a:solidFill>
            <a:srgbClr val="CFD9DF"/>
          </a:solidFill>
          <a:ln/>
        </p:spPr>
      </p:sp>
      <p:sp>
        <p:nvSpPr>
          <p:cNvPr id="43" name="Shape 40"/>
          <p:cNvSpPr/>
          <p:nvPr/>
        </p:nvSpPr>
        <p:spPr>
          <a:xfrm>
            <a:off x="8884514" y="6190488"/>
            <a:ext cx="54864" cy="54864"/>
          </a:xfrm>
          <a:prstGeom prst="ellipse">
            <a:avLst/>
          </a:prstGeom>
          <a:solidFill>
            <a:srgbClr val="CFD9DF"/>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Step 9 image" descr="Step 9: Dab across the middle of the sky">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99539" cy="292608"/>
          </a:xfrm>
          <a:prstGeom prst="roundRect">
            <a:avLst>
              <a:gd name="adj" fmla="val 31250"/>
            </a:avLst>
          </a:prstGeom>
          <a:solidFill>
            <a:srgbClr val="3D6E94"/>
          </a:solidFill>
          <a:ln/>
        </p:spPr>
        <p:txBody>
          <a:bodyPr wrap="square" lIns="0" tIns="0" rIns="0" bIns="0" rtlCol="0" anchor="ctr"/>
          <a:lstStyle/>
          <a:p>
            <a:pPr algn="ctr" indent="0" marL="0">
              <a:buNone/>
            </a:pPr>
            <a:r>
              <a:rPr lang="en-US" sz="1100" b="1" dirty="0">
                <a:solidFill>
                  <a:srgbClr val="FFFFFF"/>
                </a:solidFill>
              </a:rPr>
              <a:t>STAGE 3 · CLOUDS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9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Dab across the middle of the sky</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Move your hand across the paper and dab clouds in the middle.</a:t>
            </a:r>
            <a:endParaRPr lang="en-US" sz="1500" dirty="0"/>
          </a:p>
          <a:p>
            <a:pPr marL="203200" indent="-203200">
              <a:spcAft>
                <a:spcPts val="600"/>
              </a:spcAft>
              <a:buSzPct val="100000"/>
              <a:buChar char="•"/>
            </a:pPr>
            <a:r>
              <a:rPr lang="en-US" sz="1500" dirty="0">
                <a:solidFill>
                  <a:schemeClr val="tx1"/>
                </a:solidFill>
              </a:rPr>
              <a:t>Press flatter for wide clouds and with a corner for small ones.</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Your hand may hide the paper while you work. Check the result after you lift.</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russian blue"/>
          <p:cNvSpPr/>
          <p:nvPr/>
        </p:nvSpPr>
        <p:spPr>
          <a:xfrm>
            <a:off x="6277336" y="5532120"/>
            <a:ext cx="329184" cy="329184"/>
          </a:xfrm>
          <a:prstGeom prst="ellipse">
            <a:avLst/>
          </a:prstGeom>
          <a:solidFill>
            <a:srgbClr val="5E95AE"/>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Prussian blue</a:t>
            </a:r>
            <a:endParaRPr lang="en-US" sz="1100" dirty="0"/>
          </a:p>
          <a:p>
            <a:pPr indent="0" marL="0">
              <a:buNone/>
            </a:pPr>
            <a:r>
              <a:rPr lang="en-US" sz="1000" dirty="0">
                <a:solidFill>
                  <a:srgbClr val="4A5058"/>
                </a:solidFill>
              </a:rPr>
              <a:t>#5E95AE</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33847" y="6140196"/>
            <a:ext cx="155448" cy="155448"/>
          </a:xfrm>
          <a:prstGeom prst="ellipse">
            <a:avLst/>
          </a:prstGeom>
          <a:solidFill>
            <a:srgbClr val="3D6E94"/>
          </a:solidFill>
          <a:ln/>
        </p:spPr>
      </p:sp>
      <p:sp>
        <p:nvSpPr>
          <p:cNvPr id="22" name="Shape 19"/>
          <p:cNvSpPr/>
          <p:nvPr/>
        </p:nvSpPr>
        <p:spPr>
          <a:xfrm>
            <a:off x="7070520" y="6190488"/>
            <a:ext cx="54864" cy="54864"/>
          </a:xfrm>
          <a:prstGeom prst="ellipse">
            <a:avLst/>
          </a:prstGeom>
          <a:solidFill>
            <a:srgbClr val="CFD9DF"/>
          </a:solidFill>
          <a:ln/>
        </p:spPr>
      </p:sp>
      <p:sp>
        <p:nvSpPr>
          <p:cNvPr id="23" name="Shape 20"/>
          <p:cNvSpPr/>
          <p:nvPr/>
        </p:nvSpPr>
        <p:spPr>
          <a:xfrm>
            <a:off x="7156901" y="6190488"/>
            <a:ext cx="54864" cy="54864"/>
          </a:xfrm>
          <a:prstGeom prst="ellipse">
            <a:avLst/>
          </a:prstGeom>
          <a:solidFill>
            <a:srgbClr val="CFD9DF"/>
          </a:solidFill>
          <a:ln/>
        </p:spPr>
      </p:sp>
      <p:sp>
        <p:nvSpPr>
          <p:cNvPr id="24" name="Shape 21"/>
          <p:cNvSpPr/>
          <p:nvPr/>
        </p:nvSpPr>
        <p:spPr>
          <a:xfrm>
            <a:off x="7243281" y="6190488"/>
            <a:ext cx="54864" cy="54864"/>
          </a:xfrm>
          <a:prstGeom prst="ellipse">
            <a:avLst/>
          </a:prstGeom>
          <a:solidFill>
            <a:srgbClr val="CFD9DF"/>
          </a:solidFill>
          <a:ln/>
        </p:spPr>
      </p:sp>
      <p:sp>
        <p:nvSpPr>
          <p:cNvPr id="25" name="Shape 22"/>
          <p:cNvSpPr/>
          <p:nvPr/>
        </p:nvSpPr>
        <p:spPr>
          <a:xfrm>
            <a:off x="7329662" y="6190488"/>
            <a:ext cx="54864" cy="54864"/>
          </a:xfrm>
          <a:prstGeom prst="ellipse">
            <a:avLst/>
          </a:prstGeom>
          <a:solidFill>
            <a:srgbClr val="CFD9DF"/>
          </a:solidFill>
          <a:ln/>
        </p:spPr>
      </p:sp>
      <p:sp>
        <p:nvSpPr>
          <p:cNvPr id="26" name="Shape 23"/>
          <p:cNvSpPr/>
          <p:nvPr/>
        </p:nvSpPr>
        <p:spPr>
          <a:xfrm>
            <a:off x="7416043" y="6190488"/>
            <a:ext cx="54864" cy="54864"/>
          </a:xfrm>
          <a:prstGeom prst="ellipse">
            <a:avLst/>
          </a:prstGeom>
          <a:solidFill>
            <a:srgbClr val="CFD9DF"/>
          </a:solidFill>
          <a:ln/>
        </p:spPr>
      </p:sp>
      <p:sp>
        <p:nvSpPr>
          <p:cNvPr id="27" name="Shape 24"/>
          <p:cNvSpPr/>
          <p:nvPr/>
        </p:nvSpPr>
        <p:spPr>
          <a:xfrm>
            <a:off x="7502423" y="6190488"/>
            <a:ext cx="54864" cy="54864"/>
          </a:xfrm>
          <a:prstGeom prst="ellipse">
            <a:avLst/>
          </a:prstGeom>
          <a:solidFill>
            <a:srgbClr val="CFD9DF"/>
          </a:solidFill>
          <a:ln/>
        </p:spPr>
      </p:sp>
      <p:sp>
        <p:nvSpPr>
          <p:cNvPr id="28" name="Shape 25"/>
          <p:cNvSpPr/>
          <p:nvPr/>
        </p:nvSpPr>
        <p:spPr>
          <a:xfrm>
            <a:off x="7588804" y="6190488"/>
            <a:ext cx="54864" cy="54864"/>
          </a:xfrm>
          <a:prstGeom prst="ellipse">
            <a:avLst/>
          </a:prstGeom>
          <a:solidFill>
            <a:srgbClr val="CFD9DF"/>
          </a:solidFill>
          <a:ln/>
        </p:spPr>
      </p:sp>
      <p:sp>
        <p:nvSpPr>
          <p:cNvPr id="29" name="Shape 26"/>
          <p:cNvSpPr/>
          <p:nvPr/>
        </p:nvSpPr>
        <p:spPr>
          <a:xfrm>
            <a:off x="7675185" y="6190488"/>
            <a:ext cx="54864" cy="54864"/>
          </a:xfrm>
          <a:prstGeom prst="ellipse">
            <a:avLst/>
          </a:prstGeom>
          <a:solidFill>
            <a:srgbClr val="CFD9DF"/>
          </a:solidFill>
          <a:ln/>
        </p:spPr>
      </p:sp>
      <p:sp>
        <p:nvSpPr>
          <p:cNvPr id="30" name="Shape 27"/>
          <p:cNvSpPr/>
          <p:nvPr/>
        </p:nvSpPr>
        <p:spPr>
          <a:xfrm>
            <a:off x="7761565" y="6190488"/>
            <a:ext cx="54864" cy="54864"/>
          </a:xfrm>
          <a:prstGeom prst="ellipse">
            <a:avLst/>
          </a:prstGeom>
          <a:solidFill>
            <a:srgbClr val="CFD9DF"/>
          </a:solidFill>
          <a:ln/>
        </p:spPr>
      </p:sp>
      <p:sp>
        <p:nvSpPr>
          <p:cNvPr id="31" name="Shape 28"/>
          <p:cNvSpPr/>
          <p:nvPr/>
        </p:nvSpPr>
        <p:spPr>
          <a:xfrm>
            <a:off x="7847946" y="6190488"/>
            <a:ext cx="54864" cy="54864"/>
          </a:xfrm>
          <a:prstGeom prst="ellipse">
            <a:avLst/>
          </a:prstGeom>
          <a:solidFill>
            <a:srgbClr val="CFD9DF"/>
          </a:solidFill>
          <a:ln/>
        </p:spPr>
      </p:sp>
      <p:sp>
        <p:nvSpPr>
          <p:cNvPr id="32" name="Shape 29"/>
          <p:cNvSpPr/>
          <p:nvPr/>
        </p:nvSpPr>
        <p:spPr>
          <a:xfrm>
            <a:off x="7934327" y="6190488"/>
            <a:ext cx="54864" cy="54864"/>
          </a:xfrm>
          <a:prstGeom prst="ellipse">
            <a:avLst/>
          </a:prstGeom>
          <a:solidFill>
            <a:srgbClr val="CFD9DF"/>
          </a:solidFill>
          <a:ln/>
        </p:spPr>
      </p:sp>
      <p:sp>
        <p:nvSpPr>
          <p:cNvPr id="33" name="Shape 30"/>
          <p:cNvSpPr/>
          <p:nvPr/>
        </p:nvSpPr>
        <p:spPr>
          <a:xfrm>
            <a:off x="8020707" y="6190488"/>
            <a:ext cx="54864" cy="54864"/>
          </a:xfrm>
          <a:prstGeom prst="ellipse">
            <a:avLst/>
          </a:prstGeom>
          <a:solidFill>
            <a:srgbClr val="CFD9DF"/>
          </a:solidFill>
          <a:ln/>
        </p:spPr>
      </p:sp>
      <p:sp>
        <p:nvSpPr>
          <p:cNvPr id="34" name="Shape 31"/>
          <p:cNvSpPr/>
          <p:nvPr/>
        </p:nvSpPr>
        <p:spPr>
          <a:xfrm>
            <a:off x="8107088" y="6190488"/>
            <a:ext cx="54864" cy="54864"/>
          </a:xfrm>
          <a:prstGeom prst="ellipse">
            <a:avLst/>
          </a:prstGeom>
          <a:solidFill>
            <a:srgbClr val="CFD9DF"/>
          </a:solidFill>
          <a:ln/>
        </p:spPr>
      </p:sp>
      <p:sp>
        <p:nvSpPr>
          <p:cNvPr id="35" name="Shape 32"/>
          <p:cNvSpPr/>
          <p:nvPr/>
        </p:nvSpPr>
        <p:spPr>
          <a:xfrm>
            <a:off x="8193469" y="6190488"/>
            <a:ext cx="54864" cy="54864"/>
          </a:xfrm>
          <a:prstGeom prst="ellipse">
            <a:avLst/>
          </a:prstGeom>
          <a:solidFill>
            <a:srgbClr val="CFD9DF"/>
          </a:solidFill>
          <a:ln/>
        </p:spPr>
      </p:sp>
      <p:sp>
        <p:nvSpPr>
          <p:cNvPr id="36" name="Shape 33"/>
          <p:cNvSpPr/>
          <p:nvPr/>
        </p:nvSpPr>
        <p:spPr>
          <a:xfrm>
            <a:off x="8279849" y="6190488"/>
            <a:ext cx="54864" cy="54864"/>
          </a:xfrm>
          <a:prstGeom prst="ellipse">
            <a:avLst/>
          </a:prstGeom>
          <a:solidFill>
            <a:srgbClr val="CFD9DF"/>
          </a:solidFill>
          <a:ln/>
        </p:spPr>
      </p:sp>
      <p:sp>
        <p:nvSpPr>
          <p:cNvPr id="37" name="Shape 34"/>
          <p:cNvSpPr/>
          <p:nvPr/>
        </p:nvSpPr>
        <p:spPr>
          <a:xfrm>
            <a:off x="8366230" y="6190488"/>
            <a:ext cx="54864" cy="54864"/>
          </a:xfrm>
          <a:prstGeom prst="ellipse">
            <a:avLst/>
          </a:prstGeom>
          <a:solidFill>
            <a:srgbClr val="CFD9DF"/>
          </a:solidFill>
          <a:ln/>
        </p:spPr>
      </p:sp>
      <p:sp>
        <p:nvSpPr>
          <p:cNvPr id="38" name="Shape 35"/>
          <p:cNvSpPr/>
          <p:nvPr/>
        </p:nvSpPr>
        <p:spPr>
          <a:xfrm>
            <a:off x="8452611" y="6190488"/>
            <a:ext cx="54864" cy="54864"/>
          </a:xfrm>
          <a:prstGeom prst="ellipse">
            <a:avLst/>
          </a:prstGeom>
          <a:solidFill>
            <a:srgbClr val="CFD9DF"/>
          </a:solidFill>
          <a:ln/>
        </p:spPr>
      </p:sp>
      <p:sp>
        <p:nvSpPr>
          <p:cNvPr id="39" name="Shape 36"/>
          <p:cNvSpPr/>
          <p:nvPr/>
        </p:nvSpPr>
        <p:spPr>
          <a:xfrm>
            <a:off x="8538991" y="6190488"/>
            <a:ext cx="54864" cy="54864"/>
          </a:xfrm>
          <a:prstGeom prst="ellipse">
            <a:avLst/>
          </a:prstGeom>
          <a:solidFill>
            <a:srgbClr val="CFD9DF"/>
          </a:solidFill>
          <a:ln/>
        </p:spPr>
      </p:sp>
      <p:sp>
        <p:nvSpPr>
          <p:cNvPr id="40" name="Shape 37"/>
          <p:cNvSpPr/>
          <p:nvPr/>
        </p:nvSpPr>
        <p:spPr>
          <a:xfrm>
            <a:off x="8625372" y="6190488"/>
            <a:ext cx="54864" cy="54864"/>
          </a:xfrm>
          <a:prstGeom prst="ellipse">
            <a:avLst/>
          </a:prstGeom>
          <a:solidFill>
            <a:srgbClr val="CFD9DF"/>
          </a:solidFill>
          <a:ln/>
        </p:spPr>
      </p:sp>
      <p:sp>
        <p:nvSpPr>
          <p:cNvPr id="41" name="Shape 38"/>
          <p:cNvSpPr/>
          <p:nvPr/>
        </p:nvSpPr>
        <p:spPr>
          <a:xfrm>
            <a:off x="8711753" y="6190488"/>
            <a:ext cx="54864" cy="54864"/>
          </a:xfrm>
          <a:prstGeom prst="ellipse">
            <a:avLst/>
          </a:prstGeom>
          <a:solidFill>
            <a:srgbClr val="CFD9DF"/>
          </a:solidFill>
          <a:ln/>
        </p:spPr>
      </p:sp>
      <p:sp>
        <p:nvSpPr>
          <p:cNvPr id="42" name="Shape 39"/>
          <p:cNvSpPr/>
          <p:nvPr/>
        </p:nvSpPr>
        <p:spPr>
          <a:xfrm>
            <a:off x="8798133" y="6190488"/>
            <a:ext cx="54864" cy="54864"/>
          </a:xfrm>
          <a:prstGeom prst="ellipse">
            <a:avLst/>
          </a:prstGeom>
          <a:solidFill>
            <a:srgbClr val="CFD9DF"/>
          </a:solidFill>
          <a:ln/>
        </p:spPr>
      </p:sp>
      <p:sp>
        <p:nvSpPr>
          <p:cNvPr id="43" name="Shape 40"/>
          <p:cNvSpPr/>
          <p:nvPr/>
        </p:nvSpPr>
        <p:spPr>
          <a:xfrm>
            <a:off x="8884514" y="6190488"/>
            <a:ext cx="54864" cy="54864"/>
          </a:xfrm>
          <a:prstGeom prst="ellipse">
            <a:avLst/>
          </a:prstGeom>
          <a:solidFill>
            <a:srgbClr val="CFD9DF"/>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Step 10 image" descr="Step 10: Continue the clouds across the sky">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99539" cy="292608"/>
          </a:xfrm>
          <a:prstGeom prst="roundRect">
            <a:avLst>
              <a:gd name="adj" fmla="val 31250"/>
            </a:avLst>
          </a:prstGeom>
          <a:solidFill>
            <a:srgbClr val="3D6E94"/>
          </a:solidFill>
          <a:ln/>
        </p:spPr>
        <p:txBody>
          <a:bodyPr wrap="square" lIns="0" tIns="0" rIns="0" bIns="0" rtlCol="0" anchor="ctr"/>
          <a:lstStyle/>
          <a:p>
            <a:pPr algn="ctr" indent="0" marL="0">
              <a:buNone/>
            </a:pPr>
            <a:r>
              <a:rPr lang="en-US" sz="1100" b="1" dirty="0">
                <a:solidFill>
                  <a:srgbClr val="FFFFFF"/>
                </a:solidFill>
              </a:rPr>
              <a:t>STAGE 3 · CLOUDS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10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Continue the clouds across the sky</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Keep dabbing from left to right, overlapping some of the shapes.</a:t>
            </a:r>
            <a:endParaRPr lang="en-US" sz="1500" dirty="0"/>
          </a:p>
          <a:p>
            <a:pPr marL="203200" indent="-203200">
              <a:spcAft>
                <a:spcPts val="600"/>
              </a:spcAft>
              <a:buSzPct val="100000"/>
              <a:buChar char="•"/>
            </a:pPr>
            <a:r>
              <a:rPr lang="en-US" sz="1500" dirty="0">
                <a:solidFill>
                  <a:schemeClr val="tx1"/>
                </a:solidFill>
              </a:rPr>
              <a:t>Switch to a clean part of the tissue as it picks up blue.</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A tissue full of blue will put paint back. Use a fresh area often.</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russian blue"/>
          <p:cNvSpPr/>
          <p:nvPr/>
        </p:nvSpPr>
        <p:spPr>
          <a:xfrm>
            <a:off x="6277336" y="5532120"/>
            <a:ext cx="329184" cy="329184"/>
          </a:xfrm>
          <a:prstGeom prst="ellipse">
            <a:avLst/>
          </a:prstGeom>
          <a:solidFill>
            <a:srgbClr val="5E95AE"/>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Prussian blue</a:t>
            </a:r>
            <a:endParaRPr lang="en-US" sz="1100" dirty="0"/>
          </a:p>
          <a:p>
            <a:pPr indent="0" marL="0">
              <a:buNone/>
            </a:pPr>
            <a:r>
              <a:rPr lang="en-US" sz="1000" dirty="0">
                <a:solidFill>
                  <a:srgbClr val="4A5058"/>
                </a:solidFill>
              </a:rPr>
              <a:t>#5E95AE</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20228" y="6140196"/>
            <a:ext cx="155448" cy="155448"/>
          </a:xfrm>
          <a:prstGeom prst="ellipse">
            <a:avLst/>
          </a:prstGeom>
          <a:solidFill>
            <a:srgbClr val="3D6E94"/>
          </a:solidFill>
          <a:ln/>
        </p:spPr>
      </p:sp>
      <p:sp>
        <p:nvSpPr>
          <p:cNvPr id="23" name="Shape 20"/>
          <p:cNvSpPr/>
          <p:nvPr/>
        </p:nvSpPr>
        <p:spPr>
          <a:xfrm>
            <a:off x="7156901" y="6190488"/>
            <a:ext cx="54864" cy="54864"/>
          </a:xfrm>
          <a:prstGeom prst="ellipse">
            <a:avLst/>
          </a:prstGeom>
          <a:solidFill>
            <a:srgbClr val="CFD9DF"/>
          </a:solidFill>
          <a:ln/>
        </p:spPr>
      </p:sp>
      <p:sp>
        <p:nvSpPr>
          <p:cNvPr id="24" name="Shape 21"/>
          <p:cNvSpPr/>
          <p:nvPr/>
        </p:nvSpPr>
        <p:spPr>
          <a:xfrm>
            <a:off x="7243281" y="6190488"/>
            <a:ext cx="54864" cy="54864"/>
          </a:xfrm>
          <a:prstGeom prst="ellipse">
            <a:avLst/>
          </a:prstGeom>
          <a:solidFill>
            <a:srgbClr val="CFD9DF"/>
          </a:solidFill>
          <a:ln/>
        </p:spPr>
      </p:sp>
      <p:sp>
        <p:nvSpPr>
          <p:cNvPr id="25" name="Shape 22"/>
          <p:cNvSpPr/>
          <p:nvPr/>
        </p:nvSpPr>
        <p:spPr>
          <a:xfrm>
            <a:off x="7329662" y="6190488"/>
            <a:ext cx="54864" cy="54864"/>
          </a:xfrm>
          <a:prstGeom prst="ellipse">
            <a:avLst/>
          </a:prstGeom>
          <a:solidFill>
            <a:srgbClr val="CFD9DF"/>
          </a:solidFill>
          <a:ln/>
        </p:spPr>
      </p:sp>
      <p:sp>
        <p:nvSpPr>
          <p:cNvPr id="26" name="Shape 23"/>
          <p:cNvSpPr/>
          <p:nvPr/>
        </p:nvSpPr>
        <p:spPr>
          <a:xfrm>
            <a:off x="7416043" y="6190488"/>
            <a:ext cx="54864" cy="54864"/>
          </a:xfrm>
          <a:prstGeom prst="ellipse">
            <a:avLst/>
          </a:prstGeom>
          <a:solidFill>
            <a:srgbClr val="CFD9DF"/>
          </a:solidFill>
          <a:ln/>
        </p:spPr>
      </p:sp>
      <p:sp>
        <p:nvSpPr>
          <p:cNvPr id="27" name="Shape 24"/>
          <p:cNvSpPr/>
          <p:nvPr/>
        </p:nvSpPr>
        <p:spPr>
          <a:xfrm>
            <a:off x="7502423" y="6190488"/>
            <a:ext cx="54864" cy="54864"/>
          </a:xfrm>
          <a:prstGeom prst="ellipse">
            <a:avLst/>
          </a:prstGeom>
          <a:solidFill>
            <a:srgbClr val="CFD9DF"/>
          </a:solidFill>
          <a:ln/>
        </p:spPr>
      </p:sp>
      <p:sp>
        <p:nvSpPr>
          <p:cNvPr id="28" name="Shape 25"/>
          <p:cNvSpPr/>
          <p:nvPr/>
        </p:nvSpPr>
        <p:spPr>
          <a:xfrm>
            <a:off x="7588804" y="6190488"/>
            <a:ext cx="54864" cy="54864"/>
          </a:xfrm>
          <a:prstGeom prst="ellipse">
            <a:avLst/>
          </a:prstGeom>
          <a:solidFill>
            <a:srgbClr val="CFD9DF"/>
          </a:solidFill>
          <a:ln/>
        </p:spPr>
      </p:sp>
      <p:sp>
        <p:nvSpPr>
          <p:cNvPr id="29" name="Shape 26"/>
          <p:cNvSpPr/>
          <p:nvPr/>
        </p:nvSpPr>
        <p:spPr>
          <a:xfrm>
            <a:off x="7675185" y="6190488"/>
            <a:ext cx="54864" cy="54864"/>
          </a:xfrm>
          <a:prstGeom prst="ellipse">
            <a:avLst/>
          </a:prstGeom>
          <a:solidFill>
            <a:srgbClr val="CFD9DF"/>
          </a:solidFill>
          <a:ln/>
        </p:spPr>
      </p:sp>
      <p:sp>
        <p:nvSpPr>
          <p:cNvPr id="30" name="Shape 27"/>
          <p:cNvSpPr/>
          <p:nvPr/>
        </p:nvSpPr>
        <p:spPr>
          <a:xfrm>
            <a:off x="7761565" y="6190488"/>
            <a:ext cx="54864" cy="54864"/>
          </a:xfrm>
          <a:prstGeom prst="ellipse">
            <a:avLst/>
          </a:prstGeom>
          <a:solidFill>
            <a:srgbClr val="CFD9DF"/>
          </a:solidFill>
          <a:ln/>
        </p:spPr>
      </p:sp>
      <p:sp>
        <p:nvSpPr>
          <p:cNvPr id="31" name="Shape 28"/>
          <p:cNvSpPr/>
          <p:nvPr/>
        </p:nvSpPr>
        <p:spPr>
          <a:xfrm>
            <a:off x="7847946" y="6190488"/>
            <a:ext cx="54864" cy="54864"/>
          </a:xfrm>
          <a:prstGeom prst="ellipse">
            <a:avLst/>
          </a:prstGeom>
          <a:solidFill>
            <a:srgbClr val="CFD9DF"/>
          </a:solidFill>
          <a:ln/>
        </p:spPr>
      </p:sp>
      <p:sp>
        <p:nvSpPr>
          <p:cNvPr id="32" name="Shape 29"/>
          <p:cNvSpPr/>
          <p:nvPr/>
        </p:nvSpPr>
        <p:spPr>
          <a:xfrm>
            <a:off x="7934327" y="6190488"/>
            <a:ext cx="54864" cy="54864"/>
          </a:xfrm>
          <a:prstGeom prst="ellipse">
            <a:avLst/>
          </a:prstGeom>
          <a:solidFill>
            <a:srgbClr val="CFD9DF"/>
          </a:solidFill>
          <a:ln/>
        </p:spPr>
      </p:sp>
      <p:sp>
        <p:nvSpPr>
          <p:cNvPr id="33" name="Shape 30"/>
          <p:cNvSpPr/>
          <p:nvPr/>
        </p:nvSpPr>
        <p:spPr>
          <a:xfrm>
            <a:off x="8020707" y="6190488"/>
            <a:ext cx="54864" cy="54864"/>
          </a:xfrm>
          <a:prstGeom prst="ellipse">
            <a:avLst/>
          </a:prstGeom>
          <a:solidFill>
            <a:srgbClr val="CFD9DF"/>
          </a:solidFill>
          <a:ln/>
        </p:spPr>
      </p:sp>
      <p:sp>
        <p:nvSpPr>
          <p:cNvPr id="34" name="Shape 31"/>
          <p:cNvSpPr/>
          <p:nvPr/>
        </p:nvSpPr>
        <p:spPr>
          <a:xfrm>
            <a:off x="8107088" y="6190488"/>
            <a:ext cx="54864" cy="54864"/>
          </a:xfrm>
          <a:prstGeom prst="ellipse">
            <a:avLst/>
          </a:prstGeom>
          <a:solidFill>
            <a:srgbClr val="CFD9DF"/>
          </a:solidFill>
          <a:ln/>
        </p:spPr>
      </p:sp>
      <p:sp>
        <p:nvSpPr>
          <p:cNvPr id="35" name="Shape 32"/>
          <p:cNvSpPr/>
          <p:nvPr/>
        </p:nvSpPr>
        <p:spPr>
          <a:xfrm>
            <a:off x="8193469" y="6190488"/>
            <a:ext cx="54864" cy="54864"/>
          </a:xfrm>
          <a:prstGeom prst="ellipse">
            <a:avLst/>
          </a:prstGeom>
          <a:solidFill>
            <a:srgbClr val="CFD9DF"/>
          </a:solidFill>
          <a:ln/>
        </p:spPr>
      </p:sp>
      <p:sp>
        <p:nvSpPr>
          <p:cNvPr id="36" name="Shape 33"/>
          <p:cNvSpPr/>
          <p:nvPr/>
        </p:nvSpPr>
        <p:spPr>
          <a:xfrm>
            <a:off x="8279849" y="6190488"/>
            <a:ext cx="54864" cy="54864"/>
          </a:xfrm>
          <a:prstGeom prst="ellipse">
            <a:avLst/>
          </a:prstGeom>
          <a:solidFill>
            <a:srgbClr val="CFD9DF"/>
          </a:solidFill>
          <a:ln/>
        </p:spPr>
      </p:sp>
      <p:sp>
        <p:nvSpPr>
          <p:cNvPr id="37" name="Shape 34"/>
          <p:cNvSpPr/>
          <p:nvPr/>
        </p:nvSpPr>
        <p:spPr>
          <a:xfrm>
            <a:off x="8366230" y="6190488"/>
            <a:ext cx="54864" cy="54864"/>
          </a:xfrm>
          <a:prstGeom prst="ellipse">
            <a:avLst/>
          </a:prstGeom>
          <a:solidFill>
            <a:srgbClr val="CFD9DF"/>
          </a:solidFill>
          <a:ln/>
        </p:spPr>
      </p:sp>
      <p:sp>
        <p:nvSpPr>
          <p:cNvPr id="38" name="Shape 35"/>
          <p:cNvSpPr/>
          <p:nvPr/>
        </p:nvSpPr>
        <p:spPr>
          <a:xfrm>
            <a:off x="8452611" y="6190488"/>
            <a:ext cx="54864" cy="54864"/>
          </a:xfrm>
          <a:prstGeom prst="ellipse">
            <a:avLst/>
          </a:prstGeom>
          <a:solidFill>
            <a:srgbClr val="CFD9DF"/>
          </a:solidFill>
          <a:ln/>
        </p:spPr>
      </p:sp>
      <p:sp>
        <p:nvSpPr>
          <p:cNvPr id="39" name="Shape 36"/>
          <p:cNvSpPr/>
          <p:nvPr/>
        </p:nvSpPr>
        <p:spPr>
          <a:xfrm>
            <a:off x="8538991" y="6190488"/>
            <a:ext cx="54864" cy="54864"/>
          </a:xfrm>
          <a:prstGeom prst="ellipse">
            <a:avLst/>
          </a:prstGeom>
          <a:solidFill>
            <a:srgbClr val="CFD9DF"/>
          </a:solidFill>
          <a:ln/>
        </p:spPr>
      </p:sp>
      <p:sp>
        <p:nvSpPr>
          <p:cNvPr id="40" name="Shape 37"/>
          <p:cNvSpPr/>
          <p:nvPr/>
        </p:nvSpPr>
        <p:spPr>
          <a:xfrm>
            <a:off x="8625372" y="6190488"/>
            <a:ext cx="54864" cy="54864"/>
          </a:xfrm>
          <a:prstGeom prst="ellipse">
            <a:avLst/>
          </a:prstGeom>
          <a:solidFill>
            <a:srgbClr val="CFD9DF"/>
          </a:solidFill>
          <a:ln/>
        </p:spPr>
      </p:sp>
      <p:sp>
        <p:nvSpPr>
          <p:cNvPr id="41" name="Shape 38"/>
          <p:cNvSpPr/>
          <p:nvPr/>
        </p:nvSpPr>
        <p:spPr>
          <a:xfrm>
            <a:off x="8711753" y="6190488"/>
            <a:ext cx="54864" cy="54864"/>
          </a:xfrm>
          <a:prstGeom prst="ellipse">
            <a:avLst/>
          </a:prstGeom>
          <a:solidFill>
            <a:srgbClr val="CFD9DF"/>
          </a:solidFill>
          <a:ln/>
        </p:spPr>
      </p:sp>
      <p:sp>
        <p:nvSpPr>
          <p:cNvPr id="42" name="Shape 39"/>
          <p:cNvSpPr/>
          <p:nvPr/>
        </p:nvSpPr>
        <p:spPr>
          <a:xfrm>
            <a:off x="8798133" y="6190488"/>
            <a:ext cx="54864" cy="54864"/>
          </a:xfrm>
          <a:prstGeom prst="ellipse">
            <a:avLst/>
          </a:prstGeom>
          <a:solidFill>
            <a:srgbClr val="CFD9DF"/>
          </a:solidFill>
          <a:ln/>
        </p:spPr>
      </p:sp>
      <p:sp>
        <p:nvSpPr>
          <p:cNvPr id="43" name="Shape 40"/>
          <p:cNvSpPr/>
          <p:nvPr/>
        </p:nvSpPr>
        <p:spPr>
          <a:xfrm>
            <a:off x="8884514" y="6190488"/>
            <a:ext cx="54864" cy="54864"/>
          </a:xfrm>
          <a:prstGeom prst="ellipse">
            <a:avLst/>
          </a:prstGeom>
          <a:solidFill>
            <a:srgbClr val="CFD9DF"/>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Step 11 image" descr="Step 11: Cloud shapes start to appear">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99539" cy="292608"/>
          </a:xfrm>
          <a:prstGeom prst="roundRect">
            <a:avLst>
              <a:gd name="adj" fmla="val 31250"/>
            </a:avLst>
          </a:prstGeom>
          <a:solidFill>
            <a:srgbClr val="3D6E94"/>
          </a:solidFill>
          <a:ln/>
        </p:spPr>
        <p:txBody>
          <a:bodyPr wrap="square" lIns="0" tIns="0" rIns="0" bIns="0" rtlCol="0" anchor="ctr"/>
          <a:lstStyle/>
          <a:p>
            <a:pPr algn="ctr" indent="0" marL="0">
              <a:buNone/>
            </a:pPr>
            <a:r>
              <a:rPr lang="en-US" sz="1100" b="1" dirty="0">
                <a:solidFill>
                  <a:srgbClr val="FFFFFF"/>
                </a:solidFill>
              </a:rPr>
              <a:t>STAGE 3 · CLOUDS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11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Cloud shapes start to appear</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Look for pale cloud shapes against the blue: one near the top left and a larger one at the right.</a:t>
            </a:r>
            <a:endParaRPr lang="en-US" sz="1500" dirty="0"/>
          </a:p>
          <a:p>
            <a:pPr marL="203200" indent="-203200">
              <a:spcAft>
                <a:spcPts val="600"/>
              </a:spcAft>
              <a:buSzPct val="100000"/>
              <a:buChar char="•"/>
            </a:pPr>
            <a:r>
              <a:rPr lang="en-US" sz="1500" dirty="0">
                <a:solidFill>
                  <a:schemeClr val="tx1"/>
                </a:solidFill>
              </a:rPr>
              <a:t>Dab around their edges to widen them and blur the outlines.</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Soft edges make the sky feel airy.</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russian blue"/>
          <p:cNvSpPr/>
          <p:nvPr/>
        </p:nvSpPr>
        <p:spPr>
          <a:xfrm>
            <a:off x="6277336" y="5532120"/>
            <a:ext cx="329184" cy="329184"/>
          </a:xfrm>
          <a:prstGeom prst="ellipse">
            <a:avLst/>
          </a:prstGeom>
          <a:solidFill>
            <a:srgbClr val="5E95AE"/>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Prussian blue</a:t>
            </a:r>
            <a:endParaRPr lang="en-US" sz="1100" dirty="0"/>
          </a:p>
          <a:p>
            <a:pPr indent="0" marL="0">
              <a:buNone/>
            </a:pPr>
            <a:r>
              <a:rPr lang="en-US" sz="1000" dirty="0">
                <a:solidFill>
                  <a:srgbClr val="4A5058"/>
                </a:solidFill>
              </a:rPr>
              <a:t>#5E95AE</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06609" y="6140196"/>
            <a:ext cx="155448" cy="155448"/>
          </a:xfrm>
          <a:prstGeom prst="ellipse">
            <a:avLst/>
          </a:prstGeom>
          <a:solidFill>
            <a:srgbClr val="3D6E94"/>
          </a:solidFill>
          <a:ln/>
        </p:spPr>
      </p:sp>
      <p:sp>
        <p:nvSpPr>
          <p:cNvPr id="24" name="Shape 21"/>
          <p:cNvSpPr/>
          <p:nvPr/>
        </p:nvSpPr>
        <p:spPr>
          <a:xfrm>
            <a:off x="7243281" y="6190488"/>
            <a:ext cx="54864" cy="54864"/>
          </a:xfrm>
          <a:prstGeom prst="ellipse">
            <a:avLst/>
          </a:prstGeom>
          <a:solidFill>
            <a:srgbClr val="CFD9DF"/>
          </a:solidFill>
          <a:ln/>
        </p:spPr>
      </p:sp>
      <p:sp>
        <p:nvSpPr>
          <p:cNvPr id="25" name="Shape 22"/>
          <p:cNvSpPr/>
          <p:nvPr/>
        </p:nvSpPr>
        <p:spPr>
          <a:xfrm>
            <a:off x="7329662" y="6190488"/>
            <a:ext cx="54864" cy="54864"/>
          </a:xfrm>
          <a:prstGeom prst="ellipse">
            <a:avLst/>
          </a:prstGeom>
          <a:solidFill>
            <a:srgbClr val="CFD9DF"/>
          </a:solidFill>
          <a:ln/>
        </p:spPr>
      </p:sp>
      <p:sp>
        <p:nvSpPr>
          <p:cNvPr id="26" name="Shape 23"/>
          <p:cNvSpPr/>
          <p:nvPr/>
        </p:nvSpPr>
        <p:spPr>
          <a:xfrm>
            <a:off x="7416043" y="6190488"/>
            <a:ext cx="54864" cy="54864"/>
          </a:xfrm>
          <a:prstGeom prst="ellipse">
            <a:avLst/>
          </a:prstGeom>
          <a:solidFill>
            <a:srgbClr val="CFD9DF"/>
          </a:solidFill>
          <a:ln/>
        </p:spPr>
      </p:sp>
      <p:sp>
        <p:nvSpPr>
          <p:cNvPr id="27" name="Shape 24"/>
          <p:cNvSpPr/>
          <p:nvPr/>
        </p:nvSpPr>
        <p:spPr>
          <a:xfrm>
            <a:off x="7502423" y="6190488"/>
            <a:ext cx="54864" cy="54864"/>
          </a:xfrm>
          <a:prstGeom prst="ellipse">
            <a:avLst/>
          </a:prstGeom>
          <a:solidFill>
            <a:srgbClr val="CFD9DF"/>
          </a:solidFill>
          <a:ln/>
        </p:spPr>
      </p:sp>
      <p:sp>
        <p:nvSpPr>
          <p:cNvPr id="28" name="Shape 25"/>
          <p:cNvSpPr/>
          <p:nvPr/>
        </p:nvSpPr>
        <p:spPr>
          <a:xfrm>
            <a:off x="7588804" y="6190488"/>
            <a:ext cx="54864" cy="54864"/>
          </a:xfrm>
          <a:prstGeom prst="ellipse">
            <a:avLst/>
          </a:prstGeom>
          <a:solidFill>
            <a:srgbClr val="CFD9DF"/>
          </a:solidFill>
          <a:ln/>
        </p:spPr>
      </p:sp>
      <p:sp>
        <p:nvSpPr>
          <p:cNvPr id="29" name="Shape 26"/>
          <p:cNvSpPr/>
          <p:nvPr/>
        </p:nvSpPr>
        <p:spPr>
          <a:xfrm>
            <a:off x="7675185" y="6190488"/>
            <a:ext cx="54864" cy="54864"/>
          </a:xfrm>
          <a:prstGeom prst="ellipse">
            <a:avLst/>
          </a:prstGeom>
          <a:solidFill>
            <a:srgbClr val="CFD9DF"/>
          </a:solidFill>
          <a:ln/>
        </p:spPr>
      </p:sp>
      <p:sp>
        <p:nvSpPr>
          <p:cNvPr id="30" name="Shape 27"/>
          <p:cNvSpPr/>
          <p:nvPr/>
        </p:nvSpPr>
        <p:spPr>
          <a:xfrm>
            <a:off x="7761565" y="6190488"/>
            <a:ext cx="54864" cy="54864"/>
          </a:xfrm>
          <a:prstGeom prst="ellipse">
            <a:avLst/>
          </a:prstGeom>
          <a:solidFill>
            <a:srgbClr val="CFD9DF"/>
          </a:solidFill>
          <a:ln/>
        </p:spPr>
      </p:sp>
      <p:sp>
        <p:nvSpPr>
          <p:cNvPr id="31" name="Shape 28"/>
          <p:cNvSpPr/>
          <p:nvPr/>
        </p:nvSpPr>
        <p:spPr>
          <a:xfrm>
            <a:off x="7847946" y="6190488"/>
            <a:ext cx="54864" cy="54864"/>
          </a:xfrm>
          <a:prstGeom prst="ellipse">
            <a:avLst/>
          </a:prstGeom>
          <a:solidFill>
            <a:srgbClr val="CFD9DF"/>
          </a:solidFill>
          <a:ln/>
        </p:spPr>
      </p:sp>
      <p:sp>
        <p:nvSpPr>
          <p:cNvPr id="32" name="Shape 29"/>
          <p:cNvSpPr/>
          <p:nvPr/>
        </p:nvSpPr>
        <p:spPr>
          <a:xfrm>
            <a:off x="7934327" y="6190488"/>
            <a:ext cx="54864" cy="54864"/>
          </a:xfrm>
          <a:prstGeom prst="ellipse">
            <a:avLst/>
          </a:prstGeom>
          <a:solidFill>
            <a:srgbClr val="CFD9DF"/>
          </a:solidFill>
          <a:ln/>
        </p:spPr>
      </p:sp>
      <p:sp>
        <p:nvSpPr>
          <p:cNvPr id="33" name="Shape 30"/>
          <p:cNvSpPr/>
          <p:nvPr/>
        </p:nvSpPr>
        <p:spPr>
          <a:xfrm>
            <a:off x="8020707" y="6190488"/>
            <a:ext cx="54864" cy="54864"/>
          </a:xfrm>
          <a:prstGeom prst="ellipse">
            <a:avLst/>
          </a:prstGeom>
          <a:solidFill>
            <a:srgbClr val="CFD9DF"/>
          </a:solidFill>
          <a:ln/>
        </p:spPr>
      </p:sp>
      <p:sp>
        <p:nvSpPr>
          <p:cNvPr id="34" name="Shape 31"/>
          <p:cNvSpPr/>
          <p:nvPr/>
        </p:nvSpPr>
        <p:spPr>
          <a:xfrm>
            <a:off x="8107088" y="6190488"/>
            <a:ext cx="54864" cy="54864"/>
          </a:xfrm>
          <a:prstGeom prst="ellipse">
            <a:avLst/>
          </a:prstGeom>
          <a:solidFill>
            <a:srgbClr val="CFD9DF"/>
          </a:solidFill>
          <a:ln/>
        </p:spPr>
      </p:sp>
      <p:sp>
        <p:nvSpPr>
          <p:cNvPr id="35" name="Shape 32"/>
          <p:cNvSpPr/>
          <p:nvPr/>
        </p:nvSpPr>
        <p:spPr>
          <a:xfrm>
            <a:off x="8193469" y="6190488"/>
            <a:ext cx="54864" cy="54864"/>
          </a:xfrm>
          <a:prstGeom prst="ellipse">
            <a:avLst/>
          </a:prstGeom>
          <a:solidFill>
            <a:srgbClr val="CFD9DF"/>
          </a:solidFill>
          <a:ln/>
        </p:spPr>
      </p:sp>
      <p:sp>
        <p:nvSpPr>
          <p:cNvPr id="36" name="Shape 33"/>
          <p:cNvSpPr/>
          <p:nvPr/>
        </p:nvSpPr>
        <p:spPr>
          <a:xfrm>
            <a:off x="8279849" y="6190488"/>
            <a:ext cx="54864" cy="54864"/>
          </a:xfrm>
          <a:prstGeom prst="ellipse">
            <a:avLst/>
          </a:prstGeom>
          <a:solidFill>
            <a:srgbClr val="CFD9DF"/>
          </a:solidFill>
          <a:ln/>
        </p:spPr>
      </p:sp>
      <p:sp>
        <p:nvSpPr>
          <p:cNvPr id="37" name="Shape 34"/>
          <p:cNvSpPr/>
          <p:nvPr/>
        </p:nvSpPr>
        <p:spPr>
          <a:xfrm>
            <a:off x="8366230" y="6190488"/>
            <a:ext cx="54864" cy="54864"/>
          </a:xfrm>
          <a:prstGeom prst="ellipse">
            <a:avLst/>
          </a:prstGeom>
          <a:solidFill>
            <a:srgbClr val="CFD9DF"/>
          </a:solidFill>
          <a:ln/>
        </p:spPr>
      </p:sp>
      <p:sp>
        <p:nvSpPr>
          <p:cNvPr id="38" name="Shape 35"/>
          <p:cNvSpPr/>
          <p:nvPr/>
        </p:nvSpPr>
        <p:spPr>
          <a:xfrm>
            <a:off x="8452611" y="6190488"/>
            <a:ext cx="54864" cy="54864"/>
          </a:xfrm>
          <a:prstGeom prst="ellipse">
            <a:avLst/>
          </a:prstGeom>
          <a:solidFill>
            <a:srgbClr val="CFD9DF"/>
          </a:solidFill>
          <a:ln/>
        </p:spPr>
      </p:sp>
      <p:sp>
        <p:nvSpPr>
          <p:cNvPr id="39" name="Shape 36"/>
          <p:cNvSpPr/>
          <p:nvPr/>
        </p:nvSpPr>
        <p:spPr>
          <a:xfrm>
            <a:off x="8538991" y="6190488"/>
            <a:ext cx="54864" cy="54864"/>
          </a:xfrm>
          <a:prstGeom prst="ellipse">
            <a:avLst/>
          </a:prstGeom>
          <a:solidFill>
            <a:srgbClr val="CFD9DF"/>
          </a:solidFill>
          <a:ln/>
        </p:spPr>
      </p:sp>
      <p:sp>
        <p:nvSpPr>
          <p:cNvPr id="40" name="Shape 37"/>
          <p:cNvSpPr/>
          <p:nvPr/>
        </p:nvSpPr>
        <p:spPr>
          <a:xfrm>
            <a:off x="8625372" y="6190488"/>
            <a:ext cx="54864" cy="54864"/>
          </a:xfrm>
          <a:prstGeom prst="ellipse">
            <a:avLst/>
          </a:prstGeom>
          <a:solidFill>
            <a:srgbClr val="CFD9DF"/>
          </a:solidFill>
          <a:ln/>
        </p:spPr>
      </p:sp>
      <p:sp>
        <p:nvSpPr>
          <p:cNvPr id="41" name="Shape 38"/>
          <p:cNvSpPr/>
          <p:nvPr/>
        </p:nvSpPr>
        <p:spPr>
          <a:xfrm>
            <a:off x="8711753" y="6190488"/>
            <a:ext cx="54864" cy="54864"/>
          </a:xfrm>
          <a:prstGeom prst="ellipse">
            <a:avLst/>
          </a:prstGeom>
          <a:solidFill>
            <a:srgbClr val="CFD9DF"/>
          </a:solidFill>
          <a:ln/>
        </p:spPr>
      </p:sp>
      <p:sp>
        <p:nvSpPr>
          <p:cNvPr id="42" name="Shape 39"/>
          <p:cNvSpPr/>
          <p:nvPr/>
        </p:nvSpPr>
        <p:spPr>
          <a:xfrm>
            <a:off x="8798133" y="6190488"/>
            <a:ext cx="54864" cy="54864"/>
          </a:xfrm>
          <a:prstGeom prst="ellipse">
            <a:avLst/>
          </a:prstGeom>
          <a:solidFill>
            <a:srgbClr val="CFD9DF"/>
          </a:solidFill>
          <a:ln/>
        </p:spPr>
      </p:sp>
      <p:sp>
        <p:nvSpPr>
          <p:cNvPr id="43" name="Shape 40"/>
          <p:cNvSpPr/>
          <p:nvPr/>
        </p:nvSpPr>
        <p:spPr>
          <a:xfrm>
            <a:off x="8884514" y="6190488"/>
            <a:ext cx="54864" cy="54864"/>
          </a:xfrm>
          <a:prstGeom prst="ellipse">
            <a:avLst/>
          </a:prstGeom>
          <a:solidFill>
            <a:srgbClr val="CFD9DF"/>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Step 12 image" descr="Step 12: Lift paint near the top left">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99539" cy="292608"/>
          </a:xfrm>
          <a:prstGeom prst="roundRect">
            <a:avLst>
              <a:gd name="adj" fmla="val 31250"/>
            </a:avLst>
          </a:prstGeom>
          <a:solidFill>
            <a:srgbClr val="3D6E94"/>
          </a:solidFill>
          <a:ln/>
        </p:spPr>
        <p:txBody>
          <a:bodyPr wrap="square" lIns="0" tIns="0" rIns="0" bIns="0" rtlCol="0" anchor="ctr"/>
          <a:lstStyle/>
          <a:p>
            <a:pPr algn="ctr" indent="0" marL="0">
              <a:buNone/>
            </a:pPr>
            <a:r>
              <a:rPr lang="en-US" sz="1100" b="1" dirty="0">
                <a:solidFill>
                  <a:srgbClr val="FFFFFF"/>
                </a:solidFill>
              </a:rPr>
              <a:t>STAGE 3 · CLOUDS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12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Lift paint near the top left</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Dab a few more cloud shapes closer to the top, where the sky is darkest.</a:t>
            </a:r>
            <a:endParaRPr lang="en-US" sz="1500" dirty="0"/>
          </a:p>
          <a:p>
            <a:pPr marL="203200" indent="-203200">
              <a:spcAft>
                <a:spcPts val="600"/>
              </a:spcAft>
              <a:buSzPct val="100000"/>
              <a:buChar char="•"/>
            </a:pPr>
            <a:r>
              <a:rPr lang="en-US" sz="1500" dirty="0">
                <a:solidFill>
                  <a:schemeClr val="tx1"/>
                </a:solidFill>
              </a:rPr>
              <a:t>Keep them smaller and softer than the clouds lower down.</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Hold the tissue by its edge so your fingers don't touch the wet paper.</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russian blue"/>
          <p:cNvSpPr/>
          <p:nvPr/>
        </p:nvSpPr>
        <p:spPr>
          <a:xfrm>
            <a:off x="6277336" y="5532120"/>
            <a:ext cx="329184" cy="329184"/>
          </a:xfrm>
          <a:prstGeom prst="ellipse">
            <a:avLst/>
          </a:prstGeom>
          <a:solidFill>
            <a:srgbClr val="5E95AE"/>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Prussian blue</a:t>
            </a:r>
            <a:endParaRPr lang="en-US" sz="1100" dirty="0"/>
          </a:p>
          <a:p>
            <a:pPr indent="0" marL="0">
              <a:buNone/>
            </a:pPr>
            <a:r>
              <a:rPr lang="en-US" sz="1000" dirty="0">
                <a:solidFill>
                  <a:srgbClr val="4A5058"/>
                </a:solidFill>
              </a:rPr>
              <a:t>#5E95AE</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192989" y="6140196"/>
            <a:ext cx="155448" cy="155448"/>
          </a:xfrm>
          <a:prstGeom prst="ellipse">
            <a:avLst/>
          </a:prstGeom>
          <a:solidFill>
            <a:srgbClr val="3D6E94"/>
          </a:solidFill>
          <a:ln/>
        </p:spPr>
      </p:sp>
      <p:sp>
        <p:nvSpPr>
          <p:cNvPr id="25" name="Shape 22"/>
          <p:cNvSpPr/>
          <p:nvPr/>
        </p:nvSpPr>
        <p:spPr>
          <a:xfrm>
            <a:off x="7329662" y="6190488"/>
            <a:ext cx="54864" cy="54864"/>
          </a:xfrm>
          <a:prstGeom prst="ellipse">
            <a:avLst/>
          </a:prstGeom>
          <a:solidFill>
            <a:srgbClr val="CFD9DF"/>
          </a:solidFill>
          <a:ln/>
        </p:spPr>
      </p:sp>
      <p:sp>
        <p:nvSpPr>
          <p:cNvPr id="26" name="Shape 23"/>
          <p:cNvSpPr/>
          <p:nvPr/>
        </p:nvSpPr>
        <p:spPr>
          <a:xfrm>
            <a:off x="7416043" y="6190488"/>
            <a:ext cx="54864" cy="54864"/>
          </a:xfrm>
          <a:prstGeom prst="ellipse">
            <a:avLst/>
          </a:prstGeom>
          <a:solidFill>
            <a:srgbClr val="CFD9DF"/>
          </a:solidFill>
          <a:ln/>
        </p:spPr>
      </p:sp>
      <p:sp>
        <p:nvSpPr>
          <p:cNvPr id="27" name="Shape 24"/>
          <p:cNvSpPr/>
          <p:nvPr/>
        </p:nvSpPr>
        <p:spPr>
          <a:xfrm>
            <a:off x="7502423" y="6190488"/>
            <a:ext cx="54864" cy="54864"/>
          </a:xfrm>
          <a:prstGeom prst="ellipse">
            <a:avLst/>
          </a:prstGeom>
          <a:solidFill>
            <a:srgbClr val="CFD9DF"/>
          </a:solidFill>
          <a:ln/>
        </p:spPr>
      </p:sp>
      <p:sp>
        <p:nvSpPr>
          <p:cNvPr id="28" name="Shape 25"/>
          <p:cNvSpPr/>
          <p:nvPr/>
        </p:nvSpPr>
        <p:spPr>
          <a:xfrm>
            <a:off x="7588804" y="6190488"/>
            <a:ext cx="54864" cy="54864"/>
          </a:xfrm>
          <a:prstGeom prst="ellipse">
            <a:avLst/>
          </a:prstGeom>
          <a:solidFill>
            <a:srgbClr val="CFD9DF"/>
          </a:solidFill>
          <a:ln/>
        </p:spPr>
      </p:sp>
      <p:sp>
        <p:nvSpPr>
          <p:cNvPr id="29" name="Shape 26"/>
          <p:cNvSpPr/>
          <p:nvPr/>
        </p:nvSpPr>
        <p:spPr>
          <a:xfrm>
            <a:off x="7675185" y="6190488"/>
            <a:ext cx="54864" cy="54864"/>
          </a:xfrm>
          <a:prstGeom prst="ellipse">
            <a:avLst/>
          </a:prstGeom>
          <a:solidFill>
            <a:srgbClr val="CFD9DF"/>
          </a:solidFill>
          <a:ln/>
        </p:spPr>
      </p:sp>
      <p:sp>
        <p:nvSpPr>
          <p:cNvPr id="30" name="Shape 27"/>
          <p:cNvSpPr/>
          <p:nvPr/>
        </p:nvSpPr>
        <p:spPr>
          <a:xfrm>
            <a:off x="7761565" y="6190488"/>
            <a:ext cx="54864" cy="54864"/>
          </a:xfrm>
          <a:prstGeom prst="ellipse">
            <a:avLst/>
          </a:prstGeom>
          <a:solidFill>
            <a:srgbClr val="CFD9DF"/>
          </a:solidFill>
          <a:ln/>
        </p:spPr>
      </p:sp>
      <p:sp>
        <p:nvSpPr>
          <p:cNvPr id="31" name="Shape 28"/>
          <p:cNvSpPr/>
          <p:nvPr/>
        </p:nvSpPr>
        <p:spPr>
          <a:xfrm>
            <a:off x="7847946" y="6190488"/>
            <a:ext cx="54864" cy="54864"/>
          </a:xfrm>
          <a:prstGeom prst="ellipse">
            <a:avLst/>
          </a:prstGeom>
          <a:solidFill>
            <a:srgbClr val="CFD9DF"/>
          </a:solidFill>
          <a:ln/>
        </p:spPr>
      </p:sp>
      <p:sp>
        <p:nvSpPr>
          <p:cNvPr id="32" name="Shape 29"/>
          <p:cNvSpPr/>
          <p:nvPr/>
        </p:nvSpPr>
        <p:spPr>
          <a:xfrm>
            <a:off x="7934327" y="6190488"/>
            <a:ext cx="54864" cy="54864"/>
          </a:xfrm>
          <a:prstGeom prst="ellipse">
            <a:avLst/>
          </a:prstGeom>
          <a:solidFill>
            <a:srgbClr val="CFD9DF"/>
          </a:solidFill>
          <a:ln/>
        </p:spPr>
      </p:sp>
      <p:sp>
        <p:nvSpPr>
          <p:cNvPr id="33" name="Shape 30"/>
          <p:cNvSpPr/>
          <p:nvPr/>
        </p:nvSpPr>
        <p:spPr>
          <a:xfrm>
            <a:off x="8020707" y="6190488"/>
            <a:ext cx="54864" cy="54864"/>
          </a:xfrm>
          <a:prstGeom prst="ellipse">
            <a:avLst/>
          </a:prstGeom>
          <a:solidFill>
            <a:srgbClr val="CFD9DF"/>
          </a:solidFill>
          <a:ln/>
        </p:spPr>
      </p:sp>
      <p:sp>
        <p:nvSpPr>
          <p:cNvPr id="34" name="Shape 31"/>
          <p:cNvSpPr/>
          <p:nvPr/>
        </p:nvSpPr>
        <p:spPr>
          <a:xfrm>
            <a:off x="8107088" y="6190488"/>
            <a:ext cx="54864" cy="54864"/>
          </a:xfrm>
          <a:prstGeom prst="ellipse">
            <a:avLst/>
          </a:prstGeom>
          <a:solidFill>
            <a:srgbClr val="CFD9DF"/>
          </a:solidFill>
          <a:ln/>
        </p:spPr>
      </p:sp>
      <p:sp>
        <p:nvSpPr>
          <p:cNvPr id="35" name="Shape 32"/>
          <p:cNvSpPr/>
          <p:nvPr/>
        </p:nvSpPr>
        <p:spPr>
          <a:xfrm>
            <a:off x="8193469" y="6190488"/>
            <a:ext cx="54864" cy="54864"/>
          </a:xfrm>
          <a:prstGeom prst="ellipse">
            <a:avLst/>
          </a:prstGeom>
          <a:solidFill>
            <a:srgbClr val="CFD9DF"/>
          </a:solidFill>
          <a:ln/>
        </p:spPr>
      </p:sp>
      <p:sp>
        <p:nvSpPr>
          <p:cNvPr id="36" name="Shape 33"/>
          <p:cNvSpPr/>
          <p:nvPr/>
        </p:nvSpPr>
        <p:spPr>
          <a:xfrm>
            <a:off x="8279849" y="6190488"/>
            <a:ext cx="54864" cy="54864"/>
          </a:xfrm>
          <a:prstGeom prst="ellipse">
            <a:avLst/>
          </a:prstGeom>
          <a:solidFill>
            <a:srgbClr val="CFD9DF"/>
          </a:solidFill>
          <a:ln/>
        </p:spPr>
      </p:sp>
      <p:sp>
        <p:nvSpPr>
          <p:cNvPr id="37" name="Shape 34"/>
          <p:cNvSpPr/>
          <p:nvPr/>
        </p:nvSpPr>
        <p:spPr>
          <a:xfrm>
            <a:off x="8366230" y="6190488"/>
            <a:ext cx="54864" cy="54864"/>
          </a:xfrm>
          <a:prstGeom prst="ellipse">
            <a:avLst/>
          </a:prstGeom>
          <a:solidFill>
            <a:srgbClr val="CFD9DF"/>
          </a:solidFill>
          <a:ln/>
        </p:spPr>
      </p:sp>
      <p:sp>
        <p:nvSpPr>
          <p:cNvPr id="38" name="Shape 35"/>
          <p:cNvSpPr/>
          <p:nvPr/>
        </p:nvSpPr>
        <p:spPr>
          <a:xfrm>
            <a:off x="8452611" y="6190488"/>
            <a:ext cx="54864" cy="54864"/>
          </a:xfrm>
          <a:prstGeom prst="ellipse">
            <a:avLst/>
          </a:prstGeom>
          <a:solidFill>
            <a:srgbClr val="CFD9DF"/>
          </a:solidFill>
          <a:ln/>
        </p:spPr>
      </p:sp>
      <p:sp>
        <p:nvSpPr>
          <p:cNvPr id="39" name="Shape 36"/>
          <p:cNvSpPr/>
          <p:nvPr/>
        </p:nvSpPr>
        <p:spPr>
          <a:xfrm>
            <a:off x="8538991" y="6190488"/>
            <a:ext cx="54864" cy="54864"/>
          </a:xfrm>
          <a:prstGeom prst="ellipse">
            <a:avLst/>
          </a:prstGeom>
          <a:solidFill>
            <a:srgbClr val="CFD9DF"/>
          </a:solidFill>
          <a:ln/>
        </p:spPr>
      </p:sp>
      <p:sp>
        <p:nvSpPr>
          <p:cNvPr id="40" name="Shape 37"/>
          <p:cNvSpPr/>
          <p:nvPr/>
        </p:nvSpPr>
        <p:spPr>
          <a:xfrm>
            <a:off x="8625372" y="6190488"/>
            <a:ext cx="54864" cy="54864"/>
          </a:xfrm>
          <a:prstGeom prst="ellipse">
            <a:avLst/>
          </a:prstGeom>
          <a:solidFill>
            <a:srgbClr val="CFD9DF"/>
          </a:solidFill>
          <a:ln/>
        </p:spPr>
      </p:sp>
      <p:sp>
        <p:nvSpPr>
          <p:cNvPr id="41" name="Shape 38"/>
          <p:cNvSpPr/>
          <p:nvPr/>
        </p:nvSpPr>
        <p:spPr>
          <a:xfrm>
            <a:off x="8711753" y="6190488"/>
            <a:ext cx="54864" cy="54864"/>
          </a:xfrm>
          <a:prstGeom prst="ellipse">
            <a:avLst/>
          </a:prstGeom>
          <a:solidFill>
            <a:srgbClr val="CFD9DF"/>
          </a:solidFill>
          <a:ln/>
        </p:spPr>
      </p:sp>
      <p:sp>
        <p:nvSpPr>
          <p:cNvPr id="42" name="Shape 39"/>
          <p:cNvSpPr/>
          <p:nvPr/>
        </p:nvSpPr>
        <p:spPr>
          <a:xfrm>
            <a:off x="8798133" y="6190488"/>
            <a:ext cx="54864" cy="54864"/>
          </a:xfrm>
          <a:prstGeom prst="ellipse">
            <a:avLst/>
          </a:prstGeom>
          <a:solidFill>
            <a:srgbClr val="CFD9DF"/>
          </a:solidFill>
          <a:ln/>
        </p:spPr>
      </p:sp>
      <p:sp>
        <p:nvSpPr>
          <p:cNvPr id="43" name="Shape 40"/>
          <p:cNvSpPr/>
          <p:nvPr/>
        </p:nvSpPr>
        <p:spPr>
          <a:xfrm>
            <a:off x="8884514" y="6190488"/>
            <a:ext cx="54864" cy="54864"/>
          </a:xfrm>
          <a:prstGeom prst="ellipse">
            <a:avLst/>
          </a:prstGeom>
          <a:solidFill>
            <a:srgbClr val="CFD9DF"/>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Step 13 image" descr="Step 13: Lift a bigger cloud lower down">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99539" cy="292608"/>
          </a:xfrm>
          <a:prstGeom prst="roundRect">
            <a:avLst>
              <a:gd name="adj" fmla="val 31250"/>
            </a:avLst>
          </a:prstGeom>
          <a:solidFill>
            <a:srgbClr val="3D6E94"/>
          </a:solidFill>
          <a:ln/>
        </p:spPr>
        <p:txBody>
          <a:bodyPr wrap="square" lIns="0" tIns="0" rIns="0" bIns="0" rtlCol="0" anchor="ctr"/>
          <a:lstStyle/>
          <a:p>
            <a:pPr algn="ctr" indent="0" marL="0">
              <a:buNone/>
            </a:pPr>
            <a:r>
              <a:rPr lang="en-US" sz="1100" b="1" dirty="0">
                <a:solidFill>
                  <a:srgbClr val="FFFFFF"/>
                </a:solidFill>
              </a:rPr>
              <a:t>STAGE 3 · CLOUDS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13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Lift a bigger cloud lower down</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Press the tissue flat to lift a large, soft cloud in the lower half of the sky.</a:t>
            </a:r>
            <a:endParaRPr lang="en-US" sz="1500" dirty="0"/>
          </a:p>
          <a:p>
            <a:pPr marL="203200" indent="-203200">
              <a:spcAft>
                <a:spcPts val="600"/>
              </a:spcAft>
              <a:buSzPct val="100000"/>
              <a:buChar char="•"/>
            </a:pPr>
            <a:r>
              <a:rPr lang="en-US" sz="1500" dirty="0">
                <a:solidFill>
                  <a:schemeClr val="tx1"/>
                </a:solidFill>
              </a:rPr>
              <a:t>Leave the deep blue at the very top untouched.</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Big, pale clouds low in the sky and small ones up high give a sense of depth.</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russian blue"/>
          <p:cNvSpPr/>
          <p:nvPr/>
        </p:nvSpPr>
        <p:spPr>
          <a:xfrm>
            <a:off x="6277336" y="5532120"/>
            <a:ext cx="329184" cy="329184"/>
          </a:xfrm>
          <a:prstGeom prst="ellipse">
            <a:avLst/>
          </a:prstGeom>
          <a:solidFill>
            <a:srgbClr val="5E95AE"/>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Prussian blue</a:t>
            </a:r>
            <a:endParaRPr lang="en-US" sz="1100" dirty="0"/>
          </a:p>
          <a:p>
            <a:pPr indent="0" marL="0">
              <a:buNone/>
            </a:pPr>
            <a:r>
              <a:rPr lang="en-US" sz="1000" dirty="0">
                <a:solidFill>
                  <a:srgbClr val="4A5058"/>
                </a:solidFill>
              </a:rPr>
              <a:t>#5E95AE</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279370" y="6140196"/>
            <a:ext cx="155448" cy="155448"/>
          </a:xfrm>
          <a:prstGeom prst="ellipse">
            <a:avLst/>
          </a:prstGeom>
          <a:solidFill>
            <a:srgbClr val="3D6E94"/>
          </a:solidFill>
          <a:ln/>
        </p:spPr>
      </p:sp>
      <p:sp>
        <p:nvSpPr>
          <p:cNvPr id="26" name="Shape 23"/>
          <p:cNvSpPr/>
          <p:nvPr/>
        </p:nvSpPr>
        <p:spPr>
          <a:xfrm>
            <a:off x="7416043" y="6190488"/>
            <a:ext cx="54864" cy="54864"/>
          </a:xfrm>
          <a:prstGeom prst="ellipse">
            <a:avLst/>
          </a:prstGeom>
          <a:solidFill>
            <a:srgbClr val="CFD9DF"/>
          </a:solidFill>
          <a:ln/>
        </p:spPr>
      </p:sp>
      <p:sp>
        <p:nvSpPr>
          <p:cNvPr id="27" name="Shape 24"/>
          <p:cNvSpPr/>
          <p:nvPr/>
        </p:nvSpPr>
        <p:spPr>
          <a:xfrm>
            <a:off x="7502423" y="6190488"/>
            <a:ext cx="54864" cy="54864"/>
          </a:xfrm>
          <a:prstGeom prst="ellipse">
            <a:avLst/>
          </a:prstGeom>
          <a:solidFill>
            <a:srgbClr val="CFD9DF"/>
          </a:solidFill>
          <a:ln/>
        </p:spPr>
      </p:sp>
      <p:sp>
        <p:nvSpPr>
          <p:cNvPr id="28" name="Shape 25"/>
          <p:cNvSpPr/>
          <p:nvPr/>
        </p:nvSpPr>
        <p:spPr>
          <a:xfrm>
            <a:off x="7588804" y="6190488"/>
            <a:ext cx="54864" cy="54864"/>
          </a:xfrm>
          <a:prstGeom prst="ellipse">
            <a:avLst/>
          </a:prstGeom>
          <a:solidFill>
            <a:srgbClr val="CFD9DF"/>
          </a:solidFill>
          <a:ln/>
        </p:spPr>
      </p:sp>
      <p:sp>
        <p:nvSpPr>
          <p:cNvPr id="29" name="Shape 26"/>
          <p:cNvSpPr/>
          <p:nvPr/>
        </p:nvSpPr>
        <p:spPr>
          <a:xfrm>
            <a:off x="7675185" y="6190488"/>
            <a:ext cx="54864" cy="54864"/>
          </a:xfrm>
          <a:prstGeom prst="ellipse">
            <a:avLst/>
          </a:prstGeom>
          <a:solidFill>
            <a:srgbClr val="CFD9DF"/>
          </a:solidFill>
          <a:ln/>
        </p:spPr>
      </p:sp>
      <p:sp>
        <p:nvSpPr>
          <p:cNvPr id="30" name="Shape 27"/>
          <p:cNvSpPr/>
          <p:nvPr/>
        </p:nvSpPr>
        <p:spPr>
          <a:xfrm>
            <a:off x="7761565" y="6190488"/>
            <a:ext cx="54864" cy="54864"/>
          </a:xfrm>
          <a:prstGeom prst="ellipse">
            <a:avLst/>
          </a:prstGeom>
          <a:solidFill>
            <a:srgbClr val="CFD9DF"/>
          </a:solidFill>
          <a:ln/>
        </p:spPr>
      </p:sp>
      <p:sp>
        <p:nvSpPr>
          <p:cNvPr id="31" name="Shape 28"/>
          <p:cNvSpPr/>
          <p:nvPr/>
        </p:nvSpPr>
        <p:spPr>
          <a:xfrm>
            <a:off x="7847946" y="6190488"/>
            <a:ext cx="54864" cy="54864"/>
          </a:xfrm>
          <a:prstGeom prst="ellipse">
            <a:avLst/>
          </a:prstGeom>
          <a:solidFill>
            <a:srgbClr val="CFD9DF"/>
          </a:solidFill>
          <a:ln/>
        </p:spPr>
      </p:sp>
      <p:sp>
        <p:nvSpPr>
          <p:cNvPr id="32" name="Shape 29"/>
          <p:cNvSpPr/>
          <p:nvPr/>
        </p:nvSpPr>
        <p:spPr>
          <a:xfrm>
            <a:off x="7934327" y="6190488"/>
            <a:ext cx="54864" cy="54864"/>
          </a:xfrm>
          <a:prstGeom prst="ellipse">
            <a:avLst/>
          </a:prstGeom>
          <a:solidFill>
            <a:srgbClr val="CFD9DF"/>
          </a:solidFill>
          <a:ln/>
        </p:spPr>
      </p:sp>
      <p:sp>
        <p:nvSpPr>
          <p:cNvPr id="33" name="Shape 30"/>
          <p:cNvSpPr/>
          <p:nvPr/>
        </p:nvSpPr>
        <p:spPr>
          <a:xfrm>
            <a:off x="8020707" y="6190488"/>
            <a:ext cx="54864" cy="54864"/>
          </a:xfrm>
          <a:prstGeom prst="ellipse">
            <a:avLst/>
          </a:prstGeom>
          <a:solidFill>
            <a:srgbClr val="CFD9DF"/>
          </a:solidFill>
          <a:ln/>
        </p:spPr>
      </p:sp>
      <p:sp>
        <p:nvSpPr>
          <p:cNvPr id="34" name="Shape 31"/>
          <p:cNvSpPr/>
          <p:nvPr/>
        </p:nvSpPr>
        <p:spPr>
          <a:xfrm>
            <a:off x="8107088" y="6190488"/>
            <a:ext cx="54864" cy="54864"/>
          </a:xfrm>
          <a:prstGeom prst="ellipse">
            <a:avLst/>
          </a:prstGeom>
          <a:solidFill>
            <a:srgbClr val="CFD9DF"/>
          </a:solidFill>
          <a:ln/>
        </p:spPr>
      </p:sp>
      <p:sp>
        <p:nvSpPr>
          <p:cNvPr id="35" name="Shape 32"/>
          <p:cNvSpPr/>
          <p:nvPr/>
        </p:nvSpPr>
        <p:spPr>
          <a:xfrm>
            <a:off x="8193469" y="6190488"/>
            <a:ext cx="54864" cy="54864"/>
          </a:xfrm>
          <a:prstGeom prst="ellipse">
            <a:avLst/>
          </a:prstGeom>
          <a:solidFill>
            <a:srgbClr val="CFD9DF"/>
          </a:solidFill>
          <a:ln/>
        </p:spPr>
      </p:sp>
      <p:sp>
        <p:nvSpPr>
          <p:cNvPr id="36" name="Shape 33"/>
          <p:cNvSpPr/>
          <p:nvPr/>
        </p:nvSpPr>
        <p:spPr>
          <a:xfrm>
            <a:off x="8279849" y="6190488"/>
            <a:ext cx="54864" cy="54864"/>
          </a:xfrm>
          <a:prstGeom prst="ellipse">
            <a:avLst/>
          </a:prstGeom>
          <a:solidFill>
            <a:srgbClr val="CFD9DF"/>
          </a:solidFill>
          <a:ln/>
        </p:spPr>
      </p:sp>
      <p:sp>
        <p:nvSpPr>
          <p:cNvPr id="37" name="Shape 34"/>
          <p:cNvSpPr/>
          <p:nvPr/>
        </p:nvSpPr>
        <p:spPr>
          <a:xfrm>
            <a:off x="8366230" y="6190488"/>
            <a:ext cx="54864" cy="54864"/>
          </a:xfrm>
          <a:prstGeom prst="ellipse">
            <a:avLst/>
          </a:prstGeom>
          <a:solidFill>
            <a:srgbClr val="CFD9DF"/>
          </a:solidFill>
          <a:ln/>
        </p:spPr>
      </p:sp>
      <p:sp>
        <p:nvSpPr>
          <p:cNvPr id="38" name="Shape 35"/>
          <p:cNvSpPr/>
          <p:nvPr/>
        </p:nvSpPr>
        <p:spPr>
          <a:xfrm>
            <a:off x="8452611" y="6190488"/>
            <a:ext cx="54864" cy="54864"/>
          </a:xfrm>
          <a:prstGeom prst="ellipse">
            <a:avLst/>
          </a:prstGeom>
          <a:solidFill>
            <a:srgbClr val="CFD9DF"/>
          </a:solidFill>
          <a:ln/>
        </p:spPr>
      </p:sp>
      <p:sp>
        <p:nvSpPr>
          <p:cNvPr id="39" name="Shape 36"/>
          <p:cNvSpPr/>
          <p:nvPr/>
        </p:nvSpPr>
        <p:spPr>
          <a:xfrm>
            <a:off x="8538991" y="6190488"/>
            <a:ext cx="54864" cy="54864"/>
          </a:xfrm>
          <a:prstGeom prst="ellipse">
            <a:avLst/>
          </a:prstGeom>
          <a:solidFill>
            <a:srgbClr val="CFD9DF"/>
          </a:solidFill>
          <a:ln/>
        </p:spPr>
      </p:sp>
      <p:sp>
        <p:nvSpPr>
          <p:cNvPr id="40" name="Shape 37"/>
          <p:cNvSpPr/>
          <p:nvPr/>
        </p:nvSpPr>
        <p:spPr>
          <a:xfrm>
            <a:off x="8625372" y="6190488"/>
            <a:ext cx="54864" cy="54864"/>
          </a:xfrm>
          <a:prstGeom prst="ellipse">
            <a:avLst/>
          </a:prstGeom>
          <a:solidFill>
            <a:srgbClr val="CFD9DF"/>
          </a:solidFill>
          <a:ln/>
        </p:spPr>
      </p:sp>
      <p:sp>
        <p:nvSpPr>
          <p:cNvPr id="41" name="Shape 38"/>
          <p:cNvSpPr/>
          <p:nvPr/>
        </p:nvSpPr>
        <p:spPr>
          <a:xfrm>
            <a:off x="8711753" y="6190488"/>
            <a:ext cx="54864" cy="54864"/>
          </a:xfrm>
          <a:prstGeom prst="ellipse">
            <a:avLst/>
          </a:prstGeom>
          <a:solidFill>
            <a:srgbClr val="CFD9DF"/>
          </a:solidFill>
          <a:ln/>
        </p:spPr>
      </p:sp>
      <p:sp>
        <p:nvSpPr>
          <p:cNvPr id="42" name="Shape 39"/>
          <p:cNvSpPr/>
          <p:nvPr/>
        </p:nvSpPr>
        <p:spPr>
          <a:xfrm>
            <a:off x="8798133" y="6190488"/>
            <a:ext cx="54864" cy="54864"/>
          </a:xfrm>
          <a:prstGeom prst="ellipse">
            <a:avLst/>
          </a:prstGeom>
          <a:solidFill>
            <a:srgbClr val="CFD9DF"/>
          </a:solidFill>
          <a:ln/>
        </p:spPr>
      </p:sp>
      <p:sp>
        <p:nvSpPr>
          <p:cNvPr id="43" name="Shape 40"/>
          <p:cNvSpPr/>
          <p:nvPr/>
        </p:nvSpPr>
        <p:spPr>
          <a:xfrm>
            <a:off x="8884514" y="6190488"/>
            <a:ext cx="54864" cy="54864"/>
          </a:xfrm>
          <a:prstGeom prst="ellipse">
            <a:avLst/>
          </a:prstGeom>
          <a:solidFill>
            <a:srgbClr val="CFD9DF"/>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Step 14 image" descr="Step 14: Add blue shadows under the clouds">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99539" cy="292608"/>
          </a:xfrm>
          <a:prstGeom prst="roundRect">
            <a:avLst>
              <a:gd name="adj" fmla="val 31250"/>
            </a:avLst>
          </a:prstGeom>
          <a:solidFill>
            <a:srgbClr val="3D6E94"/>
          </a:solidFill>
          <a:ln/>
        </p:spPr>
        <p:txBody>
          <a:bodyPr wrap="square" lIns="0" tIns="0" rIns="0" bIns="0" rtlCol="0" anchor="ctr"/>
          <a:lstStyle/>
          <a:p>
            <a:pPr algn="ctr" indent="0" marL="0">
              <a:buNone/>
            </a:pPr>
            <a:r>
              <a:rPr lang="en-US" sz="1100" b="1" dirty="0">
                <a:solidFill>
                  <a:srgbClr val="FFFFFF"/>
                </a:solidFill>
              </a:rPr>
              <a:t>STAGE 3 · CLOUDS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14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Add blue shadows under the clouds</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Pick up a small amount of Prussian blue on a round brush.</a:t>
            </a:r>
            <a:endParaRPr lang="en-US" sz="1500" dirty="0"/>
          </a:p>
          <a:p>
            <a:pPr marL="203200" indent="-203200">
              <a:spcAft>
                <a:spcPts val="600"/>
              </a:spcAft>
              <a:buSzPct val="100000"/>
              <a:buChar char="•"/>
            </a:pPr>
            <a:r>
              <a:rPr lang="en-US" sz="1500" dirty="0">
                <a:solidFill>
                  <a:schemeClr val="tx1"/>
                </a:solidFill>
              </a:rPr>
              <a:t>Touch it along the bottom edges of the clouds to suggest shadow.</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Keep the paint thin so it only tints the underside of each cloud.</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russian blue"/>
          <p:cNvSpPr/>
          <p:nvPr/>
        </p:nvSpPr>
        <p:spPr>
          <a:xfrm>
            <a:off x="6277336" y="5532120"/>
            <a:ext cx="329184" cy="329184"/>
          </a:xfrm>
          <a:prstGeom prst="ellipse">
            <a:avLst/>
          </a:prstGeom>
          <a:solidFill>
            <a:srgbClr val="5E95AE"/>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Prussian blue</a:t>
            </a:r>
            <a:endParaRPr lang="en-US" sz="1100" dirty="0"/>
          </a:p>
          <a:p>
            <a:pPr indent="0" marL="0">
              <a:buNone/>
            </a:pPr>
            <a:r>
              <a:rPr lang="en-US" sz="1000" dirty="0">
                <a:solidFill>
                  <a:srgbClr val="4A5058"/>
                </a:solidFill>
              </a:rPr>
              <a:t>#5E95AE</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365751" y="6140196"/>
            <a:ext cx="155448" cy="155448"/>
          </a:xfrm>
          <a:prstGeom prst="ellipse">
            <a:avLst/>
          </a:prstGeom>
          <a:solidFill>
            <a:srgbClr val="3D6E94"/>
          </a:solidFill>
          <a:ln/>
        </p:spPr>
      </p:sp>
      <p:sp>
        <p:nvSpPr>
          <p:cNvPr id="27" name="Shape 24"/>
          <p:cNvSpPr/>
          <p:nvPr/>
        </p:nvSpPr>
        <p:spPr>
          <a:xfrm>
            <a:off x="7502423" y="6190488"/>
            <a:ext cx="54864" cy="54864"/>
          </a:xfrm>
          <a:prstGeom prst="ellipse">
            <a:avLst/>
          </a:prstGeom>
          <a:solidFill>
            <a:srgbClr val="CFD9DF"/>
          </a:solidFill>
          <a:ln/>
        </p:spPr>
      </p:sp>
      <p:sp>
        <p:nvSpPr>
          <p:cNvPr id="28" name="Shape 25"/>
          <p:cNvSpPr/>
          <p:nvPr/>
        </p:nvSpPr>
        <p:spPr>
          <a:xfrm>
            <a:off x="7588804" y="6190488"/>
            <a:ext cx="54864" cy="54864"/>
          </a:xfrm>
          <a:prstGeom prst="ellipse">
            <a:avLst/>
          </a:prstGeom>
          <a:solidFill>
            <a:srgbClr val="CFD9DF"/>
          </a:solidFill>
          <a:ln/>
        </p:spPr>
      </p:sp>
      <p:sp>
        <p:nvSpPr>
          <p:cNvPr id="29" name="Shape 26"/>
          <p:cNvSpPr/>
          <p:nvPr/>
        </p:nvSpPr>
        <p:spPr>
          <a:xfrm>
            <a:off x="7675185" y="6190488"/>
            <a:ext cx="54864" cy="54864"/>
          </a:xfrm>
          <a:prstGeom prst="ellipse">
            <a:avLst/>
          </a:prstGeom>
          <a:solidFill>
            <a:srgbClr val="CFD9DF"/>
          </a:solidFill>
          <a:ln/>
        </p:spPr>
      </p:sp>
      <p:sp>
        <p:nvSpPr>
          <p:cNvPr id="30" name="Shape 27"/>
          <p:cNvSpPr/>
          <p:nvPr/>
        </p:nvSpPr>
        <p:spPr>
          <a:xfrm>
            <a:off x="7761565" y="6190488"/>
            <a:ext cx="54864" cy="54864"/>
          </a:xfrm>
          <a:prstGeom prst="ellipse">
            <a:avLst/>
          </a:prstGeom>
          <a:solidFill>
            <a:srgbClr val="CFD9DF"/>
          </a:solidFill>
          <a:ln/>
        </p:spPr>
      </p:sp>
      <p:sp>
        <p:nvSpPr>
          <p:cNvPr id="31" name="Shape 28"/>
          <p:cNvSpPr/>
          <p:nvPr/>
        </p:nvSpPr>
        <p:spPr>
          <a:xfrm>
            <a:off x="7847946" y="6190488"/>
            <a:ext cx="54864" cy="54864"/>
          </a:xfrm>
          <a:prstGeom prst="ellipse">
            <a:avLst/>
          </a:prstGeom>
          <a:solidFill>
            <a:srgbClr val="CFD9DF"/>
          </a:solidFill>
          <a:ln/>
        </p:spPr>
      </p:sp>
      <p:sp>
        <p:nvSpPr>
          <p:cNvPr id="32" name="Shape 29"/>
          <p:cNvSpPr/>
          <p:nvPr/>
        </p:nvSpPr>
        <p:spPr>
          <a:xfrm>
            <a:off x="7934327" y="6190488"/>
            <a:ext cx="54864" cy="54864"/>
          </a:xfrm>
          <a:prstGeom prst="ellipse">
            <a:avLst/>
          </a:prstGeom>
          <a:solidFill>
            <a:srgbClr val="CFD9DF"/>
          </a:solidFill>
          <a:ln/>
        </p:spPr>
      </p:sp>
      <p:sp>
        <p:nvSpPr>
          <p:cNvPr id="33" name="Shape 30"/>
          <p:cNvSpPr/>
          <p:nvPr/>
        </p:nvSpPr>
        <p:spPr>
          <a:xfrm>
            <a:off x="8020707" y="6190488"/>
            <a:ext cx="54864" cy="54864"/>
          </a:xfrm>
          <a:prstGeom prst="ellipse">
            <a:avLst/>
          </a:prstGeom>
          <a:solidFill>
            <a:srgbClr val="CFD9DF"/>
          </a:solidFill>
          <a:ln/>
        </p:spPr>
      </p:sp>
      <p:sp>
        <p:nvSpPr>
          <p:cNvPr id="34" name="Shape 31"/>
          <p:cNvSpPr/>
          <p:nvPr/>
        </p:nvSpPr>
        <p:spPr>
          <a:xfrm>
            <a:off x="8107088" y="6190488"/>
            <a:ext cx="54864" cy="54864"/>
          </a:xfrm>
          <a:prstGeom prst="ellipse">
            <a:avLst/>
          </a:prstGeom>
          <a:solidFill>
            <a:srgbClr val="CFD9DF"/>
          </a:solidFill>
          <a:ln/>
        </p:spPr>
      </p:sp>
      <p:sp>
        <p:nvSpPr>
          <p:cNvPr id="35" name="Shape 32"/>
          <p:cNvSpPr/>
          <p:nvPr/>
        </p:nvSpPr>
        <p:spPr>
          <a:xfrm>
            <a:off x="8193469" y="6190488"/>
            <a:ext cx="54864" cy="54864"/>
          </a:xfrm>
          <a:prstGeom prst="ellipse">
            <a:avLst/>
          </a:prstGeom>
          <a:solidFill>
            <a:srgbClr val="CFD9DF"/>
          </a:solidFill>
          <a:ln/>
        </p:spPr>
      </p:sp>
      <p:sp>
        <p:nvSpPr>
          <p:cNvPr id="36" name="Shape 33"/>
          <p:cNvSpPr/>
          <p:nvPr/>
        </p:nvSpPr>
        <p:spPr>
          <a:xfrm>
            <a:off x="8279849" y="6190488"/>
            <a:ext cx="54864" cy="54864"/>
          </a:xfrm>
          <a:prstGeom prst="ellipse">
            <a:avLst/>
          </a:prstGeom>
          <a:solidFill>
            <a:srgbClr val="CFD9DF"/>
          </a:solidFill>
          <a:ln/>
        </p:spPr>
      </p:sp>
      <p:sp>
        <p:nvSpPr>
          <p:cNvPr id="37" name="Shape 34"/>
          <p:cNvSpPr/>
          <p:nvPr/>
        </p:nvSpPr>
        <p:spPr>
          <a:xfrm>
            <a:off x="8366230" y="6190488"/>
            <a:ext cx="54864" cy="54864"/>
          </a:xfrm>
          <a:prstGeom prst="ellipse">
            <a:avLst/>
          </a:prstGeom>
          <a:solidFill>
            <a:srgbClr val="CFD9DF"/>
          </a:solidFill>
          <a:ln/>
        </p:spPr>
      </p:sp>
      <p:sp>
        <p:nvSpPr>
          <p:cNvPr id="38" name="Shape 35"/>
          <p:cNvSpPr/>
          <p:nvPr/>
        </p:nvSpPr>
        <p:spPr>
          <a:xfrm>
            <a:off x="8452611" y="6190488"/>
            <a:ext cx="54864" cy="54864"/>
          </a:xfrm>
          <a:prstGeom prst="ellipse">
            <a:avLst/>
          </a:prstGeom>
          <a:solidFill>
            <a:srgbClr val="CFD9DF"/>
          </a:solidFill>
          <a:ln/>
        </p:spPr>
      </p:sp>
      <p:sp>
        <p:nvSpPr>
          <p:cNvPr id="39" name="Shape 36"/>
          <p:cNvSpPr/>
          <p:nvPr/>
        </p:nvSpPr>
        <p:spPr>
          <a:xfrm>
            <a:off x="8538991" y="6190488"/>
            <a:ext cx="54864" cy="54864"/>
          </a:xfrm>
          <a:prstGeom prst="ellipse">
            <a:avLst/>
          </a:prstGeom>
          <a:solidFill>
            <a:srgbClr val="CFD9DF"/>
          </a:solidFill>
          <a:ln/>
        </p:spPr>
      </p:sp>
      <p:sp>
        <p:nvSpPr>
          <p:cNvPr id="40" name="Shape 37"/>
          <p:cNvSpPr/>
          <p:nvPr/>
        </p:nvSpPr>
        <p:spPr>
          <a:xfrm>
            <a:off x="8625372" y="6190488"/>
            <a:ext cx="54864" cy="54864"/>
          </a:xfrm>
          <a:prstGeom prst="ellipse">
            <a:avLst/>
          </a:prstGeom>
          <a:solidFill>
            <a:srgbClr val="CFD9DF"/>
          </a:solidFill>
          <a:ln/>
        </p:spPr>
      </p:sp>
      <p:sp>
        <p:nvSpPr>
          <p:cNvPr id="41" name="Shape 38"/>
          <p:cNvSpPr/>
          <p:nvPr/>
        </p:nvSpPr>
        <p:spPr>
          <a:xfrm>
            <a:off x="8711753" y="6190488"/>
            <a:ext cx="54864" cy="54864"/>
          </a:xfrm>
          <a:prstGeom prst="ellipse">
            <a:avLst/>
          </a:prstGeom>
          <a:solidFill>
            <a:srgbClr val="CFD9DF"/>
          </a:solidFill>
          <a:ln/>
        </p:spPr>
      </p:sp>
      <p:sp>
        <p:nvSpPr>
          <p:cNvPr id="42" name="Shape 39"/>
          <p:cNvSpPr/>
          <p:nvPr/>
        </p:nvSpPr>
        <p:spPr>
          <a:xfrm>
            <a:off x="8798133" y="6190488"/>
            <a:ext cx="54864" cy="54864"/>
          </a:xfrm>
          <a:prstGeom prst="ellipse">
            <a:avLst/>
          </a:prstGeom>
          <a:solidFill>
            <a:srgbClr val="CFD9DF"/>
          </a:solidFill>
          <a:ln/>
        </p:spPr>
      </p:sp>
      <p:sp>
        <p:nvSpPr>
          <p:cNvPr id="43" name="Shape 40"/>
          <p:cNvSpPr/>
          <p:nvPr/>
        </p:nvSpPr>
        <p:spPr>
          <a:xfrm>
            <a:off x="8884514" y="6190488"/>
            <a:ext cx="54864" cy="54864"/>
          </a:xfrm>
          <a:prstGeom prst="ellipse">
            <a:avLst/>
          </a:prstGeom>
          <a:solidFill>
            <a:srgbClr val="CFD9DF"/>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Step 15 image" descr="Step 15: Blend the shadows softly">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99539" cy="292608"/>
          </a:xfrm>
          <a:prstGeom prst="roundRect">
            <a:avLst>
              <a:gd name="adj" fmla="val 31250"/>
            </a:avLst>
          </a:prstGeom>
          <a:solidFill>
            <a:srgbClr val="3D6E94"/>
          </a:solidFill>
          <a:ln/>
        </p:spPr>
        <p:txBody>
          <a:bodyPr wrap="square" lIns="0" tIns="0" rIns="0" bIns="0" rtlCol="0" anchor="ctr"/>
          <a:lstStyle/>
          <a:p>
            <a:pPr algn="ctr" indent="0" marL="0">
              <a:buNone/>
            </a:pPr>
            <a:r>
              <a:rPr lang="en-US" sz="1100" b="1" dirty="0">
                <a:solidFill>
                  <a:srgbClr val="FFFFFF"/>
                </a:solidFill>
              </a:rPr>
              <a:t>STAGE 3 · CLOUDS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15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Blend the shadows softly</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Stroke the new blue gently into the cloud with a clean, damp brush.</a:t>
            </a:r>
            <a:endParaRPr lang="en-US" sz="1500" dirty="0"/>
          </a:p>
          <a:p>
            <a:pPr marL="203200" indent="-203200">
              <a:spcAft>
                <a:spcPts val="600"/>
              </a:spcAft>
              <a:buSzPct val="100000"/>
              <a:buChar char="•"/>
            </a:pPr>
            <a:r>
              <a:rPr lang="en-US" sz="1500" dirty="0">
                <a:solidFill>
                  <a:schemeClr val="tx1"/>
                </a:solidFill>
              </a:rPr>
              <a:t>Blend until the shadow fades smoothly into the white.</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No hard edges on the lower sides of the clouds.</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russian blue"/>
          <p:cNvSpPr/>
          <p:nvPr/>
        </p:nvSpPr>
        <p:spPr>
          <a:xfrm>
            <a:off x="6277336" y="5532120"/>
            <a:ext cx="329184" cy="329184"/>
          </a:xfrm>
          <a:prstGeom prst="ellipse">
            <a:avLst/>
          </a:prstGeom>
          <a:solidFill>
            <a:srgbClr val="5E95AE"/>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Prussian blue</a:t>
            </a:r>
            <a:endParaRPr lang="en-US" sz="1100" dirty="0"/>
          </a:p>
          <a:p>
            <a:pPr indent="0" marL="0">
              <a:buNone/>
            </a:pPr>
            <a:r>
              <a:rPr lang="en-US" sz="1000" dirty="0">
                <a:solidFill>
                  <a:srgbClr val="4A5058"/>
                </a:solidFill>
              </a:rPr>
              <a:t>#5E95AE</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452131" y="6140196"/>
            <a:ext cx="155448" cy="155448"/>
          </a:xfrm>
          <a:prstGeom prst="ellipse">
            <a:avLst/>
          </a:prstGeom>
          <a:solidFill>
            <a:srgbClr val="3D6E94"/>
          </a:solidFill>
          <a:ln/>
        </p:spPr>
      </p:sp>
      <p:sp>
        <p:nvSpPr>
          <p:cNvPr id="28" name="Shape 25"/>
          <p:cNvSpPr/>
          <p:nvPr/>
        </p:nvSpPr>
        <p:spPr>
          <a:xfrm>
            <a:off x="7588804" y="6190488"/>
            <a:ext cx="54864" cy="54864"/>
          </a:xfrm>
          <a:prstGeom prst="ellipse">
            <a:avLst/>
          </a:prstGeom>
          <a:solidFill>
            <a:srgbClr val="CFD9DF"/>
          </a:solidFill>
          <a:ln/>
        </p:spPr>
      </p:sp>
      <p:sp>
        <p:nvSpPr>
          <p:cNvPr id="29" name="Shape 26"/>
          <p:cNvSpPr/>
          <p:nvPr/>
        </p:nvSpPr>
        <p:spPr>
          <a:xfrm>
            <a:off x="7675185" y="6190488"/>
            <a:ext cx="54864" cy="54864"/>
          </a:xfrm>
          <a:prstGeom prst="ellipse">
            <a:avLst/>
          </a:prstGeom>
          <a:solidFill>
            <a:srgbClr val="CFD9DF"/>
          </a:solidFill>
          <a:ln/>
        </p:spPr>
      </p:sp>
      <p:sp>
        <p:nvSpPr>
          <p:cNvPr id="30" name="Shape 27"/>
          <p:cNvSpPr/>
          <p:nvPr/>
        </p:nvSpPr>
        <p:spPr>
          <a:xfrm>
            <a:off x="7761565" y="6190488"/>
            <a:ext cx="54864" cy="54864"/>
          </a:xfrm>
          <a:prstGeom prst="ellipse">
            <a:avLst/>
          </a:prstGeom>
          <a:solidFill>
            <a:srgbClr val="CFD9DF"/>
          </a:solidFill>
          <a:ln/>
        </p:spPr>
      </p:sp>
      <p:sp>
        <p:nvSpPr>
          <p:cNvPr id="31" name="Shape 28"/>
          <p:cNvSpPr/>
          <p:nvPr/>
        </p:nvSpPr>
        <p:spPr>
          <a:xfrm>
            <a:off x="7847946" y="6190488"/>
            <a:ext cx="54864" cy="54864"/>
          </a:xfrm>
          <a:prstGeom prst="ellipse">
            <a:avLst/>
          </a:prstGeom>
          <a:solidFill>
            <a:srgbClr val="CFD9DF"/>
          </a:solidFill>
          <a:ln/>
        </p:spPr>
      </p:sp>
      <p:sp>
        <p:nvSpPr>
          <p:cNvPr id="32" name="Shape 29"/>
          <p:cNvSpPr/>
          <p:nvPr/>
        </p:nvSpPr>
        <p:spPr>
          <a:xfrm>
            <a:off x="7934327" y="6190488"/>
            <a:ext cx="54864" cy="54864"/>
          </a:xfrm>
          <a:prstGeom prst="ellipse">
            <a:avLst/>
          </a:prstGeom>
          <a:solidFill>
            <a:srgbClr val="CFD9DF"/>
          </a:solidFill>
          <a:ln/>
        </p:spPr>
      </p:sp>
      <p:sp>
        <p:nvSpPr>
          <p:cNvPr id="33" name="Shape 30"/>
          <p:cNvSpPr/>
          <p:nvPr/>
        </p:nvSpPr>
        <p:spPr>
          <a:xfrm>
            <a:off x="8020707" y="6190488"/>
            <a:ext cx="54864" cy="54864"/>
          </a:xfrm>
          <a:prstGeom prst="ellipse">
            <a:avLst/>
          </a:prstGeom>
          <a:solidFill>
            <a:srgbClr val="CFD9DF"/>
          </a:solidFill>
          <a:ln/>
        </p:spPr>
      </p:sp>
      <p:sp>
        <p:nvSpPr>
          <p:cNvPr id="34" name="Shape 31"/>
          <p:cNvSpPr/>
          <p:nvPr/>
        </p:nvSpPr>
        <p:spPr>
          <a:xfrm>
            <a:off x="8107088" y="6190488"/>
            <a:ext cx="54864" cy="54864"/>
          </a:xfrm>
          <a:prstGeom prst="ellipse">
            <a:avLst/>
          </a:prstGeom>
          <a:solidFill>
            <a:srgbClr val="CFD9DF"/>
          </a:solidFill>
          <a:ln/>
        </p:spPr>
      </p:sp>
      <p:sp>
        <p:nvSpPr>
          <p:cNvPr id="35" name="Shape 32"/>
          <p:cNvSpPr/>
          <p:nvPr/>
        </p:nvSpPr>
        <p:spPr>
          <a:xfrm>
            <a:off x="8193469" y="6190488"/>
            <a:ext cx="54864" cy="54864"/>
          </a:xfrm>
          <a:prstGeom prst="ellipse">
            <a:avLst/>
          </a:prstGeom>
          <a:solidFill>
            <a:srgbClr val="CFD9DF"/>
          </a:solidFill>
          <a:ln/>
        </p:spPr>
      </p:sp>
      <p:sp>
        <p:nvSpPr>
          <p:cNvPr id="36" name="Shape 33"/>
          <p:cNvSpPr/>
          <p:nvPr/>
        </p:nvSpPr>
        <p:spPr>
          <a:xfrm>
            <a:off x="8279849" y="6190488"/>
            <a:ext cx="54864" cy="54864"/>
          </a:xfrm>
          <a:prstGeom prst="ellipse">
            <a:avLst/>
          </a:prstGeom>
          <a:solidFill>
            <a:srgbClr val="CFD9DF"/>
          </a:solidFill>
          <a:ln/>
        </p:spPr>
      </p:sp>
      <p:sp>
        <p:nvSpPr>
          <p:cNvPr id="37" name="Shape 34"/>
          <p:cNvSpPr/>
          <p:nvPr/>
        </p:nvSpPr>
        <p:spPr>
          <a:xfrm>
            <a:off x="8366230" y="6190488"/>
            <a:ext cx="54864" cy="54864"/>
          </a:xfrm>
          <a:prstGeom prst="ellipse">
            <a:avLst/>
          </a:prstGeom>
          <a:solidFill>
            <a:srgbClr val="CFD9DF"/>
          </a:solidFill>
          <a:ln/>
        </p:spPr>
      </p:sp>
      <p:sp>
        <p:nvSpPr>
          <p:cNvPr id="38" name="Shape 35"/>
          <p:cNvSpPr/>
          <p:nvPr/>
        </p:nvSpPr>
        <p:spPr>
          <a:xfrm>
            <a:off x="8452611" y="6190488"/>
            <a:ext cx="54864" cy="54864"/>
          </a:xfrm>
          <a:prstGeom prst="ellipse">
            <a:avLst/>
          </a:prstGeom>
          <a:solidFill>
            <a:srgbClr val="CFD9DF"/>
          </a:solidFill>
          <a:ln/>
        </p:spPr>
      </p:sp>
      <p:sp>
        <p:nvSpPr>
          <p:cNvPr id="39" name="Shape 36"/>
          <p:cNvSpPr/>
          <p:nvPr/>
        </p:nvSpPr>
        <p:spPr>
          <a:xfrm>
            <a:off x="8538991" y="6190488"/>
            <a:ext cx="54864" cy="54864"/>
          </a:xfrm>
          <a:prstGeom prst="ellipse">
            <a:avLst/>
          </a:prstGeom>
          <a:solidFill>
            <a:srgbClr val="CFD9DF"/>
          </a:solidFill>
          <a:ln/>
        </p:spPr>
      </p:sp>
      <p:sp>
        <p:nvSpPr>
          <p:cNvPr id="40" name="Shape 37"/>
          <p:cNvSpPr/>
          <p:nvPr/>
        </p:nvSpPr>
        <p:spPr>
          <a:xfrm>
            <a:off x="8625372" y="6190488"/>
            <a:ext cx="54864" cy="54864"/>
          </a:xfrm>
          <a:prstGeom prst="ellipse">
            <a:avLst/>
          </a:prstGeom>
          <a:solidFill>
            <a:srgbClr val="CFD9DF"/>
          </a:solidFill>
          <a:ln/>
        </p:spPr>
      </p:sp>
      <p:sp>
        <p:nvSpPr>
          <p:cNvPr id="41" name="Shape 38"/>
          <p:cNvSpPr/>
          <p:nvPr/>
        </p:nvSpPr>
        <p:spPr>
          <a:xfrm>
            <a:off x="8711753" y="6190488"/>
            <a:ext cx="54864" cy="54864"/>
          </a:xfrm>
          <a:prstGeom prst="ellipse">
            <a:avLst/>
          </a:prstGeom>
          <a:solidFill>
            <a:srgbClr val="CFD9DF"/>
          </a:solidFill>
          <a:ln/>
        </p:spPr>
      </p:sp>
      <p:sp>
        <p:nvSpPr>
          <p:cNvPr id="42" name="Shape 39"/>
          <p:cNvSpPr/>
          <p:nvPr/>
        </p:nvSpPr>
        <p:spPr>
          <a:xfrm>
            <a:off x="8798133" y="6190488"/>
            <a:ext cx="54864" cy="54864"/>
          </a:xfrm>
          <a:prstGeom prst="ellipse">
            <a:avLst/>
          </a:prstGeom>
          <a:solidFill>
            <a:srgbClr val="CFD9DF"/>
          </a:solidFill>
          <a:ln/>
        </p:spPr>
      </p:sp>
      <p:sp>
        <p:nvSpPr>
          <p:cNvPr id="43" name="Shape 40"/>
          <p:cNvSpPr/>
          <p:nvPr/>
        </p:nvSpPr>
        <p:spPr>
          <a:xfrm>
            <a:off x="8884514" y="6190488"/>
            <a:ext cx="54864" cy="54864"/>
          </a:xfrm>
          <a:prstGeom prst="ellipse">
            <a:avLst/>
          </a:prstGeom>
          <a:solidFill>
            <a:srgbClr val="CFD9DF"/>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Step 16 image" descr="Step 16: Repeat on the remaining clouds">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99539" cy="292608"/>
          </a:xfrm>
          <a:prstGeom prst="roundRect">
            <a:avLst>
              <a:gd name="adj" fmla="val 31250"/>
            </a:avLst>
          </a:prstGeom>
          <a:solidFill>
            <a:srgbClr val="3D6E94"/>
          </a:solidFill>
          <a:ln/>
        </p:spPr>
        <p:txBody>
          <a:bodyPr wrap="square" lIns="0" tIns="0" rIns="0" bIns="0" rtlCol="0" anchor="ctr"/>
          <a:lstStyle/>
          <a:p>
            <a:pPr algn="ctr" indent="0" marL="0">
              <a:buNone/>
            </a:pPr>
            <a:r>
              <a:rPr lang="en-US" sz="1100" b="1" dirty="0">
                <a:solidFill>
                  <a:srgbClr val="FFFFFF"/>
                </a:solidFill>
              </a:rPr>
              <a:t>STAGE 3 · CLOUDS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16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Repeat on the remaining clouds</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Add and blend shadows under the other clouds in the same way.</a:t>
            </a:r>
            <a:endParaRPr lang="en-US" sz="1500" dirty="0"/>
          </a:p>
          <a:p>
            <a:pPr marL="203200" indent="-203200">
              <a:spcAft>
                <a:spcPts val="600"/>
              </a:spcAft>
              <a:buSzPct val="100000"/>
              <a:buChar char="•"/>
            </a:pPr>
            <a:r>
              <a:rPr lang="en-US" sz="1500" dirty="0">
                <a:solidFill>
                  <a:schemeClr val="tx1"/>
                </a:solidFill>
              </a:rPr>
              <a:t>Put every shadow on the same side so the light looks consistent.</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A few soft shadows look better than many strong ones.</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russian blue"/>
          <p:cNvSpPr/>
          <p:nvPr/>
        </p:nvSpPr>
        <p:spPr>
          <a:xfrm>
            <a:off x="6277336" y="5532120"/>
            <a:ext cx="329184" cy="329184"/>
          </a:xfrm>
          <a:prstGeom prst="ellipse">
            <a:avLst/>
          </a:prstGeom>
          <a:solidFill>
            <a:srgbClr val="5E95AE"/>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Prussian blue</a:t>
            </a:r>
            <a:endParaRPr lang="en-US" sz="1100" dirty="0"/>
          </a:p>
          <a:p>
            <a:pPr indent="0" marL="0">
              <a:buNone/>
            </a:pPr>
            <a:r>
              <a:rPr lang="en-US" sz="1000" dirty="0">
                <a:solidFill>
                  <a:srgbClr val="4A5058"/>
                </a:solidFill>
              </a:rPr>
              <a:t>#5E95AE</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38512" y="6140196"/>
            <a:ext cx="155448" cy="155448"/>
          </a:xfrm>
          <a:prstGeom prst="ellipse">
            <a:avLst/>
          </a:prstGeom>
          <a:solidFill>
            <a:srgbClr val="3D6E94"/>
          </a:solidFill>
          <a:ln/>
        </p:spPr>
      </p:sp>
      <p:sp>
        <p:nvSpPr>
          <p:cNvPr id="29" name="Shape 26"/>
          <p:cNvSpPr/>
          <p:nvPr/>
        </p:nvSpPr>
        <p:spPr>
          <a:xfrm>
            <a:off x="7675185" y="6190488"/>
            <a:ext cx="54864" cy="54864"/>
          </a:xfrm>
          <a:prstGeom prst="ellipse">
            <a:avLst/>
          </a:prstGeom>
          <a:solidFill>
            <a:srgbClr val="CFD9DF"/>
          </a:solidFill>
          <a:ln/>
        </p:spPr>
      </p:sp>
      <p:sp>
        <p:nvSpPr>
          <p:cNvPr id="30" name="Shape 27"/>
          <p:cNvSpPr/>
          <p:nvPr/>
        </p:nvSpPr>
        <p:spPr>
          <a:xfrm>
            <a:off x="7761565" y="6190488"/>
            <a:ext cx="54864" cy="54864"/>
          </a:xfrm>
          <a:prstGeom prst="ellipse">
            <a:avLst/>
          </a:prstGeom>
          <a:solidFill>
            <a:srgbClr val="CFD9DF"/>
          </a:solidFill>
          <a:ln/>
        </p:spPr>
      </p:sp>
      <p:sp>
        <p:nvSpPr>
          <p:cNvPr id="31" name="Shape 28"/>
          <p:cNvSpPr/>
          <p:nvPr/>
        </p:nvSpPr>
        <p:spPr>
          <a:xfrm>
            <a:off x="7847946" y="6190488"/>
            <a:ext cx="54864" cy="54864"/>
          </a:xfrm>
          <a:prstGeom prst="ellipse">
            <a:avLst/>
          </a:prstGeom>
          <a:solidFill>
            <a:srgbClr val="CFD9DF"/>
          </a:solidFill>
          <a:ln/>
        </p:spPr>
      </p:sp>
      <p:sp>
        <p:nvSpPr>
          <p:cNvPr id="32" name="Shape 29"/>
          <p:cNvSpPr/>
          <p:nvPr/>
        </p:nvSpPr>
        <p:spPr>
          <a:xfrm>
            <a:off x="7934327" y="6190488"/>
            <a:ext cx="54864" cy="54864"/>
          </a:xfrm>
          <a:prstGeom prst="ellipse">
            <a:avLst/>
          </a:prstGeom>
          <a:solidFill>
            <a:srgbClr val="CFD9DF"/>
          </a:solidFill>
          <a:ln/>
        </p:spPr>
      </p:sp>
      <p:sp>
        <p:nvSpPr>
          <p:cNvPr id="33" name="Shape 30"/>
          <p:cNvSpPr/>
          <p:nvPr/>
        </p:nvSpPr>
        <p:spPr>
          <a:xfrm>
            <a:off x="8020707" y="6190488"/>
            <a:ext cx="54864" cy="54864"/>
          </a:xfrm>
          <a:prstGeom prst="ellipse">
            <a:avLst/>
          </a:prstGeom>
          <a:solidFill>
            <a:srgbClr val="CFD9DF"/>
          </a:solidFill>
          <a:ln/>
        </p:spPr>
      </p:sp>
      <p:sp>
        <p:nvSpPr>
          <p:cNvPr id="34" name="Shape 31"/>
          <p:cNvSpPr/>
          <p:nvPr/>
        </p:nvSpPr>
        <p:spPr>
          <a:xfrm>
            <a:off x="8107088" y="6190488"/>
            <a:ext cx="54864" cy="54864"/>
          </a:xfrm>
          <a:prstGeom prst="ellipse">
            <a:avLst/>
          </a:prstGeom>
          <a:solidFill>
            <a:srgbClr val="CFD9DF"/>
          </a:solidFill>
          <a:ln/>
        </p:spPr>
      </p:sp>
      <p:sp>
        <p:nvSpPr>
          <p:cNvPr id="35" name="Shape 32"/>
          <p:cNvSpPr/>
          <p:nvPr/>
        </p:nvSpPr>
        <p:spPr>
          <a:xfrm>
            <a:off x="8193469" y="6190488"/>
            <a:ext cx="54864" cy="54864"/>
          </a:xfrm>
          <a:prstGeom prst="ellipse">
            <a:avLst/>
          </a:prstGeom>
          <a:solidFill>
            <a:srgbClr val="CFD9DF"/>
          </a:solidFill>
          <a:ln/>
        </p:spPr>
      </p:sp>
      <p:sp>
        <p:nvSpPr>
          <p:cNvPr id="36" name="Shape 33"/>
          <p:cNvSpPr/>
          <p:nvPr/>
        </p:nvSpPr>
        <p:spPr>
          <a:xfrm>
            <a:off x="8279849" y="6190488"/>
            <a:ext cx="54864" cy="54864"/>
          </a:xfrm>
          <a:prstGeom prst="ellipse">
            <a:avLst/>
          </a:prstGeom>
          <a:solidFill>
            <a:srgbClr val="CFD9DF"/>
          </a:solidFill>
          <a:ln/>
        </p:spPr>
      </p:sp>
      <p:sp>
        <p:nvSpPr>
          <p:cNvPr id="37" name="Shape 34"/>
          <p:cNvSpPr/>
          <p:nvPr/>
        </p:nvSpPr>
        <p:spPr>
          <a:xfrm>
            <a:off x="8366230" y="6190488"/>
            <a:ext cx="54864" cy="54864"/>
          </a:xfrm>
          <a:prstGeom prst="ellipse">
            <a:avLst/>
          </a:prstGeom>
          <a:solidFill>
            <a:srgbClr val="CFD9DF"/>
          </a:solidFill>
          <a:ln/>
        </p:spPr>
      </p:sp>
      <p:sp>
        <p:nvSpPr>
          <p:cNvPr id="38" name="Shape 35"/>
          <p:cNvSpPr/>
          <p:nvPr/>
        </p:nvSpPr>
        <p:spPr>
          <a:xfrm>
            <a:off x="8452611" y="6190488"/>
            <a:ext cx="54864" cy="54864"/>
          </a:xfrm>
          <a:prstGeom prst="ellipse">
            <a:avLst/>
          </a:prstGeom>
          <a:solidFill>
            <a:srgbClr val="CFD9DF"/>
          </a:solidFill>
          <a:ln/>
        </p:spPr>
      </p:sp>
      <p:sp>
        <p:nvSpPr>
          <p:cNvPr id="39" name="Shape 36"/>
          <p:cNvSpPr/>
          <p:nvPr/>
        </p:nvSpPr>
        <p:spPr>
          <a:xfrm>
            <a:off x="8538991" y="6190488"/>
            <a:ext cx="54864" cy="54864"/>
          </a:xfrm>
          <a:prstGeom prst="ellipse">
            <a:avLst/>
          </a:prstGeom>
          <a:solidFill>
            <a:srgbClr val="CFD9DF"/>
          </a:solidFill>
          <a:ln/>
        </p:spPr>
      </p:sp>
      <p:sp>
        <p:nvSpPr>
          <p:cNvPr id="40" name="Shape 37"/>
          <p:cNvSpPr/>
          <p:nvPr/>
        </p:nvSpPr>
        <p:spPr>
          <a:xfrm>
            <a:off x="8625372" y="6190488"/>
            <a:ext cx="54864" cy="54864"/>
          </a:xfrm>
          <a:prstGeom prst="ellipse">
            <a:avLst/>
          </a:prstGeom>
          <a:solidFill>
            <a:srgbClr val="CFD9DF"/>
          </a:solidFill>
          <a:ln/>
        </p:spPr>
      </p:sp>
      <p:sp>
        <p:nvSpPr>
          <p:cNvPr id="41" name="Shape 38"/>
          <p:cNvSpPr/>
          <p:nvPr/>
        </p:nvSpPr>
        <p:spPr>
          <a:xfrm>
            <a:off x="8711753" y="6190488"/>
            <a:ext cx="54864" cy="54864"/>
          </a:xfrm>
          <a:prstGeom prst="ellipse">
            <a:avLst/>
          </a:prstGeom>
          <a:solidFill>
            <a:srgbClr val="CFD9DF"/>
          </a:solidFill>
          <a:ln/>
        </p:spPr>
      </p:sp>
      <p:sp>
        <p:nvSpPr>
          <p:cNvPr id="42" name="Shape 39"/>
          <p:cNvSpPr/>
          <p:nvPr/>
        </p:nvSpPr>
        <p:spPr>
          <a:xfrm>
            <a:off x="8798133" y="6190488"/>
            <a:ext cx="54864" cy="54864"/>
          </a:xfrm>
          <a:prstGeom prst="ellipse">
            <a:avLst/>
          </a:prstGeom>
          <a:solidFill>
            <a:srgbClr val="CFD9DF"/>
          </a:solidFill>
          <a:ln/>
        </p:spPr>
      </p:sp>
      <p:sp>
        <p:nvSpPr>
          <p:cNvPr id="43" name="Shape 40"/>
          <p:cNvSpPr/>
          <p:nvPr/>
        </p:nvSpPr>
        <p:spPr>
          <a:xfrm>
            <a:off x="8884514" y="6190488"/>
            <a:ext cx="54864" cy="54864"/>
          </a:xfrm>
          <a:prstGeom prst="ellipse">
            <a:avLst/>
          </a:prstGeom>
          <a:solidFill>
            <a:srgbClr val="CFD9DF"/>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Step 17 image" descr="Step 17: Let the sky dry completely">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99539" cy="292608"/>
          </a:xfrm>
          <a:prstGeom prst="roundRect">
            <a:avLst>
              <a:gd name="adj" fmla="val 31250"/>
            </a:avLst>
          </a:prstGeom>
          <a:solidFill>
            <a:srgbClr val="3D6E94"/>
          </a:solidFill>
          <a:ln/>
        </p:spPr>
        <p:txBody>
          <a:bodyPr wrap="square" lIns="0" tIns="0" rIns="0" bIns="0" rtlCol="0" anchor="ctr"/>
          <a:lstStyle/>
          <a:p>
            <a:pPr algn="ctr" indent="0" marL="0">
              <a:buNone/>
            </a:pPr>
            <a:r>
              <a:rPr lang="en-US" sz="1100" b="1" dirty="0">
                <a:solidFill>
                  <a:srgbClr val="FFFFFF"/>
                </a:solidFill>
              </a:rPr>
              <a:t>STAGE 3 · CLOUDS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17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Let the sky dry completely</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Put the brush down and wait until the paper has lost all its shine.</a:t>
            </a:r>
            <a:endParaRPr lang="en-US" sz="1500" dirty="0"/>
          </a:p>
          <a:p>
            <a:pPr marL="203200" indent="-203200">
              <a:spcAft>
                <a:spcPts val="600"/>
              </a:spcAft>
              <a:buSzPct val="100000"/>
              <a:buChar char="•"/>
            </a:pPr>
            <a:r>
              <a:rPr lang="en-US" sz="1500" dirty="0">
                <a:solidFill>
                  <a:schemeClr val="tx1"/>
                </a:solidFill>
              </a:rPr>
              <a:t>Check that the sky is fully dry before you continue.</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Painting mountains onto damp paper would blur them. Patience keeps the edges crisp.</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NO PAINT IN THIS STEP: WAIT FOR IT TO DRY</a:t>
            </a:r>
            <a:endParaRPr lang="en-US" sz="1000" dirty="0"/>
          </a:p>
        </p:txBody>
      </p:sp>
      <p:sp>
        <p:nvSpPr>
          <p:cNvPr id="11" name="Shape 8"/>
          <p:cNvSpPr/>
          <p:nvPr/>
        </p:nvSpPr>
        <p:spPr>
          <a:xfrm>
            <a:off x="6293094" y="6190488"/>
            <a:ext cx="54864" cy="54864"/>
          </a:xfrm>
          <a:prstGeom prst="ellipse">
            <a:avLst/>
          </a:prstGeom>
          <a:solidFill>
            <a:srgbClr val="7F95A3"/>
          </a:solidFill>
          <a:ln/>
        </p:spPr>
      </p:sp>
      <p:sp>
        <p:nvSpPr>
          <p:cNvPr id="12" name="Shape 9"/>
          <p:cNvSpPr/>
          <p:nvPr/>
        </p:nvSpPr>
        <p:spPr>
          <a:xfrm>
            <a:off x="6379475" y="6190488"/>
            <a:ext cx="54864" cy="54864"/>
          </a:xfrm>
          <a:prstGeom prst="ellipse">
            <a:avLst/>
          </a:prstGeom>
          <a:solidFill>
            <a:srgbClr val="7F95A3"/>
          </a:solidFill>
          <a:ln/>
        </p:spPr>
      </p:sp>
      <p:sp>
        <p:nvSpPr>
          <p:cNvPr id="13" name="Shape 10"/>
          <p:cNvSpPr/>
          <p:nvPr/>
        </p:nvSpPr>
        <p:spPr>
          <a:xfrm>
            <a:off x="6465855" y="6190488"/>
            <a:ext cx="54864" cy="54864"/>
          </a:xfrm>
          <a:prstGeom prst="ellipse">
            <a:avLst/>
          </a:prstGeom>
          <a:solidFill>
            <a:srgbClr val="7F95A3"/>
          </a:solidFill>
          <a:ln/>
        </p:spPr>
      </p:sp>
      <p:sp>
        <p:nvSpPr>
          <p:cNvPr id="14" name="Shape 11"/>
          <p:cNvSpPr/>
          <p:nvPr/>
        </p:nvSpPr>
        <p:spPr>
          <a:xfrm>
            <a:off x="6552236" y="6190488"/>
            <a:ext cx="54864" cy="54864"/>
          </a:xfrm>
          <a:prstGeom prst="ellipse">
            <a:avLst/>
          </a:prstGeom>
          <a:solidFill>
            <a:srgbClr val="7F95A3"/>
          </a:solidFill>
          <a:ln/>
        </p:spPr>
      </p:sp>
      <p:sp>
        <p:nvSpPr>
          <p:cNvPr id="15" name="Shape 12"/>
          <p:cNvSpPr/>
          <p:nvPr/>
        </p:nvSpPr>
        <p:spPr>
          <a:xfrm>
            <a:off x="6638617" y="6190488"/>
            <a:ext cx="54864" cy="54864"/>
          </a:xfrm>
          <a:prstGeom prst="ellipse">
            <a:avLst/>
          </a:prstGeom>
          <a:solidFill>
            <a:srgbClr val="7F95A3"/>
          </a:solidFill>
          <a:ln/>
        </p:spPr>
      </p:sp>
      <p:sp>
        <p:nvSpPr>
          <p:cNvPr id="16" name="Shape 13"/>
          <p:cNvSpPr/>
          <p:nvPr/>
        </p:nvSpPr>
        <p:spPr>
          <a:xfrm>
            <a:off x="6724997" y="6190488"/>
            <a:ext cx="54864" cy="54864"/>
          </a:xfrm>
          <a:prstGeom prst="ellipse">
            <a:avLst/>
          </a:prstGeom>
          <a:solidFill>
            <a:srgbClr val="7F95A3"/>
          </a:solidFill>
          <a:ln/>
        </p:spPr>
      </p:sp>
      <p:sp>
        <p:nvSpPr>
          <p:cNvPr id="17" name="Shape 14"/>
          <p:cNvSpPr/>
          <p:nvPr/>
        </p:nvSpPr>
        <p:spPr>
          <a:xfrm>
            <a:off x="6811378" y="6190488"/>
            <a:ext cx="54864" cy="54864"/>
          </a:xfrm>
          <a:prstGeom prst="ellipse">
            <a:avLst/>
          </a:prstGeom>
          <a:solidFill>
            <a:srgbClr val="7F95A3"/>
          </a:solidFill>
          <a:ln/>
        </p:spPr>
      </p:sp>
      <p:sp>
        <p:nvSpPr>
          <p:cNvPr id="18" name="Shape 15"/>
          <p:cNvSpPr/>
          <p:nvPr/>
        </p:nvSpPr>
        <p:spPr>
          <a:xfrm>
            <a:off x="6897759" y="6190488"/>
            <a:ext cx="54864" cy="54864"/>
          </a:xfrm>
          <a:prstGeom prst="ellipse">
            <a:avLst/>
          </a:prstGeom>
          <a:solidFill>
            <a:srgbClr val="7F95A3"/>
          </a:solidFill>
          <a:ln/>
        </p:spPr>
      </p:sp>
      <p:sp>
        <p:nvSpPr>
          <p:cNvPr id="19" name="Shape 16"/>
          <p:cNvSpPr/>
          <p:nvPr/>
        </p:nvSpPr>
        <p:spPr>
          <a:xfrm>
            <a:off x="6984139" y="6190488"/>
            <a:ext cx="54864" cy="54864"/>
          </a:xfrm>
          <a:prstGeom prst="ellipse">
            <a:avLst/>
          </a:prstGeom>
          <a:solidFill>
            <a:srgbClr val="7F95A3"/>
          </a:solidFill>
          <a:ln/>
        </p:spPr>
      </p:sp>
      <p:sp>
        <p:nvSpPr>
          <p:cNvPr id="20" name="Shape 17"/>
          <p:cNvSpPr/>
          <p:nvPr/>
        </p:nvSpPr>
        <p:spPr>
          <a:xfrm>
            <a:off x="7070520" y="6190488"/>
            <a:ext cx="54864" cy="54864"/>
          </a:xfrm>
          <a:prstGeom prst="ellipse">
            <a:avLst/>
          </a:prstGeom>
          <a:solidFill>
            <a:srgbClr val="7F95A3"/>
          </a:solidFill>
          <a:ln/>
        </p:spPr>
      </p:sp>
      <p:sp>
        <p:nvSpPr>
          <p:cNvPr id="21" name="Shape 18"/>
          <p:cNvSpPr/>
          <p:nvPr/>
        </p:nvSpPr>
        <p:spPr>
          <a:xfrm>
            <a:off x="7156901" y="6190488"/>
            <a:ext cx="54864" cy="54864"/>
          </a:xfrm>
          <a:prstGeom prst="ellipse">
            <a:avLst/>
          </a:prstGeom>
          <a:solidFill>
            <a:srgbClr val="7F95A3"/>
          </a:solidFill>
          <a:ln/>
        </p:spPr>
      </p:sp>
      <p:sp>
        <p:nvSpPr>
          <p:cNvPr id="22" name="Shape 19"/>
          <p:cNvSpPr/>
          <p:nvPr/>
        </p:nvSpPr>
        <p:spPr>
          <a:xfrm>
            <a:off x="7243281" y="6190488"/>
            <a:ext cx="54864" cy="54864"/>
          </a:xfrm>
          <a:prstGeom prst="ellipse">
            <a:avLst/>
          </a:prstGeom>
          <a:solidFill>
            <a:srgbClr val="7F95A3"/>
          </a:solidFill>
          <a:ln/>
        </p:spPr>
      </p:sp>
      <p:sp>
        <p:nvSpPr>
          <p:cNvPr id="23" name="Shape 20"/>
          <p:cNvSpPr/>
          <p:nvPr/>
        </p:nvSpPr>
        <p:spPr>
          <a:xfrm>
            <a:off x="7329662" y="6190488"/>
            <a:ext cx="54864" cy="54864"/>
          </a:xfrm>
          <a:prstGeom prst="ellipse">
            <a:avLst/>
          </a:prstGeom>
          <a:solidFill>
            <a:srgbClr val="7F95A3"/>
          </a:solidFill>
          <a:ln/>
        </p:spPr>
      </p:sp>
      <p:sp>
        <p:nvSpPr>
          <p:cNvPr id="24" name="Shape 21"/>
          <p:cNvSpPr/>
          <p:nvPr/>
        </p:nvSpPr>
        <p:spPr>
          <a:xfrm>
            <a:off x="7416043" y="6190488"/>
            <a:ext cx="54864" cy="54864"/>
          </a:xfrm>
          <a:prstGeom prst="ellipse">
            <a:avLst/>
          </a:prstGeom>
          <a:solidFill>
            <a:srgbClr val="7F95A3"/>
          </a:solidFill>
          <a:ln/>
        </p:spPr>
      </p:sp>
      <p:sp>
        <p:nvSpPr>
          <p:cNvPr id="25" name="Shape 22"/>
          <p:cNvSpPr/>
          <p:nvPr/>
        </p:nvSpPr>
        <p:spPr>
          <a:xfrm>
            <a:off x="7502423" y="6190488"/>
            <a:ext cx="54864" cy="54864"/>
          </a:xfrm>
          <a:prstGeom prst="ellipse">
            <a:avLst/>
          </a:prstGeom>
          <a:solidFill>
            <a:srgbClr val="7F95A3"/>
          </a:solidFill>
          <a:ln/>
        </p:spPr>
      </p:sp>
      <p:sp>
        <p:nvSpPr>
          <p:cNvPr id="26" name="Shape 23"/>
          <p:cNvSpPr/>
          <p:nvPr/>
        </p:nvSpPr>
        <p:spPr>
          <a:xfrm>
            <a:off x="7588804" y="6190488"/>
            <a:ext cx="54864" cy="54864"/>
          </a:xfrm>
          <a:prstGeom prst="ellipse">
            <a:avLst/>
          </a:prstGeom>
          <a:solidFill>
            <a:srgbClr val="7F95A3"/>
          </a:solidFill>
          <a:ln/>
        </p:spPr>
      </p:sp>
      <p:sp>
        <p:nvSpPr>
          <p:cNvPr id="27" name="Shape 24"/>
          <p:cNvSpPr/>
          <p:nvPr/>
        </p:nvSpPr>
        <p:spPr>
          <a:xfrm>
            <a:off x="7624893" y="6140196"/>
            <a:ext cx="155448" cy="155448"/>
          </a:xfrm>
          <a:prstGeom prst="ellipse">
            <a:avLst/>
          </a:prstGeom>
          <a:solidFill>
            <a:srgbClr val="3D6E94"/>
          </a:solidFill>
          <a:ln/>
        </p:spPr>
      </p:sp>
      <p:sp>
        <p:nvSpPr>
          <p:cNvPr id="28" name="Shape 25"/>
          <p:cNvSpPr/>
          <p:nvPr/>
        </p:nvSpPr>
        <p:spPr>
          <a:xfrm>
            <a:off x="7761565" y="6190488"/>
            <a:ext cx="54864" cy="54864"/>
          </a:xfrm>
          <a:prstGeom prst="ellipse">
            <a:avLst/>
          </a:prstGeom>
          <a:solidFill>
            <a:srgbClr val="CFD9DF"/>
          </a:solidFill>
          <a:ln/>
        </p:spPr>
      </p:sp>
      <p:sp>
        <p:nvSpPr>
          <p:cNvPr id="29" name="Shape 26"/>
          <p:cNvSpPr/>
          <p:nvPr/>
        </p:nvSpPr>
        <p:spPr>
          <a:xfrm>
            <a:off x="7847946" y="6190488"/>
            <a:ext cx="54864" cy="54864"/>
          </a:xfrm>
          <a:prstGeom prst="ellipse">
            <a:avLst/>
          </a:prstGeom>
          <a:solidFill>
            <a:srgbClr val="CFD9DF"/>
          </a:solidFill>
          <a:ln/>
        </p:spPr>
      </p:sp>
      <p:sp>
        <p:nvSpPr>
          <p:cNvPr id="30" name="Shape 27"/>
          <p:cNvSpPr/>
          <p:nvPr/>
        </p:nvSpPr>
        <p:spPr>
          <a:xfrm>
            <a:off x="7934327" y="6190488"/>
            <a:ext cx="54864" cy="54864"/>
          </a:xfrm>
          <a:prstGeom prst="ellipse">
            <a:avLst/>
          </a:prstGeom>
          <a:solidFill>
            <a:srgbClr val="CFD9DF"/>
          </a:solidFill>
          <a:ln/>
        </p:spPr>
      </p:sp>
      <p:sp>
        <p:nvSpPr>
          <p:cNvPr id="31" name="Shape 28"/>
          <p:cNvSpPr/>
          <p:nvPr/>
        </p:nvSpPr>
        <p:spPr>
          <a:xfrm>
            <a:off x="8020707" y="6190488"/>
            <a:ext cx="54864" cy="54864"/>
          </a:xfrm>
          <a:prstGeom prst="ellipse">
            <a:avLst/>
          </a:prstGeom>
          <a:solidFill>
            <a:srgbClr val="CFD9DF"/>
          </a:solidFill>
          <a:ln/>
        </p:spPr>
      </p:sp>
      <p:sp>
        <p:nvSpPr>
          <p:cNvPr id="32" name="Shape 29"/>
          <p:cNvSpPr/>
          <p:nvPr/>
        </p:nvSpPr>
        <p:spPr>
          <a:xfrm>
            <a:off x="8107088" y="6190488"/>
            <a:ext cx="54864" cy="54864"/>
          </a:xfrm>
          <a:prstGeom prst="ellipse">
            <a:avLst/>
          </a:prstGeom>
          <a:solidFill>
            <a:srgbClr val="CFD9DF"/>
          </a:solidFill>
          <a:ln/>
        </p:spPr>
      </p:sp>
      <p:sp>
        <p:nvSpPr>
          <p:cNvPr id="33" name="Shape 30"/>
          <p:cNvSpPr/>
          <p:nvPr/>
        </p:nvSpPr>
        <p:spPr>
          <a:xfrm>
            <a:off x="8193469" y="6190488"/>
            <a:ext cx="54864" cy="54864"/>
          </a:xfrm>
          <a:prstGeom prst="ellipse">
            <a:avLst/>
          </a:prstGeom>
          <a:solidFill>
            <a:srgbClr val="CFD9DF"/>
          </a:solidFill>
          <a:ln/>
        </p:spPr>
      </p:sp>
      <p:sp>
        <p:nvSpPr>
          <p:cNvPr id="34" name="Shape 31"/>
          <p:cNvSpPr/>
          <p:nvPr/>
        </p:nvSpPr>
        <p:spPr>
          <a:xfrm>
            <a:off x="8279849" y="6190488"/>
            <a:ext cx="54864" cy="54864"/>
          </a:xfrm>
          <a:prstGeom prst="ellipse">
            <a:avLst/>
          </a:prstGeom>
          <a:solidFill>
            <a:srgbClr val="CFD9DF"/>
          </a:solidFill>
          <a:ln/>
        </p:spPr>
      </p:sp>
      <p:sp>
        <p:nvSpPr>
          <p:cNvPr id="35" name="Shape 32"/>
          <p:cNvSpPr/>
          <p:nvPr/>
        </p:nvSpPr>
        <p:spPr>
          <a:xfrm>
            <a:off x="8366230" y="6190488"/>
            <a:ext cx="54864" cy="54864"/>
          </a:xfrm>
          <a:prstGeom prst="ellipse">
            <a:avLst/>
          </a:prstGeom>
          <a:solidFill>
            <a:srgbClr val="CFD9DF"/>
          </a:solidFill>
          <a:ln/>
        </p:spPr>
      </p:sp>
      <p:sp>
        <p:nvSpPr>
          <p:cNvPr id="36" name="Shape 33"/>
          <p:cNvSpPr/>
          <p:nvPr/>
        </p:nvSpPr>
        <p:spPr>
          <a:xfrm>
            <a:off x="8452611" y="6190488"/>
            <a:ext cx="54864" cy="54864"/>
          </a:xfrm>
          <a:prstGeom prst="ellipse">
            <a:avLst/>
          </a:prstGeom>
          <a:solidFill>
            <a:srgbClr val="CFD9DF"/>
          </a:solidFill>
          <a:ln/>
        </p:spPr>
      </p:sp>
      <p:sp>
        <p:nvSpPr>
          <p:cNvPr id="37" name="Shape 34"/>
          <p:cNvSpPr/>
          <p:nvPr/>
        </p:nvSpPr>
        <p:spPr>
          <a:xfrm>
            <a:off x="8538991" y="6190488"/>
            <a:ext cx="54864" cy="54864"/>
          </a:xfrm>
          <a:prstGeom prst="ellipse">
            <a:avLst/>
          </a:prstGeom>
          <a:solidFill>
            <a:srgbClr val="CFD9DF"/>
          </a:solidFill>
          <a:ln/>
        </p:spPr>
      </p:sp>
      <p:sp>
        <p:nvSpPr>
          <p:cNvPr id="38" name="Shape 35"/>
          <p:cNvSpPr/>
          <p:nvPr/>
        </p:nvSpPr>
        <p:spPr>
          <a:xfrm>
            <a:off x="8625372" y="6190488"/>
            <a:ext cx="54864" cy="54864"/>
          </a:xfrm>
          <a:prstGeom prst="ellipse">
            <a:avLst/>
          </a:prstGeom>
          <a:solidFill>
            <a:srgbClr val="CFD9DF"/>
          </a:solidFill>
          <a:ln/>
        </p:spPr>
      </p:sp>
      <p:sp>
        <p:nvSpPr>
          <p:cNvPr id="39" name="Shape 36"/>
          <p:cNvSpPr/>
          <p:nvPr/>
        </p:nvSpPr>
        <p:spPr>
          <a:xfrm>
            <a:off x="8711753" y="6190488"/>
            <a:ext cx="54864" cy="54864"/>
          </a:xfrm>
          <a:prstGeom prst="ellipse">
            <a:avLst/>
          </a:prstGeom>
          <a:solidFill>
            <a:srgbClr val="CFD9DF"/>
          </a:solidFill>
          <a:ln/>
        </p:spPr>
      </p:sp>
      <p:sp>
        <p:nvSpPr>
          <p:cNvPr id="40" name="Shape 37"/>
          <p:cNvSpPr/>
          <p:nvPr/>
        </p:nvSpPr>
        <p:spPr>
          <a:xfrm>
            <a:off x="8798133" y="6190488"/>
            <a:ext cx="54864" cy="54864"/>
          </a:xfrm>
          <a:prstGeom prst="ellipse">
            <a:avLst/>
          </a:prstGeom>
          <a:solidFill>
            <a:srgbClr val="CFD9DF"/>
          </a:solidFill>
          <a:ln/>
        </p:spPr>
      </p:sp>
      <p:sp>
        <p:nvSpPr>
          <p:cNvPr id="41" name="Shape 38"/>
          <p:cNvSpPr/>
          <p:nvPr/>
        </p:nvSpPr>
        <p:spPr>
          <a:xfrm>
            <a:off x="8884514" y="6190488"/>
            <a:ext cx="54864" cy="54864"/>
          </a:xfrm>
          <a:prstGeom prst="ellipse">
            <a:avLst/>
          </a:prstGeom>
          <a:solidFill>
            <a:srgbClr val="CFD9DF"/>
          </a:solidFill>
          <a:ln/>
        </p:spPr>
      </p:sp>
      <p:sp>
        <p:nvSpPr>
          <p:cNvPr id="42" name="Shape 39"/>
          <p:cNvSpPr/>
          <p:nvPr/>
        </p:nvSpPr>
        <p:spPr>
          <a:xfrm>
            <a:off x="8970895" y="6190488"/>
            <a:ext cx="54864" cy="54864"/>
          </a:xfrm>
          <a:prstGeom prst="ellipse">
            <a:avLst/>
          </a:prstGeom>
          <a:solidFill>
            <a:srgbClr val="CFD9DF"/>
          </a:solidFill>
          <a:ln/>
        </p:spPr>
      </p:sp>
      <p:sp>
        <p:nvSpPr>
          <p:cNvPr id="43" name="Shape 40"/>
          <p:cNvSpPr/>
          <p:nvPr/>
        </p:nvSpPr>
        <p:spPr>
          <a:xfrm>
            <a:off x="9057275" y="6190488"/>
            <a:ext cx="54864" cy="54864"/>
          </a:xfrm>
          <a:prstGeom prst="ellipse">
            <a:avLst/>
          </a:prstGeom>
          <a:solidFill>
            <a:srgbClr val="CFD9DF"/>
          </a:solidFill>
          <a:ln/>
        </p:spPr>
      </p:sp>
      <p:sp>
        <p:nvSpPr>
          <p:cNvPr id="44" name="Shape 41"/>
          <p:cNvSpPr/>
          <p:nvPr/>
        </p:nvSpPr>
        <p:spPr>
          <a:xfrm>
            <a:off x="9143656" y="6190488"/>
            <a:ext cx="54864" cy="54864"/>
          </a:xfrm>
          <a:prstGeom prst="ellipse">
            <a:avLst/>
          </a:prstGeom>
          <a:solidFill>
            <a:srgbClr val="CFD9DF"/>
          </a:solidFill>
          <a:ln/>
        </p:spPr>
      </p:sp>
      <p:sp>
        <p:nvSpPr>
          <p:cNvPr id="45" name="Shape 42"/>
          <p:cNvSpPr/>
          <p:nvPr/>
        </p:nvSpPr>
        <p:spPr>
          <a:xfrm>
            <a:off x="9230036" y="6190488"/>
            <a:ext cx="54864" cy="54864"/>
          </a:xfrm>
          <a:prstGeom prst="ellipse">
            <a:avLst/>
          </a:prstGeom>
          <a:solidFill>
            <a:srgbClr val="CFD9DF"/>
          </a:solidFill>
          <a:ln/>
        </p:spPr>
      </p:sp>
      <p:sp>
        <p:nvSpPr>
          <p:cNvPr id="46" name="Shape 43"/>
          <p:cNvSpPr/>
          <p:nvPr/>
        </p:nvSpPr>
        <p:spPr>
          <a:xfrm>
            <a:off x="9316417" y="6190488"/>
            <a:ext cx="54864" cy="54864"/>
          </a:xfrm>
          <a:prstGeom prst="ellipse">
            <a:avLst/>
          </a:prstGeom>
          <a:solidFill>
            <a:srgbClr val="CFD9DF"/>
          </a:solidFill>
          <a:ln/>
        </p:spPr>
      </p:sp>
      <p:sp>
        <p:nvSpPr>
          <p:cNvPr id="47" name="Shape 44"/>
          <p:cNvSpPr/>
          <p:nvPr/>
        </p:nvSpPr>
        <p:spPr>
          <a:xfrm>
            <a:off x="9402798" y="6190488"/>
            <a:ext cx="54864" cy="54864"/>
          </a:xfrm>
          <a:prstGeom prst="ellipse">
            <a:avLst/>
          </a:prstGeom>
          <a:solidFill>
            <a:srgbClr val="CFD9DF"/>
          </a:solidFill>
          <a:ln/>
        </p:spPr>
      </p:sp>
      <p:sp>
        <p:nvSpPr>
          <p:cNvPr id="48" name="Shape 45"/>
          <p:cNvSpPr/>
          <p:nvPr/>
        </p:nvSpPr>
        <p:spPr>
          <a:xfrm>
            <a:off x="9489178" y="6190488"/>
            <a:ext cx="54864" cy="54864"/>
          </a:xfrm>
          <a:prstGeom prst="ellipse">
            <a:avLst/>
          </a:prstGeom>
          <a:solidFill>
            <a:srgbClr val="CFD9DF"/>
          </a:solidFill>
          <a:ln/>
        </p:spPr>
      </p:sp>
      <p:sp>
        <p:nvSpPr>
          <p:cNvPr id="49" name="Shape 46"/>
          <p:cNvSpPr/>
          <p:nvPr/>
        </p:nvSpPr>
        <p:spPr>
          <a:xfrm>
            <a:off x="9575559" y="6190488"/>
            <a:ext cx="54864" cy="54864"/>
          </a:xfrm>
          <a:prstGeom prst="ellipse">
            <a:avLst/>
          </a:prstGeom>
          <a:solidFill>
            <a:srgbClr val="CFD9DF"/>
          </a:solidFill>
          <a:ln/>
        </p:spPr>
      </p:sp>
      <p:sp>
        <p:nvSpPr>
          <p:cNvPr id="50" name="Shape 47"/>
          <p:cNvSpPr/>
          <p:nvPr/>
        </p:nvSpPr>
        <p:spPr>
          <a:xfrm>
            <a:off x="9661940" y="6190488"/>
            <a:ext cx="54864" cy="54864"/>
          </a:xfrm>
          <a:prstGeom prst="ellipse">
            <a:avLst/>
          </a:prstGeom>
          <a:solidFill>
            <a:srgbClr val="CFD9DF"/>
          </a:solidFill>
          <a:ln/>
        </p:spPr>
      </p:sp>
      <p:sp>
        <p:nvSpPr>
          <p:cNvPr id="51" name="Shape 48"/>
          <p:cNvSpPr/>
          <p:nvPr/>
        </p:nvSpPr>
        <p:spPr>
          <a:xfrm>
            <a:off x="9748320" y="6190488"/>
            <a:ext cx="54864" cy="54864"/>
          </a:xfrm>
          <a:prstGeom prst="ellipse">
            <a:avLst/>
          </a:prstGeom>
          <a:solidFill>
            <a:srgbClr val="CFD9DF"/>
          </a:solidFill>
          <a:ln/>
        </p:spPr>
      </p:sp>
      <p:sp>
        <p:nvSpPr>
          <p:cNvPr id="52" name="Shape 49"/>
          <p:cNvSpPr/>
          <p:nvPr/>
        </p:nvSpPr>
        <p:spPr>
          <a:xfrm>
            <a:off x="9834701" y="6190488"/>
            <a:ext cx="54864" cy="54864"/>
          </a:xfrm>
          <a:prstGeom prst="ellipse">
            <a:avLst/>
          </a:prstGeom>
          <a:solidFill>
            <a:srgbClr val="CFD9DF"/>
          </a:solidFill>
          <a:ln/>
        </p:spPr>
      </p:sp>
      <p:sp>
        <p:nvSpPr>
          <p:cNvPr id="53" name="Shape 50"/>
          <p:cNvSpPr/>
          <p:nvPr/>
        </p:nvSpPr>
        <p:spPr>
          <a:xfrm>
            <a:off x="9921082" y="6190488"/>
            <a:ext cx="54864" cy="54864"/>
          </a:xfrm>
          <a:prstGeom prst="ellipse">
            <a:avLst/>
          </a:prstGeom>
          <a:solidFill>
            <a:srgbClr val="CFD9DF"/>
          </a:solidFill>
          <a:ln/>
        </p:spPr>
      </p:sp>
      <p:sp>
        <p:nvSpPr>
          <p:cNvPr id="54" name="Shape 51"/>
          <p:cNvSpPr/>
          <p:nvPr/>
        </p:nvSpPr>
        <p:spPr>
          <a:xfrm>
            <a:off x="10007462" y="6190488"/>
            <a:ext cx="54864" cy="54864"/>
          </a:xfrm>
          <a:prstGeom prst="ellipse">
            <a:avLst/>
          </a:prstGeom>
          <a:solidFill>
            <a:srgbClr val="CFD9DF"/>
          </a:solidFill>
          <a:ln/>
        </p:spPr>
      </p:sp>
      <p:sp>
        <p:nvSpPr>
          <p:cNvPr id="55" name="Shape 52"/>
          <p:cNvSpPr/>
          <p:nvPr/>
        </p:nvSpPr>
        <p:spPr>
          <a:xfrm>
            <a:off x="10093843" y="6190488"/>
            <a:ext cx="54864" cy="54864"/>
          </a:xfrm>
          <a:prstGeom prst="ellipse">
            <a:avLst/>
          </a:prstGeom>
          <a:solidFill>
            <a:srgbClr val="CFD9DF"/>
          </a:solidFill>
          <a:ln/>
        </p:spPr>
      </p:sp>
      <p:sp>
        <p:nvSpPr>
          <p:cNvPr id="56" name="Shape 53"/>
          <p:cNvSpPr/>
          <p:nvPr/>
        </p:nvSpPr>
        <p:spPr>
          <a:xfrm>
            <a:off x="10180224" y="6190488"/>
            <a:ext cx="54864" cy="54864"/>
          </a:xfrm>
          <a:prstGeom prst="ellipse">
            <a:avLst/>
          </a:prstGeom>
          <a:solidFill>
            <a:srgbClr val="CFD9DF"/>
          </a:solidFill>
          <a:ln/>
        </p:spPr>
      </p:sp>
      <p:sp>
        <p:nvSpPr>
          <p:cNvPr id="57" name="Shape 54"/>
          <p:cNvSpPr/>
          <p:nvPr/>
        </p:nvSpPr>
        <p:spPr>
          <a:xfrm>
            <a:off x="10266604" y="6190488"/>
            <a:ext cx="54864" cy="54864"/>
          </a:xfrm>
          <a:prstGeom prst="ellipse">
            <a:avLst/>
          </a:prstGeom>
          <a:solidFill>
            <a:srgbClr val="CFD9DF"/>
          </a:solidFill>
          <a:ln/>
        </p:spPr>
      </p:sp>
      <p:sp>
        <p:nvSpPr>
          <p:cNvPr id="58" name="Shape 55"/>
          <p:cNvSpPr/>
          <p:nvPr/>
        </p:nvSpPr>
        <p:spPr>
          <a:xfrm>
            <a:off x="10352985" y="6190488"/>
            <a:ext cx="54864" cy="54864"/>
          </a:xfrm>
          <a:prstGeom prst="ellipse">
            <a:avLst/>
          </a:prstGeom>
          <a:solidFill>
            <a:srgbClr val="CFD9DF"/>
          </a:solidFill>
          <a:ln/>
        </p:spPr>
      </p:sp>
      <p:sp>
        <p:nvSpPr>
          <p:cNvPr id="59" name="Shape 56"/>
          <p:cNvSpPr/>
          <p:nvPr/>
        </p:nvSpPr>
        <p:spPr>
          <a:xfrm>
            <a:off x="10439366" y="6190488"/>
            <a:ext cx="54864" cy="54864"/>
          </a:xfrm>
          <a:prstGeom prst="ellipse">
            <a:avLst/>
          </a:prstGeom>
          <a:solidFill>
            <a:srgbClr val="CFD9DF"/>
          </a:solidFill>
          <a:ln/>
        </p:spPr>
      </p:sp>
      <p:sp>
        <p:nvSpPr>
          <p:cNvPr id="60" name="Shape 57"/>
          <p:cNvSpPr/>
          <p:nvPr/>
        </p:nvSpPr>
        <p:spPr>
          <a:xfrm>
            <a:off x="10525746" y="6190488"/>
            <a:ext cx="54864" cy="54864"/>
          </a:xfrm>
          <a:prstGeom prst="ellipse">
            <a:avLst/>
          </a:prstGeom>
          <a:solidFill>
            <a:srgbClr val="CFD9DF"/>
          </a:solidFill>
          <a:ln/>
        </p:spPr>
      </p:sp>
      <p:sp>
        <p:nvSpPr>
          <p:cNvPr id="61" name="Shape 58"/>
          <p:cNvSpPr/>
          <p:nvPr/>
        </p:nvSpPr>
        <p:spPr>
          <a:xfrm>
            <a:off x="10612127" y="6190488"/>
            <a:ext cx="54864" cy="54864"/>
          </a:xfrm>
          <a:prstGeom prst="ellipse">
            <a:avLst/>
          </a:prstGeom>
          <a:solidFill>
            <a:srgbClr val="CFD9DF"/>
          </a:solidFill>
          <a:ln/>
        </p:spPr>
      </p:sp>
      <p:sp>
        <p:nvSpPr>
          <p:cNvPr id="62" name="Shape 59"/>
          <p:cNvSpPr/>
          <p:nvPr/>
        </p:nvSpPr>
        <p:spPr>
          <a:xfrm>
            <a:off x="10698508" y="6190488"/>
            <a:ext cx="54864" cy="54864"/>
          </a:xfrm>
          <a:prstGeom prst="ellipse">
            <a:avLst/>
          </a:prstGeom>
          <a:solidFill>
            <a:srgbClr val="CFD9DF"/>
          </a:solidFill>
          <a:ln/>
        </p:spPr>
      </p:sp>
      <p:sp>
        <p:nvSpPr>
          <p:cNvPr id="63" name="Shape 60"/>
          <p:cNvSpPr/>
          <p:nvPr/>
        </p:nvSpPr>
        <p:spPr>
          <a:xfrm>
            <a:off x="10784888" y="6190488"/>
            <a:ext cx="54864" cy="54864"/>
          </a:xfrm>
          <a:prstGeom prst="ellipse">
            <a:avLst/>
          </a:prstGeom>
          <a:solidFill>
            <a:srgbClr val="CFD9DF"/>
          </a:solidFill>
          <a:ln/>
        </p:spPr>
      </p:sp>
      <p:sp>
        <p:nvSpPr>
          <p:cNvPr id="64" name="Shape 61"/>
          <p:cNvSpPr/>
          <p:nvPr/>
        </p:nvSpPr>
        <p:spPr>
          <a:xfrm>
            <a:off x="10871269" y="6190488"/>
            <a:ext cx="54864" cy="54864"/>
          </a:xfrm>
          <a:prstGeom prst="ellipse">
            <a:avLst/>
          </a:prstGeom>
          <a:solidFill>
            <a:srgbClr val="CFD9DF"/>
          </a:solidFill>
          <a:ln/>
        </p:spPr>
      </p:sp>
      <p:sp>
        <p:nvSpPr>
          <p:cNvPr id="65" name="Shape 62"/>
          <p:cNvSpPr/>
          <p:nvPr/>
        </p:nvSpPr>
        <p:spPr>
          <a:xfrm>
            <a:off x="10957650" y="6190488"/>
            <a:ext cx="54864" cy="54864"/>
          </a:xfrm>
          <a:prstGeom prst="ellipse">
            <a:avLst/>
          </a:prstGeom>
          <a:solidFill>
            <a:srgbClr val="CFD9DF"/>
          </a:solidFill>
          <a:ln/>
        </p:spPr>
      </p:sp>
      <p:sp>
        <p:nvSpPr>
          <p:cNvPr id="66" name="Shape 63"/>
          <p:cNvSpPr/>
          <p:nvPr/>
        </p:nvSpPr>
        <p:spPr>
          <a:xfrm>
            <a:off x="11044030" y="6190488"/>
            <a:ext cx="54864" cy="54864"/>
          </a:xfrm>
          <a:prstGeom prst="ellipse">
            <a:avLst/>
          </a:prstGeom>
          <a:solidFill>
            <a:srgbClr val="CFD9DF"/>
          </a:solidFill>
          <a:ln/>
        </p:spPr>
      </p:sp>
      <p:sp>
        <p:nvSpPr>
          <p:cNvPr id="67" name="Shape 64"/>
          <p:cNvSpPr/>
          <p:nvPr/>
        </p:nvSpPr>
        <p:spPr>
          <a:xfrm>
            <a:off x="11130411" y="6190488"/>
            <a:ext cx="54864" cy="54864"/>
          </a:xfrm>
          <a:prstGeom prst="ellipse">
            <a:avLst/>
          </a:prstGeom>
          <a:solidFill>
            <a:srgbClr val="CFD9DF"/>
          </a:solidFill>
          <a:ln/>
        </p:spPr>
      </p:sp>
      <p:sp>
        <p:nvSpPr>
          <p:cNvPr id="68" name="Shape 65"/>
          <p:cNvSpPr/>
          <p:nvPr/>
        </p:nvSpPr>
        <p:spPr>
          <a:xfrm>
            <a:off x="11216792" y="6190488"/>
            <a:ext cx="54864" cy="54864"/>
          </a:xfrm>
          <a:prstGeom prst="ellipse">
            <a:avLst/>
          </a:prstGeom>
          <a:solidFill>
            <a:srgbClr val="CFD9DF"/>
          </a:solidFill>
          <a:ln/>
        </p:spPr>
      </p:sp>
      <p:sp>
        <p:nvSpPr>
          <p:cNvPr id="69" name="Shape 66"/>
          <p:cNvSpPr/>
          <p:nvPr/>
        </p:nvSpPr>
        <p:spPr>
          <a:xfrm>
            <a:off x="11303172" y="6190488"/>
            <a:ext cx="54864" cy="54864"/>
          </a:xfrm>
          <a:prstGeom prst="ellipse">
            <a:avLst/>
          </a:prstGeom>
          <a:solidFill>
            <a:srgbClr val="CFD9DF"/>
          </a:solidFill>
          <a:ln/>
        </p:spPr>
      </p:sp>
      <p:sp>
        <p:nvSpPr>
          <p:cNvPr id="70" name="Shape 67"/>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Step 18 image" descr="Step 18: Mix a pale, diluted blue">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426818" cy="292608"/>
          </a:xfrm>
          <a:prstGeom prst="roundRect">
            <a:avLst>
              <a:gd name="adj" fmla="val 31250"/>
            </a:avLst>
          </a:prstGeom>
          <a:solidFill>
            <a:srgbClr val="4A6A7E"/>
          </a:solidFill>
          <a:ln/>
        </p:spPr>
        <p:txBody>
          <a:bodyPr wrap="square" lIns="0" tIns="0" rIns="0" bIns="0" rtlCol="0" anchor="ctr"/>
          <a:lstStyle/>
          <a:p>
            <a:pPr algn="ctr" indent="0" marL="0">
              <a:buNone/>
            </a:pPr>
            <a:r>
              <a:rPr lang="en-US" sz="1100" b="1" dirty="0">
                <a:solidFill>
                  <a:srgbClr val="FFFFFF"/>
                </a:solidFill>
              </a:rPr>
              <a:t>STAGE 4 · FAR MOUNTAINS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18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Mix a pale, diluted blue</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Dilute Prussian blue with plenty of water to a pale blue-gray.</a:t>
            </a:r>
            <a:endParaRPr lang="en-US" sz="1500" dirty="0"/>
          </a:p>
          <a:p>
            <a:pPr marL="203200" indent="-203200">
              <a:spcAft>
                <a:spcPts val="600"/>
              </a:spcAft>
              <a:buSzPct val="100000"/>
              <a:buChar char="•"/>
            </a:pPr>
            <a:r>
              <a:rPr lang="en-US" sz="1500" dirty="0">
                <a:solidFill>
                  <a:schemeClr val="tx1"/>
                </a:solidFill>
              </a:rPr>
              <a:t>Take a small round brush and set it at the left edge, just above the strip of tape across the paper.</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The tape strip masks the sea area and gives the mountains a clean, level horizon.</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russian blue, diluted"/>
          <p:cNvSpPr/>
          <p:nvPr/>
        </p:nvSpPr>
        <p:spPr>
          <a:xfrm>
            <a:off x="6277336" y="5532120"/>
            <a:ext cx="329184" cy="329184"/>
          </a:xfrm>
          <a:prstGeom prst="ellipse">
            <a:avLst/>
          </a:prstGeom>
          <a:solidFill>
            <a:srgbClr val="BFCBC7"/>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Prussian blue, diluted</a:t>
            </a:r>
            <a:endParaRPr lang="en-US" sz="1100" dirty="0"/>
          </a:p>
          <a:p>
            <a:pPr indent="0" marL="0">
              <a:buNone/>
            </a:pPr>
            <a:r>
              <a:rPr lang="en-US" sz="1000" dirty="0">
                <a:solidFill>
                  <a:srgbClr val="4A5058"/>
                </a:solidFill>
              </a:rPr>
              <a:t>#BFCBC7</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11273" y="6140196"/>
            <a:ext cx="155448" cy="155448"/>
          </a:xfrm>
          <a:prstGeom prst="ellipse">
            <a:avLst/>
          </a:prstGeom>
          <a:solidFill>
            <a:srgbClr val="4A6A7E"/>
          </a:solidFill>
          <a:ln/>
        </p:spPr>
      </p:sp>
      <p:sp>
        <p:nvSpPr>
          <p:cNvPr id="31" name="Shape 28"/>
          <p:cNvSpPr/>
          <p:nvPr/>
        </p:nvSpPr>
        <p:spPr>
          <a:xfrm>
            <a:off x="7847946" y="6190488"/>
            <a:ext cx="54864" cy="54864"/>
          </a:xfrm>
          <a:prstGeom prst="ellipse">
            <a:avLst/>
          </a:prstGeom>
          <a:solidFill>
            <a:srgbClr val="CFD9DF"/>
          </a:solidFill>
          <a:ln/>
        </p:spPr>
      </p:sp>
      <p:sp>
        <p:nvSpPr>
          <p:cNvPr id="32" name="Shape 29"/>
          <p:cNvSpPr/>
          <p:nvPr/>
        </p:nvSpPr>
        <p:spPr>
          <a:xfrm>
            <a:off x="7934327" y="6190488"/>
            <a:ext cx="54864" cy="54864"/>
          </a:xfrm>
          <a:prstGeom prst="ellipse">
            <a:avLst/>
          </a:prstGeom>
          <a:solidFill>
            <a:srgbClr val="CFD9DF"/>
          </a:solidFill>
          <a:ln/>
        </p:spPr>
      </p:sp>
      <p:sp>
        <p:nvSpPr>
          <p:cNvPr id="33" name="Shape 30"/>
          <p:cNvSpPr/>
          <p:nvPr/>
        </p:nvSpPr>
        <p:spPr>
          <a:xfrm>
            <a:off x="8020707" y="6190488"/>
            <a:ext cx="54864" cy="54864"/>
          </a:xfrm>
          <a:prstGeom prst="ellipse">
            <a:avLst/>
          </a:prstGeom>
          <a:solidFill>
            <a:srgbClr val="CFD9DF"/>
          </a:solidFill>
          <a:ln/>
        </p:spPr>
      </p:sp>
      <p:sp>
        <p:nvSpPr>
          <p:cNvPr id="34" name="Shape 31"/>
          <p:cNvSpPr/>
          <p:nvPr/>
        </p:nvSpPr>
        <p:spPr>
          <a:xfrm>
            <a:off x="8107088" y="6190488"/>
            <a:ext cx="54864" cy="54864"/>
          </a:xfrm>
          <a:prstGeom prst="ellipse">
            <a:avLst/>
          </a:prstGeom>
          <a:solidFill>
            <a:srgbClr val="CFD9DF"/>
          </a:solidFill>
          <a:ln/>
        </p:spPr>
      </p:sp>
      <p:sp>
        <p:nvSpPr>
          <p:cNvPr id="35" name="Shape 32"/>
          <p:cNvSpPr/>
          <p:nvPr/>
        </p:nvSpPr>
        <p:spPr>
          <a:xfrm>
            <a:off x="8193469" y="6190488"/>
            <a:ext cx="54864" cy="54864"/>
          </a:xfrm>
          <a:prstGeom prst="ellipse">
            <a:avLst/>
          </a:prstGeom>
          <a:solidFill>
            <a:srgbClr val="CFD9DF"/>
          </a:solidFill>
          <a:ln/>
        </p:spPr>
      </p:sp>
      <p:sp>
        <p:nvSpPr>
          <p:cNvPr id="36" name="Shape 33"/>
          <p:cNvSpPr/>
          <p:nvPr/>
        </p:nvSpPr>
        <p:spPr>
          <a:xfrm>
            <a:off x="8279849" y="6190488"/>
            <a:ext cx="54864" cy="54864"/>
          </a:xfrm>
          <a:prstGeom prst="ellipse">
            <a:avLst/>
          </a:prstGeom>
          <a:solidFill>
            <a:srgbClr val="CFD9DF"/>
          </a:solidFill>
          <a:ln/>
        </p:spPr>
      </p:sp>
      <p:sp>
        <p:nvSpPr>
          <p:cNvPr id="37" name="Shape 34"/>
          <p:cNvSpPr/>
          <p:nvPr/>
        </p:nvSpPr>
        <p:spPr>
          <a:xfrm>
            <a:off x="8366230" y="6190488"/>
            <a:ext cx="54864" cy="54864"/>
          </a:xfrm>
          <a:prstGeom prst="ellipse">
            <a:avLst/>
          </a:prstGeom>
          <a:solidFill>
            <a:srgbClr val="CFD9DF"/>
          </a:solidFill>
          <a:ln/>
        </p:spPr>
      </p:sp>
      <p:sp>
        <p:nvSpPr>
          <p:cNvPr id="38" name="Shape 35"/>
          <p:cNvSpPr/>
          <p:nvPr/>
        </p:nvSpPr>
        <p:spPr>
          <a:xfrm>
            <a:off x="8452611" y="6190488"/>
            <a:ext cx="54864" cy="54864"/>
          </a:xfrm>
          <a:prstGeom prst="ellipse">
            <a:avLst/>
          </a:prstGeom>
          <a:solidFill>
            <a:srgbClr val="CFD9DF"/>
          </a:solidFill>
          <a:ln/>
        </p:spPr>
      </p:sp>
      <p:sp>
        <p:nvSpPr>
          <p:cNvPr id="39" name="Shape 36"/>
          <p:cNvSpPr/>
          <p:nvPr/>
        </p:nvSpPr>
        <p:spPr>
          <a:xfrm>
            <a:off x="8538991" y="6190488"/>
            <a:ext cx="54864" cy="54864"/>
          </a:xfrm>
          <a:prstGeom prst="ellipse">
            <a:avLst/>
          </a:prstGeom>
          <a:solidFill>
            <a:srgbClr val="CFD9DF"/>
          </a:solidFill>
          <a:ln/>
        </p:spPr>
      </p:sp>
      <p:sp>
        <p:nvSpPr>
          <p:cNvPr id="40" name="Shape 37"/>
          <p:cNvSpPr/>
          <p:nvPr/>
        </p:nvSpPr>
        <p:spPr>
          <a:xfrm>
            <a:off x="8625372" y="6190488"/>
            <a:ext cx="54864" cy="54864"/>
          </a:xfrm>
          <a:prstGeom prst="ellipse">
            <a:avLst/>
          </a:prstGeom>
          <a:solidFill>
            <a:srgbClr val="CFD9DF"/>
          </a:solidFill>
          <a:ln/>
        </p:spPr>
      </p:sp>
      <p:sp>
        <p:nvSpPr>
          <p:cNvPr id="41" name="Shape 38"/>
          <p:cNvSpPr/>
          <p:nvPr/>
        </p:nvSpPr>
        <p:spPr>
          <a:xfrm>
            <a:off x="8711753" y="6190488"/>
            <a:ext cx="54864" cy="54864"/>
          </a:xfrm>
          <a:prstGeom prst="ellipse">
            <a:avLst/>
          </a:prstGeom>
          <a:solidFill>
            <a:srgbClr val="CFD9DF"/>
          </a:solidFill>
          <a:ln/>
        </p:spPr>
      </p:sp>
      <p:sp>
        <p:nvSpPr>
          <p:cNvPr id="42" name="Shape 39"/>
          <p:cNvSpPr/>
          <p:nvPr/>
        </p:nvSpPr>
        <p:spPr>
          <a:xfrm>
            <a:off x="8798133" y="6190488"/>
            <a:ext cx="54864" cy="54864"/>
          </a:xfrm>
          <a:prstGeom prst="ellipse">
            <a:avLst/>
          </a:prstGeom>
          <a:solidFill>
            <a:srgbClr val="CFD9DF"/>
          </a:solidFill>
          <a:ln/>
        </p:spPr>
      </p:sp>
      <p:sp>
        <p:nvSpPr>
          <p:cNvPr id="43" name="Shape 40"/>
          <p:cNvSpPr/>
          <p:nvPr/>
        </p:nvSpPr>
        <p:spPr>
          <a:xfrm>
            <a:off x="8884514" y="6190488"/>
            <a:ext cx="54864" cy="54864"/>
          </a:xfrm>
          <a:prstGeom prst="ellipse">
            <a:avLst/>
          </a:prstGeom>
          <a:solidFill>
            <a:srgbClr val="CFD9DF"/>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Step 19 image" descr="Step 19: Draw the far ridge line">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426818" cy="292608"/>
          </a:xfrm>
          <a:prstGeom prst="roundRect">
            <a:avLst>
              <a:gd name="adj" fmla="val 31250"/>
            </a:avLst>
          </a:prstGeom>
          <a:solidFill>
            <a:srgbClr val="4A6A7E"/>
          </a:solidFill>
          <a:ln/>
        </p:spPr>
        <p:txBody>
          <a:bodyPr wrap="square" lIns="0" tIns="0" rIns="0" bIns="0" rtlCol="0" anchor="ctr"/>
          <a:lstStyle/>
          <a:p>
            <a:pPr algn="ctr" indent="0" marL="0">
              <a:buNone/>
            </a:pPr>
            <a:r>
              <a:rPr lang="en-US" sz="1100" b="1" dirty="0">
                <a:solidFill>
                  <a:srgbClr val="FFFFFF"/>
                </a:solidFill>
              </a:rPr>
              <a:t>STAGE 4 · FAR MOUNTAINS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19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Draw the far ridge line</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Draw a gently wavy ridge line from the left edge with the pale blue.</a:t>
            </a:r>
            <a:endParaRPr lang="en-US" sz="1500" dirty="0"/>
          </a:p>
          <a:p>
            <a:pPr marL="203200" indent="-203200">
              <a:spcAft>
                <a:spcPts val="600"/>
              </a:spcAft>
              <a:buSzPct val="100000"/>
              <a:buChar char="•"/>
            </a:pPr>
            <a:r>
              <a:rPr lang="en-US" sz="1500" dirty="0">
                <a:solidFill>
                  <a:schemeClr val="tx1"/>
                </a:solidFill>
              </a:rPr>
              <a:t>Let it rise and dip in soft peaks.</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Keep it pale. Distant mountains look faint and hazy.</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russian blue, diluted"/>
          <p:cNvSpPr/>
          <p:nvPr/>
        </p:nvSpPr>
        <p:spPr>
          <a:xfrm>
            <a:off x="6277336" y="5532120"/>
            <a:ext cx="329184" cy="329184"/>
          </a:xfrm>
          <a:prstGeom prst="ellipse">
            <a:avLst/>
          </a:prstGeom>
          <a:solidFill>
            <a:srgbClr val="BFCBC7"/>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Prussian blue, diluted</a:t>
            </a:r>
            <a:endParaRPr lang="en-US" sz="1100" dirty="0"/>
          </a:p>
          <a:p>
            <a:pPr indent="0" marL="0">
              <a:buNone/>
            </a:pPr>
            <a:r>
              <a:rPr lang="en-US" sz="1000" dirty="0">
                <a:solidFill>
                  <a:srgbClr val="4A5058"/>
                </a:solidFill>
              </a:rPr>
              <a:t>#BFCBC7</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797654" y="6140196"/>
            <a:ext cx="155448" cy="155448"/>
          </a:xfrm>
          <a:prstGeom prst="ellipse">
            <a:avLst/>
          </a:prstGeom>
          <a:solidFill>
            <a:srgbClr val="4A6A7E"/>
          </a:solidFill>
          <a:ln/>
        </p:spPr>
      </p:sp>
      <p:sp>
        <p:nvSpPr>
          <p:cNvPr id="32" name="Shape 29"/>
          <p:cNvSpPr/>
          <p:nvPr/>
        </p:nvSpPr>
        <p:spPr>
          <a:xfrm>
            <a:off x="7934327" y="6190488"/>
            <a:ext cx="54864" cy="54864"/>
          </a:xfrm>
          <a:prstGeom prst="ellipse">
            <a:avLst/>
          </a:prstGeom>
          <a:solidFill>
            <a:srgbClr val="CFD9DF"/>
          </a:solidFill>
          <a:ln/>
        </p:spPr>
      </p:sp>
      <p:sp>
        <p:nvSpPr>
          <p:cNvPr id="33" name="Shape 30"/>
          <p:cNvSpPr/>
          <p:nvPr/>
        </p:nvSpPr>
        <p:spPr>
          <a:xfrm>
            <a:off x="8020707" y="6190488"/>
            <a:ext cx="54864" cy="54864"/>
          </a:xfrm>
          <a:prstGeom prst="ellipse">
            <a:avLst/>
          </a:prstGeom>
          <a:solidFill>
            <a:srgbClr val="CFD9DF"/>
          </a:solidFill>
          <a:ln/>
        </p:spPr>
      </p:sp>
      <p:sp>
        <p:nvSpPr>
          <p:cNvPr id="34" name="Shape 31"/>
          <p:cNvSpPr/>
          <p:nvPr/>
        </p:nvSpPr>
        <p:spPr>
          <a:xfrm>
            <a:off x="8107088" y="6190488"/>
            <a:ext cx="54864" cy="54864"/>
          </a:xfrm>
          <a:prstGeom prst="ellipse">
            <a:avLst/>
          </a:prstGeom>
          <a:solidFill>
            <a:srgbClr val="CFD9DF"/>
          </a:solidFill>
          <a:ln/>
        </p:spPr>
      </p:sp>
      <p:sp>
        <p:nvSpPr>
          <p:cNvPr id="35" name="Shape 32"/>
          <p:cNvSpPr/>
          <p:nvPr/>
        </p:nvSpPr>
        <p:spPr>
          <a:xfrm>
            <a:off x="8193469" y="6190488"/>
            <a:ext cx="54864" cy="54864"/>
          </a:xfrm>
          <a:prstGeom prst="ellipse">
            <a:avLst/>
          </a:prstGeom>
          <a:solidFill>
            <a:srgbClr val="CFD9DF"/>
          </a:solidFill>
          <a:ln/>
        </p:spPr>
      </p:sp>
      <p:sp>
        <p:nvSpPr>
          <p:cNvPr id="36" name="Shape 33"/>
          <p:cNvSpPr/>
          <p:nvPr/>
        </p:nvSpPr>
        <p:spPr>
          <a:xfrm>
            <a:off x="8279849" y="6190488"/>
            <a:ext cx="54864" cy="54864"/>
          </a:xfrm>
          <a:prstGeom prst="ellipse">
            <a:avLst/>
          </a:prstGeom>
          <a:solidFill>
            <a:srgbClr val="CFD9DF"/>
          </a:solidFill>
          <a:ln/>
        </p:spPr>
      </p:sp>
      <p:sp>
        <p:nvSpPr>
          <p:cNvPr id="37" name="Shape 34"/>
          <p:cNvSpPr/>
          <p:nvPr/>
        </p:nvSpPr>
        <p:spPr>
          <a:xfrm>
            <a:off x="8366230" y="6190488"/>
            <a:ext cx="54864" cy="54864"/>
          </a:xfrm>
          <a:prstGeom prst="ellipse">
            <a:avLst/>
          </a:prstGeom>
          <a:solidFill>
            <a:srgbClr val="CFD9DF"/>
          </a:solidFill>
          <a:ln/>
        </p:spPr>
      </p:sp>
      <p:sp>
        <p:nvSpPr>
          <p:cNvPr id="38" name="Shape 35"/>
          <p:cNvSpPr/>
          <p:nvPr/>
        </p:nvSpPr>
        <p:spPr>
          <a:xfrm>
            <a:off x="8452611" y="6190488"/>
            <a:ext cx="54864" cy="54864"/>
          </a:xfrm>
          <a:prstGeom prst="ellipse">
            <a:avLst/>
          </a:prstGeom>
          <a:solidFill>
            <a:srgbClr val="CFD9DF"/>
          </a:solidFill>
          <a:ln/>
        </p:spPr>
      </p:sp>
      <p:sp>
        <p:nvSpPr>
          <p:cNvPr id="39" name="Shape 36"/>
          <p:cNvSpPr/>
          <p:nvPr/>
        </p:nvSpPr>
        <p:spPr>
          <a:xfrm>
            <a:off x="8538991" y="6190488"/>
            <a:ext cx="54864" cy="54864"/>
          </a:xfrm>
          <a:prstGeom prst="ellipse">
            <a:avLst/>
          </a:prstGeom>
          <a:solidFill>
            <a:srgbClr val="CFD9DF"/>
          </a:solidFill>
          <a:ln/>
        </p:spPr>
      </p:sp>
      <p:sp>
        <p:nvSpPr>
          <p:cNvPr id="40" name="Shape 37"/>
          <p:cNvSpPr/>
          <p:nvPr/>
        </p:nvSpPr>
        <p:spPr>
          <a:xfrm>
            <a:off x="8625372" y="6190488"/>
            <a:ext cx="54864" cy="54864"/>
          </a:xfrm>
          <a:prstGeom prst="ellipse">
            <a:avLst/>
          </a:prstGeom>
          <a:solidFill>
            <a:srgbClr val="CFD9DF"/>
          </a:solidFill>
          <a:ln/>
        </p:spPr>
      </p:sp>
      <p:sp>
        <p:nvSpPr>
          <p:cNvPr id="41" name="Shape 38"/>
          <p:cNvSpPr/>
          <p:nvPr/>
        </p:nvSpPr>
        <p:spPr>
          <a:xfrm>
            <a:off x="8711753" y="6190488"/>
            <a:ext cx="54864" cy="54864"/>
          </a:xfrm>
          <a:prstGeom prst="ellipse">
            <a:avLst/>
          </a:prstGeom>
          <a:solidFill>
            <a:srgbClr val="CFD9DF"/>
          </a:solidFill>
          <a:ln/>
        </p:spPr>
      </p:sp>
      <p:sp>
        <p:nvSpPr>
          <p:cNvPr id="42" name="Shape 39"/>
          <p:cNvSpPr/>
          <p:nvPr/>
        </p:nvSpPr>
        <p:spPr>
          <a:xfrm>
            <a:off x="8798133" y="6190488"/>
            <a:ext cx="54864" cy="54864"/>
          </a:xfrm>
          <a:prstGeom prst="ellipse">
            <a:avLst/>
          </a:prstGeom>
          <a:solidFill>
            <a:srgbClr val="CFD9DF"/>
          </a:solidFill>
          <a:ln/>
        </p:spPr>
      </p:sp>
      <p:sp>
        <p:nvSpPr>
          <p:cNvPr id="43" name="Shape 40"/>
          <p:cNvSpPr/>
          <p:nvPr/>
        </p:nvSpPr>
        <p:spPr>
          <a:xfrm>
            <a:off x="8884514" y="6190488"/>
            <a:ext cx="54864" cy="54864"/>
          </a:xfrm>
          <a:prstGeom prst="ellipse">
            <a:avLst/>
          </a:prstGeom>
          <a:solidFill>
            <a:srgbClr val="CFD9DF"/>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Step 20 image" descr="Step 20: Carry the ridge to the right edge">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426818" cy="292608"/>
          </a:xfrm>
          <a:prstGeom prst="roundRect">
            <a:avLst>
              <a:gd name="adj" fmla="val 31250"/>
            </a:avLst>
          </a:prstGeom>
          <a:solidFill>
            <a:srgbClr val="4A6A7E"/>
          </a:solidFill>
          <a:ln/>
        </p:spPr>
        <p:txBody>
          <a:bodyPr wrap="square" lIns="0" tIns="0" rIns="0" bIns="0" rtlCol="0" anchor="ctr"/>
          <a:lstStyle/>
          <a:p>
            <a:pPr algn="ctr" indent="0" marL="0">
              <a:buNone/>
            </a:pPr>
            <a:r>
              <a:rPr lang="en-US" sz="1100" b="1" dirty="0">
                <a:solidFill>
                  <a:srgbClr val="FFFFFF"/>
                </a:solidFill>
              </a:rPr>
              <a:t>STAGE 4 · FAR MOUNTAINS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20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Carry the ridge to the right edge</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Continue the line across the paper, adding a few broad peaks.</a:t>
            </a:r>
            <a:endParaRPr lang="en-US" sz="1500" dirty="0"/>
          </a:p>
          <a:p>
            <a:pPr marL="203200" indent="-203200">
              <a:spcAft>
                <a:spcPts val="600"/>
              </a:spcAft>
              <a:buSzPct val="100000"/>
              <a:buChar char="•"/>
            </a:pPr>
            <a:r>
              <a:rPr lang="en-US" sz="1500" dirty="0">
                <a:solidFill>
                  <a:schemeClr val="tx1"/>
                </a:solidFill>
              </a:rPr>
              <a:t>Keep the shape simple: you are suggesting mountains, not drawing every rock.</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Gentle slopes look farther away than sharp, spiky peaks.</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russian blue, diluted"/>
          <p:cNvSpPr/>
          <p:nvPr/>
        </p:nvSpPr>
        <p:spPr>
          <a:xfrm>
            <a:off x="6277336" y="5532120"/>
            <a:ext cx="329184" cy="329184"/>
          </a:xfrm>
          <a:prstGeom prst="ellipse">
            <a:avLst/>
          </a:prstGeom>
          <a:solidFill>
            <a:srgbClr val="BFCBC7"/>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Prussian blue, diluted</a:t>
            </a:r>
            <a:endParaRPr lang="en-US" sz="1100" dirty="0"/>
          </a:p>
          <a:p>
            <a:pPr indent="0" marL="0">
              <a:buNone/>
            </a:pPr>
            <a:r>
              <a:rPr lang="en-US" sz="1000" dirty="0">
                <a:solidFill>
                  <a:srgbClr val="4A5058"/>
                </a:solidFill>
              </a:rPr>
              <a:t>#BFCBC7</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884035" y="6140196"/>
            <a:ext cx="155448" cy="155448"/>
          </a:xfrm>
          <a:prstGeom prst="ellipse">
            <a:avLst/>
          </a:prstGeom>
          <a:solidFill>
            <a:srgbClr val="4A6A7E"/>
          </a:solidFill>
          <a:ln/>
        </p:spPr>
      </p:sp>
      <p:sp>
        <p:nvSpPr>
          <p:cNvPr id="33" name="Shape 30"/>
          <p:cNvSpPr/>
          <p:nvPr/>
        </p:nvSpPr>
        <p:spPr>
          <a:xfrm>
            <a:off x="8020707" y="6190488"/>
            <a:ext cx="54864" cy="54864"/>
          </a:xfrm>
          <a:prstGeom prst="ellipse">
            <a:avLst/>
          </a:prstGeom>
          <a:solidFill>
            <a:srgbClr val="CFD9DF"/>
          </a:solidFill>
          <a:ln/>
        </p:spPr>
      </p:sp>
      <p:sp>
        <p:nvSpPr>
          <p:cNvPr id="34" name="Shape 31"/>
          <p:cNvSpPr/>
          <p:nvPr/>
        </p:nvSpPr>
        <p:spPr>
          <a:xfrm>
            <a:off x="8107088" y="6190488"/>
            <a:ext cx="54864" cy="54864"/>
          </a:xfrm>
          <a:prstGeom prst="ellipse">
            <a:avLst/>
          </a:prstGeom>
          <a:solidFill>
            <a:srgbClr val="CFD9DF"/>
          </a:solidFill>
          <a:ln/>
        </p:spPr>
      </p:sp>
      <p:sp>
        <p:nvSpPr>
          <p:cNvPr id="35" name="Shape 32"/>
          <p:cNvSpPr/>
          <p:nvPr/>
        </p:nvSpPr>
        <p:spPr>
          <a:xfrm>
            <a:off x="8193469" y="6190488"/>
            <a:ext cx="54864" cy="54864"/>
          </a:xfrm>
          <a:prstGeom prst="ellipse">
            <a:avLst/>
          </a:prstGeom>
          <a:solidFill>
            <a:srgbClr val="CFD9DF"/>
          </a:solidFill>
          <a:ln/>
        </p:spPr>
      </p:sp>
      <p:sp>
        <p:nvSpPr>
          <p:cNvPr id="36" name="Shape 33"/>
          <p:cNvSpPr/>
          <p:nvPr/>
        </p:nvSpPr>
        <p:spPr>
          <a:xfrm>
            <a:off x="8279849" y="6190488"/>
            <a:ext cx="54864" cy="54864"/>
          </a:xfrm>
          <a:prstGeom prst="ellipse">
            <a:avLst/>
          </a:prstGeom>
          <a:solidFill>
            <a:srgbClr val="CFD9DF"/>
          </a:solidFill>
          <a:ln/>
        </p:spPr>
      </p:sp>
      <p:sp>
        <p:nvSpPr>
          <p:cNvPr id="37" name="Shape 34"/>
          <p:cNvSpPr/>
          <p:nvPr/>
        </p:nvSpPr>
        <p:spPr>
          <a:xfrm>
            <a:off x="8366230" y="6190488"/>
            <a:ext cx="54864" cy="54864"/>
          </a:xfrm>
          <a:prstGeom prst="ellipse">
            <a:avLst/>
          </a:prstGeom>
          <a:solidFill>
            <a:srgbClr val="CFD9DF"/>
          </a:solidFill>
          <a:ln/>
        </p:spPr>
      </p:sp>
      <p:sp>
        <p:nvSpPr>
          <p:cNvPr id="38" name="Shape 35"/>
          <p:cNvSpPr/>
          <p:nvPr/>
        </p:nvSpPr>
        <p:spPr>
          <a:xfrm>
            <a:off x="8452611" y="6190488"/>
            <a:ext cx="54864" cy="54864"/>
          </a:xfrm>
          <a:prstGeom prst="ellipse">
            <a:avLst/>
          </a:prstGeom>
          <a:solidFill>
            <a:srgbClr val="CFD9DF"/>
          </a:solidFill>
          <a:ln/>
        </p:spPr>
      </p:sp>
      <p:sp>
        <p:nvSpPr>
          <p:cNvPr id="39" name="Shape 36"/>
          <p:cNvSpPr/>
          <p:nvPr/>
        </p:nvSpPr>
        <p:spPr>
          <a:xfrm>
            <a:off x="8538991" y="6190488"/>
            <a:ext cx="54864" cy="54864"/>
          </a:xfrm>
          <a:prstGeom prst="ellipse">
            <a:avLst/>
          </a:prstGeom>
          <a:solidFill>
            <a:srgbClr val="CFD9DF"/>
          </a:solidFill>
          <a:ln/>
        </p:spPr>
      </p:sp>
      <p:sp>
        <p:nvSpPr>
          <p:cNvPr id="40" name="Shape 37"/>
          <p:cNvSpPr/>
          <p:nvPr/>
        </p:nvSpPr>
        <p:spPr>
          <a:xfrm>
            <a:off x="8625372" y="6190488"/>
            <a:ext cx="54864" cy="54864"/>
          </a:xfrm>
          <a:prstGeom prst="ellipse">
            <a:avLst/>
          </a:prstGeom>
          <a:solidFill>
            <a:srgbClr val="CFD9DF"/>
          </a:solidFill>
          <a:ln/>
        </p:spPr>
      </p:sp>
      <p:sp>
        <p:nvSpPr>
          <p:cNvPr id="41" name="Shape 38"/>
          <p:cNvSpPr/>
          <p:nvPr/>
        </p:nvSpPr>
        <p:spPr>
          <a:xfrm>
            <a:off x="8711753" y="6190488"/>
            <a:ext cx="54864" cy="54864"/>
          </a:xfrm>
          <a:prstGeom prst="ellipse">
            <a:avLst/>
          </a:prstGeom>
          <a:solidFill>
            <a:srgbClr val="CFD9DF"/>
          </a:solidFill>
          <a:ln/>
        </p:spPr>
      </p:sp>
      <p:sp>
        <p:nvSpPr>
          <p:cNvPr id="42" name="Shape 39"/>
          <p:cNvSpPr/>
          <p:nvPr/>
        </p:nvSpPr>
        <p:spPr>
          <a:xfrm>
            <a:off x="8798133" y="6190488"/>
            <a:ext cx="54864" cy="54864"/>
          </a:xfrm>
          <a:prstGeom prst="ellipse">
            <a:avLst/>
          </a:prstGeom>
          <a:solidFill>
            <a:srgbClr val="CFD9DF"/>
          </a:solidFill>
          <a:ln/>
        </p:spPr>
      </p:sp>
      <p:sp>
        <p:nvSpPr>
          <p:cNvPr id="43" name="Shape 40"/>
          <p:cNvSpPr/>
          <p:nvPr/>
        </p:nvSpPr>
        <p:spPr>
          <a:xfrm>
            <a:off x="8884514" y="6190488"/>
            <a:ext cx="54864" cy="54864"/>
          </a:xfrm>
          <a:prstGeom prst="ellipse">
            <a:avLst/>
          </a:prstGeom>
          <a:solidFill>
            <a:srgbClr val="CFD9DF"/>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Step 21 image" descr="Step 21: Fill in below the ridge line">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426818" cy="292608"/>
          </a:xfrm>
          <a:prstGeom prst="roundRect">
            <a:avLst>
              <a:gd name="adj" fmla="val 31250"/>
            </a:avLst>
          </a:prstGeom>
          <a:solidFill>
            <a:srgbClr val="4A6A7E"/>
          </a:solidFill>
          <a:ln/>
        </p:spPr>
        <p:txBody>
          <a:bodyPr wrap="square" lIns="0" tIns="0" rIns="0" bIns="0" rtlCol="0" anchor="ctr"/>
          <a:lstStyle/>
          <a:p>
            <a:pPr algn="ctr" indent="0" marL="0">
              <a:buNone/>
            </a:pPr>
            <a:r>
              <a:rPr lang="en-US" sz="1100" b="1" dirty="0">
                <a:solidFill>
                  <a:srgbClr val="FFFFFF"/>
                </a:solidFill>
              </a:rPr>
              <a:t>STAGE 4 · FAR MOUNTAINS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21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Fill in below the ridge line</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Fill the area under the ridge with the same pale blue, down to the tape edge.</a:t>
            </a:r>
            <a:endParaRPr lang="en-US" sz="1500" dirty="0"/>
          </a:p>
          <a:p>
            <a:pPr marL="203200" indent="-203200">
              <a:spcAft>
                <a:spcPts val="600"/>
              </a:spcAft>
              <a:buSzPct val="100000"/>
              <a:buChar char="•"/>
            </a:pPr>
            <a:r>
              <a:rPr lang="en-US" sz="1500" dirty="0">
                <a:solidFill>
                  <a:schemeClr val="tx1"/>
                </a:solidFill>
              </a:rPr>
              <a:t>Keep the color even and avoid heavy blotches.</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Work steadily so the wash dries evenly.</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russian blue, diluted"/>
          <p:cNvSpPr/>
          <p:nvPr/>
        </p:nvSpPr>
        <p:spPr>
          <a:xfrm>
            <a:off x="6277336" y="5532120"/>
            <a:ext cx="329184" cy="329184"/>
          </a:xfrm>
          <a:prstGeom prst="ellipse">
            <a:avLst/>
          </a:prstGeom>
          <a:solidFill>
            <a:srgbClr val="BFCBC7"/>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Prussian blue, diluted</a:t>
            </a:r>
            <a:endParaRPr lang="en-US" sz="1100" dirty="0"/>
          </a:p>
          <a:p>
            <a:pPr indent="0" marL="0">
              <a:buNone/>
            </a:pPr>
            <a:r>
              <a:rPr lang="en-US" sz="1000" dirty="0">
                <a:solidFill>
                  <a:srgbClr val="4A5058"/>
                </a:solidFill>
              </a:rPr>
              <a:t>#BFCBC7</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7970415" y="6140196"/>
            <a:ext cx="155448" cy="155448"/>
          </a:xfrm>
          <a:prstGeom prst="ellipse">
            <a:avLst/>
          </a:prstGeom>
          <a:solidFill>
            <a:srgbClr val="4A6A7E"/>
          </a:solidFill>
          <a:ln/>
        </p:spPr>
      </p:sp>
      <p:sp>
        <p:nvSpPr>
          <p:cNvPr id="34" name="Shape 31"/>
          <p:cNvSpPr/>
          <p:nvPr/>
        </p:nvSpPr>
        <p:spPr>
          <a:xfrm>
            <a:off x="8107088" y="6190488"/>
            <a:ext cx="54864" cy="54864"/>
          </a:xfrm>
          <a:prstGeom prst="ellipse">
            <a:avLst/>
          </a:prstGeom>
          <a:solidFill>
            <a:srgbClr val="CFD9DF"/>
          </a:solidFill>
          <a:ln/>
        </p:spPr>
      </p:sp>
      <p:sp>
        <p:nvSpPr>
          <p:cNvPr id="35" name="Shape 32"/>
          <p:cNvSpPr/>
          <p:nvPr/>
        </p:nvSpPr>
        <p:spPr>
          <a:xfrm>
            <a:off x="8193469" y="6190488"/>
            <a:ext cx="54864" cy="54864"/>
          </a:xfrm>
          <a:prstGeom prst="ellipse">
            <a:avLst/>
          </a:prstGeom>
          <a:solidFill>
            <a:srgbClr val="CFD9DF"/>
          </a:solidFill>
          <a:ln/>
        </p:spPr>
      </p:sp>
      <p:sp>
        <p:nvSpPr>
          <p:cNvPr id="36" name="Shape 33"/>
          <p:cNvSpPr/>
          <p:nvPr/>
        </p:nvSpPr>
        <p:spPr>
          <a:xfrm>
            <a:off x="8279849" y="6190488"/>
            <a:ext cx="54864" cy="54864"/>
          </a:xfrm>
          <a:prstGeom prst="ellipse">
            <a:avLst/>
          </a:prstGeom>
          <a:solidFill>
            <a:srgbClr val="CFD9DF"/>
          </a:solidFill>
          <a:ln/>
        </p:spPr>
      </p:sp>
      <p:sp>
        <p:nvSpPr>
          <p:cNvPr id="37" name="Shape 34"/>
          <p:cNvSpPr/>
          <p:nvPr/>
        </p:nvSpPr>
        <p:spPr>
          <a:xfrm>
            <a:off x="8366230" y="6190488"/>
            <a:ext cx="54864" cy="54864"/>
          </a:xfrm>
          <a:prstGeom prst="ellipse">
            <a:avLst/>
          </a:prstGeom>
          <a:solidFill>
            <a:srgbClr val="CFD9DF"/>
          </a:solidFill>
          <a:ln/>
        </p:spPr>
      </p:sp>
      <p:sp>
        <p:nvSpPr>
          <p:cNvPr id="38" name="Shape 35"/>
          <p:cNvSpPr/>
          <p:nvPr/>
        </p:nvSpPr>
        <p:spPr>
          <a:xfrm>
            <a:off x="8452611" y="6190488"/>
            <a:ext cx="54864" cy="54864"/>
          </a:xfrm>
          <a:prstGeom prst="ellipse">
            <a:avLst/>
          </a:prstGeom>
          <a:solidFill>
            <a:srgbClr val="CFD9DF"/>
          </a:solidFill>
          <a:ln/>
        </p:spPr>
      </p:sp>
      <p:sp>
        <p:nvSpPr>
          <p:cNvPr id="39" name="Shape 36"/>
          <p:cNvSpPr/>
          <p:nvPr/>
        </p:nvSpPr>
        <p:spPr>
          <a:xfrm>
            <a:off x="8538991" y="6190488"/>
            <a:ext cx="54864" cy="54864"/>
          </a:xfrm>
          <a:prstGeom prst="ellipse">
            <a:avLst/>
          </a:prstGeom>
          <a:solidFill>
            <a:srgbClr val="CFD9DF"/>
          </a:solidFill>
          <a:ln/>
        </p:spPr>
      </p:sp>
      <p:sp>
        <p:nvSpPr>
          <p:cNvPr id="40" name="Shape 37"/>
          <p:cNvSpPr/>
          <p:nvPr/>
        </p:nvSpPr>
        <p:spPr>
          <a:xfrm>
            <a:off x="8625372" y="6190488"/>
            <a:ext cx="54864" cy="54864"/>
          </a:xfrm>
          <a:prstGeom prst="ellipse">
            <a:avLst/>
          </a:prstGeom>
          <a:solidFill>
            <a:srgbClr val="CFD9DF"/>
          </a:solidFill>
          <a:ln/>
        </p:spPr>
      </p:sp>
      <p:sp>
        <p:nvSpPr>
          <p:cNvPr id="41" name="Shape 38"/>
          <p:cNvSpPr/>
          <p:nvPr/>
        </p:nvSpPr>
        <p:spPr>
          <a:xfrm>
            <a:off x="8711753" y="6190488"/>
            <a:ext cx="54864" cy="54864"/>
          </a:xfrm>
          <a:prstGeom prst="ellipse">
            <a:avLst/>
          </a:prstGeom>
          <a:solidFill>
            <a:srgbClr val="CFD9DF"/>
          </a:solidFill>
          <a:ln/>
        </p:spPr>
      </p:sp>
      <p:sp>
        <p:nvSpPr>
          <p:cNvPr id="42" name="Shape 39"/>
          <p:cNvSpPr/>
          <p:nvPr/>
        </p:nvSpPr>
        <p:spPr>
          <a:xfrm>
            <a:off x="8798133" y="6190488"/>
            <a:ext cx="54864" cy="54864"/>
          </a:xfrm>
          <a:prstGeom prst="ellipse">
            <a:avLst/>
          </a:prstGeom>
          <a:solidFill>
            <a:srgbClr val="CFD9DF"/>
          </a:solidFill>
          <a:ln/>
        </p:spPr>
      </p:sp>
      <p:sp>
        <p:nvSpPr>
          <p:cNvPr id="43" name="Shape 40"/>
          <p:cNvSpPr/>
          <p:nvPr/>
        </p:nvSpPr>
        <p:spPr>
          <a:xfrm>
            <a:off x="8884514" y="6190488"/>
            <a:ext cx="54864" cy="54864"/>
          </a:xfrm>
          <a:prstGeom prst="ellipse">
            <a:avLst/>
          </a:prstGeom>
          <a:solidFill>
            <a:srgbClr val="CFD9DF"/>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Step 22 image" descr="Step 22: Finish the far mountain range">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426818" cy="292608"/>
          </a:xfrm>
          <a:prstGeom prst="roundRect">
            <a:avLst>
              <a:gd name="adj" fmla="val 31250"/>
            </a:avLst>
          </a:prstGeom>
          <a:solidFill>
            <a:srgbClr val="4A6A7E"/>
          </a:solidFill>
          <a:ln/>
        </p:spPr>
        <p:txBody>
          <a:bodyPr wrap="square" lIns="0" tIns="0" rIns="0" bIns="0" rtlCol="0" anchor="ctr"/>
          <a:lstStyle/>
          <a:p>
            <a:pPr algn="ctr" indent="0" marL="0">
              <a:buNone/>
            </a:pPr>
            <a:r>
              <a:rPr lang="en-US" sz="1100" b="1" dirty="0">
                <a:solidFill>
                  <a:srgbClr val="FFFFFF"/>
                </a:solidFill>
              </a:rPr>
              <a:t>STAGE 4 · FAR MOUNTAINS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22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Finish the far mountain range</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Complete the fill so the range has two or three gentle peaks.</a:t>
            </a:r>
            <a:endParaRPr lang="en-US" sz="1500" dirty="0"/>
          </a:p>
          <a:p>
            <a:pPr marL="203200" indent="-203200">
              <a:spcAft>
                <a:spcPts val="600"/>
              </a:spcAft>
              <a:buSzPct val="100000"/>
              <a:buChar char="•"/>
            </a:pPr>
            <a:r>
              <a:rPr lang="en-US" sz="1500" dirty="0">
                <a:solidFill>
                  <a:schemeClr val="tx1"/>
                </a:solidFill>
              </a:rPr>
              <a:t>Check the bottom edge sits flat against the tape.</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The pale range should stay faint so the darker mountains in front will stand out.</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russian blue, diluted"/>
          <p:cNvSpPr/>
          <p:nvPr/>
        </p:nvSpPr>
        <p:spPr>
          <a:xfrm>
            <a:off x="6277336" y="5532120"/>
            <a:ext cx="329184" cy="329184"/>
          </a:xfrm>
          <a:prstGeom prst="ellipse">
            <a:avLst/>
          </a:prstGeom>
          <a:solidFill>
            <a:srgbClr val="BFCBC7"/>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Prussian blue, diluted</a:t>
            </a:r>
            <a:endParaRPr lang="en-US" sz="1100" dirty="0"/>
          </a:p>
          <a:p>
            <a:pPr indent="0" marL="0">
              <a:buNone/>
            </a:pPr>
            <a:r>
              <a:rPr lang="en-US" sz="1000" dirty="0">
                <a:solidFill>
                  <a:srgbClr val="4A5058"/>
                </a:solidFill>
              </a:rPr>
              <a:t>#BFCBC7</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056796" y="6140196"/>
            <a:ext cx="155448" cy="155448"/>
          </a:xfrm>
          <a:prstGeom prst="ellipse">
            <a:avLst/>
          </a:prstGeom>
          <a:solidFill>
            <a:srgbClr val="4A6A7E"/>
          </a:solidFill>
          <a:ln/>
        </p:spPr>
      </p:sp>
      <p:sp>
        <p:nvSpPr>
          <p:cNvPr id="35" name="Shape 32"/>
          <p:cNvSpPr/>
          <p:nvPr/>
        </p:nvSpPr>
        <p:spPr>
          <a:xfrm>
            <a:off x="8193469" y="6190488"/>
            <a:ext cx="54864" cy="54864"/>
          </a:xfrm>
          <a:prstGeom prst="ellipse">
            <a:avLst/>
          </a:prstGeom>
          <a:solidFill>
            <a:srgbClr val="CFD9DF"/>
          </a:solidFill>
          <a:ln/>
        </p:spPr>
      </p:sp>
      <p:sp>
        <p:nvSpPr>
          <p:cNvPr id="36" name="Shape 33"/>
          <p:cNvSpPr/>
          <p:nvPr/>
        </p:nvSpPr>
        <p:spPr>
          <a:xfrm>
            <a:off x="8279849" y="6190488"/>
            <a:ext cx="54864" cy="54864"/>
          </a:xfrm>
          <a:prstGeom prst="ellipse">
            <a:avLst/>
          </a:prstGeom>
          <a:solidFill>
            <a:srgbClr val="CFD9DF"/>
          </a:solidFill>
          <a:ln/>
        </p:spPr>
      </p:sp>
      <p:sp>
        <p:nvSpPr>
          <p:cNvPr id="37" name="Shape 34"/>
          <p:cNvSpPr/>
          <p:nvPr/>
        </p:nvSpPr>
        <p:spPr>
          <a:xfrm>
            <a:off x="8366230" y="6190488"/>
            <a:ext cx="54864" cy="54864"/>
          </a:xfrm>
          <a:prstGeom prst="ellipse">
            <a:avLst/>
          </a:prstGeom>
          <a:solidFill>
            <a:srgbClr val="CFD9DF"/>
          </a:solidFill>
          <a:ln/>
        </p:spPr>
      </p:sp>
      <p:sp>
        <p:nvSpPr>
          <p:cNvPr id="38" name="Shape 35"/>
          <p:cNvSpPr/>
          <p:nvPr/>
        </p:nvSpPr>
        <p:spPr>
          <a:xfrm>
            <a:off x="8452611" y="6190488"/>
            <a:ext cx="54864" cy="54864"/>
          </a:xfrm>
          <a:prstGeom prst="ellipse">
            <a:avLst/>
          </a:prstGeom>
          <a:solidFill>
            <a:srgbClr val="CFD9DF"/>
          </a:solidFill>
          <a:ln/>
        </p:spPr>
      </p:sp>
      <p:sp>
        <p:nvSpPr>
          <p:cNvPr id="39" name="Shape 36"/>
          <p:cNvSpPr/>
          <p:nvPr/>
        </p:nvSpPr>
        <p:spPr>
          <a:xfrm>
            <a:off x="8538991" y="6190488"/>
            <a:ext cx="54864" cy="54864"/>
          </a:xfrm>
          <a:prstGeom prst="ellipse">
            <a:avLst/>
          </a:prstGeom>
          <a:solidFill>
            <a:srgbClr val="CFD9DF"/>
          </a:solidFill>
          <a:ln/>
        </p:spPr>
      </p:sp>
      <p:sp>
        <p:nvSpPr>
          <p:cNvPr id="40" name="Shape 37"/>
          <p:cNvSpPr/>
          <p:nvPr/>
        </p:nvSpPr>
        <p:spPr>
          <a:xfrm>
            <a:off x="8625372" y="6190488"/>
            <a:ext cx="54864" cy="54864"/>
          </a:xfrm>
          <a:prstGeom prst="ellipse">
            <a:avLst/>
          </a:prstGeom>
          <a:solidFill>
            <a:srgbClr val="CFD9DF"/>
          </a:solidFill>
          <a:ln/>
        </p:spPr>
      </p:sp>
      <p:sp>
        <p:nvSpPr>
          <p:cNvPr id="41" name="Shape 38"/>
          <p:cNvSpPr/>
          <p:nvPr/>
        </p:nvSpPr>
        <p:spPr>
          <a:xfrm>
            <a:off x="8711753" y="6190488"/>
            <a:ext cx="54864" cy="54864"/>
          </a:xfrm>
          <a:prstGeom prst="ellipse">
            <a:avLst/>
          </a:prstGeom>
          <a:solidFill>
            <a:srgbClr val="CFD9DF"/>
          </a:solidFill>
          <a:ln/>
        </p:spPr>
      </p:sp>
      <p:sp>
        <p:nvSpPr>
          <p:cNvPr id="42" name="Shape 39"/>
          <p:cNvSpPr/>
          <p:nvPr/>
        </p:nvSpPr>
        <p:spPr>
          <a:xfrm>
            <a:off x="8798133" y="6190488"/>
            <a:ext cx="54864" cy="54864"/>
          </a:xfrm>
          <a:prstGeom prst="ellipse">
            <a:avLst/>
          </a:prstGeom>
          <a:solidFill>
            <a:srgbClr val="CFD9DF"/>
          </a:solidFill>
          <a:ln/>
        </p:spPr>
      </p:sp>
      <p:sp>
        <p:nvSpPr>
          <p:cNvPr id="43" name="Shape 40"/>
          <p:cNvSpPr/>
          <p:nvPr/>
        </p:nvSpPr>
        <p:spPr>
          <a:xfrm>
            <a:off x="8884514" y="6190488"/>
            <a:ext cx="54864" cy="54864"/>
          </a:xfrm>
          <a:prstGeom prst="ellipse">
            <a:avLst/>
          </a:prstGeom>
          <a:solidFill>
            <a:srgbClr val="CFD9DF"/>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Step 23 image" descr="Step 23: Let the far mountains dry">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426818" cy="292608"/>
          </a:xfrm>
          <a:prstGeom prst="roundRect">
            <a:avLst>
              <a:gd name="adj" fmla="val 31250"/>
            </a:avLst>
          </a:prstGeom>
          <a:solidFill>
            <a:srgbClr val="4A6A7E"/>
          </a:solidFill>
          <a:ln/>
        </p:spPr>
        <p:txBody>
          <a:bodyPr wrap="square" lIns="0" tIns="0" rIns="0" bIns="0" rtlCol="0" anchor="ctr"/>
          <a:lstStyle/>
          <a:p>
            <a:pPr algn="ctr" indent="0" marL="0">
              <a:buNone/>
            </a:pPr>
            <a:r>
              <a:rPr lang="en-US" sz="1100" b="1" dirty="0">
                <a:solidFill>
                  <a:srgbClr val="FFFFFF"/>
                </a:solidFill>
              </a:rPr>
              <a:t>STAGE 4 · FAR MOUNTAINS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23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Let the far mountains dry</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Wait until the mountains are completely dry.</a:t>
            </a:r>
            <a:endParaRPr lang="en-US" sz="1500" dirty="0"/>
          </a:p>
          <a:p>
            <a:pPr marL="203200" indent="-203200">
              <a:spcAft>
                <a:spcPts val="600"/>
              </a:spcAft>
              <a:buSzPct val="100000"/>
              <a:buChar char="•"/>
            </a:pPr>
            <a:r>
              <a:rPr lang="en-US" sz="1500" dirty="0">
                <a:solidFill>
                  <a:schemeClr val="tx1"/>
                </a:solidFill>
              </a:rPr>
              <a:t>They should look pale blue-gray, sitting low under the clouds.</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The next layer is dark and will bleed into any damp areas.</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NO PAINT IN THIS STEP: WAIT FOR IT TO DRY</a:t>
            </a:r>
            <a:endParaRPr lang="en-US" sz="1000" dirty="0"/>
          </a:p>
        </p:txBody>
      </p:sp>
      <p:sp>
        <p:nvSpPr>
          <p:cNvPr id="11" name="Shape 8"/>
          <p:cNvSpPr/>
          <p:nvPr/>
        </p:nvSpPr>
        <p:spPr>
          <a:xfrm>
            <a:off x="6293094" y="6190488"/>
            <a:ext cx="54864" cy="54864"/>
          </a:xfrm>
          <a:prstGeom prst="ellipse">
            <a:avLst/>
          </a:prstGeom>
          <a:solidFill>
            <a:srgbClr val="7F95A3"/>
          </a:solidFill>
          <a:ln/>
        </p:spPr>
      </p:sp>
      <p:sp>
        <p:nvSpPr>
          <p:cNvPr id="12" name="Shape 9"/>
          <p:cNvSpPr/>
          <p:nvPr/>
        </p:nvSpPr>
        <p:spPr>
          <a:xfrm>
            <a:off x="6379475" y="6190488"/>
            <a:ext cx="54864" cy="54864"/>
          </a:xfrm>
          <a:prstGeom prst="ellipse">
            <a:avLst/>
          </a:prstGeom>
          <a:solidFill>
            <a:srgbClr val="7F95A3"/>
          </a:solidFill>
          <a:ln/>
        </p:spPr>
      </p:sp>
      <p:sp>
        <p:nvSpPr>
          <p:cNvPr id="13" name="Shape 10"/>
          <p:cNvSpPr/>
          <p:nvPr/>
        </p:nvSpPr>
        <p:spPr>
          <a:xfrm>
            <a:off x="6465855" y="6190488"/>
            <a:ext cx="54864" cy="54864"/>
          </a:xfrm>
          <a:prstGeom prst="ellipse">
            <a:avLst/>
          </a:prstGeom>
          <a:solidFill>
            <a:srgbClr val="7F95A3"/>
          </a:solidFill>
          <a:ln/>
        </p:spPr>
      </p:sp>
      <p:sp>
        <p:nvSpPr>
          <p:cNvPr id="14" name="Shape 11"/>
          <p:cNvSpPr/>
          <p:nvPr/>
        </p:nvSpPr>
        <p:spPr>
          <a:xfrm>
            <a:off x="6552236" y="6190488"/>
            <a:ext cx="54864" cy="54864"/>
          </a:xfrm>
          <a:prstGeom prst="ellipse">
            <a:avLst/>
          </a:prstGeom>
          <a:solidFill>
            <a:srgbClr val="7F95A3"/>
          </a:solidFill>
          <a:ln/>
        </p:spPr>
      </p:sp>
      <p:sp>
        <p:nvSpPr>
          <p:cNvPr id="15" name="Shape 12"/>
          <p:cNvSpPr/>
          <p:nvPr/>
        </p:nvSpPr>
        <p:spPr>
          <a:xfrm>
            <a:off x="6638617" y="6190488"/>
            <a:ext cx="54864" cy="54864"/>
          </a:xfrm>
          <a:prstGeom prst="ellipse">
            <a:avLst/>
          </a:prstGeom>
          <a:solidFill>
            <a:srgbClr val="7F95A3"/>
          </a:solidFill>
          <a:ln/>
        </p:spPr>
      </p:sp>
      <p:sp>
        <p:nvSpPr>
          <p:cNvPr id="16" name="Shape 13"/>
          <p:cNvSpPr/>
          <p:nvPr/>
        </p:nvSpPr>
        <p:spPr>
          <a:xfrm>
            <a:off x="6724997" y="6190488"/>
            <a:ext cx="54864" cy="54864"/>
          </a:xfrm>
          <a:prstGeom prst="ellipse">
            <a:avLst/>
          </a:prstGeom>
          <a:solidFill>
            <a:srgbClr val="7F95A3"/>
          </a:solidFill>
          <a:ln/>
        </p:spPr>
      </p:sp>
      <p:sp>
        <p:nvSpPr>
          <p:cNvPr id="17" name="Shape 14"/>
          <p:cNvSpPr/>
          <p:nvPr/>
        </p:nvSpPr>
        <p:spPr>
          <a:xfrm>
            <a:off x="6811378" y="6190488"/>
            <a:ext cx="54864" cy="54864"/>
          </a:xfrm>
          <a:prstGeom prst="ellipse">
            <a:avLst/>
          </a:prstGeom>
          <a:solidFill>
            <a:srgbClr val="7F95A3"/>
          </a:solidFill>
          <a:ln/>
        </p:spPr>
      </p:sp>
      <p:sp>
        <p:nvSpPr>
          <p:cNvPr id="18" name="Shape 15"/>
          <p:cNvSpPr/>
          <p:nvPr/>
        </p:nvSpPr>
        <p:spPr>
          <a:xfrm>
            <a:off x="6897759" y="6190488"/>
            <a:ext cx="54864" cy="54864"/>
          </a:xfrm>
          <a:prstGeom prst="ellipse">
            <a:avLst/>
          </a:prstGeom>
          <a:solidFill>
            <a:srgbClr val="7F95A3"/>
          </a:solidFill>
          <a:ln/>
        </p:spPr>
      </p:sp>
      <p:sp>
        <p:nvSpPr>
          <p:cNvPr id="19" name="Shape 16"/>
          <p:cNvSpPr/>
          <p:nvPr/>
        </p:nvSpPr>
        <p:spPr>
          <a:xfrm>
            <a:off x="6984139" y="6190488"/>
            <a:ext cx="54864" cy="54864"/>
          </a:xfrm>
          <a:prstGeom prst="ellipse">
            <a:avLst/>
          </a:prstGeom>
          <a:solidFill>
            <a:srgbClr val="7F95A3"/>
          </a:solidFill>
          <a:ln/>
        </p:spPr>
      </p:sp>
      <p:sp>
        <p:nvSpPr>
          <p:cNvPr id="20" name="Shape 17"/>
          <p:cNvSpPr/>
          <p:nvPr/>
        </p:nvSpPr>
        <p:spPr>
          <a:xfrm>
            <a:off x="7070520" y="6190488"/>
            <a:ext cx="54864" cy="54864"/>
          </a:xfrm>
          <a:prstGeom prst="ellipse">
            <a:avLst/>
          </a:prstGeom>
          <a:solidFill>
            <a:srgbClr val="7F95A3"/>
          </a:solidFill>
          <a:ln/>
        </p:spPr>
      </p:sp>
      <p:sp>
        <p:nvSpPr>
          <p:cNvPr id="21" name="Shape 18"/>
          <p:cNvSpPr/>
          <p:nvPr/>
        </p:nvSpPr>
        <p:spPr>
          <a:xfrm>
            <a:off x="7156901" y="6190488"/>
            <a:ext cx="54864" cy="54864"/>
          </a:xfrm>
          <a:prstGeom prst="ellipse">
            <a:avLst/>
          </a:prstGeom>
          <a:solidFill>
            <a:srgbClr val="7F95A3"/>
          </a:solidFill>
          <a:ln/>
        </p:spPr>
      </p:sp>
      <p:sp>
        <p:nvSpPr>
          <p:cNvPr id="22" name="Shape 19"/>
          <p:cNvSpPr/>
          <p:nvPr/>
        </p:nvSpPr>
        <p:spPr>
          <a:xfrm>
            <a:off x="7243281" y="6190488"/>
            <a:ext cx="54864" cy="54864"/>
          </a:xfrm>
          <a:prstGeom prst="ellipse">
            <a:avLst/>
          </a:prstGeom>
          <a:solidFill>
            <a:srgbClr val="7F95A3"/>
          </a:solidFill>
          <a:ln/>
        </p:spPr>
      </p:sp>
      <p:sp>
        <p:nvSpPr>
          <p:cNvPr id="23" name="Shape 20"/>
          <p:cNvSpPr/>
          <p:nvPr/>
        </p:nvSpPr>
        <p:spPr>
          <a:xfrm>
            <a:off x="7329662" y="6190488"/>
            <a:ext cx="54864" cy="54864"/>
          </a:xfrm>
          <a:prstGeom prst="ellipse">
            <a:avLst/>
          </a:prstGeom>
          <a:solidFill>
            <a:srgbClr val="7F95A3"/>
          </a:solidFill>
          <a:ln/>
        </p:spPr>
      </p:sp>
      <p:sp>
        <p:nvSpPr>
          <p:cNvPr id="24" name="Shape 21"/>
          <p:cNvSpPr/>
          <p:nvPr/>
        </p:nvSpPr>
        <p:spPr>
          <a:xfrm>
            <a:off x="7416043" y="6190488"/>
            <a:ext cx="54864" cy="54864"/>
          </a:xfrm>
          <a:prstGeom prst="ellipse">
            <a:avLst/>
          </a:prstGeom>
          <a:solidFill>
            <a:srgbClr val="7F95A3"/>
          </a:solidFill>
          <a:ln/>
        </p:spPr>
      </p:sp>
      <p:sp>
        <p:nvSpPr>
          <p:cNvPr id="25" name="Shape 22"/>
          <p:cNvSpPr/>
          <p:nvPr/>
        </p:nvSpPr>
        <p:spPr>
          <a:xfrm>
            <a:off x="7502423" y="6190488"/>
            <a:ext cx="54864" cy="54864"/>
          </a:xfrm>
          <a:prstGeom prst="ellipse">
            <a:avLst/>
          </a:prstGeom>
          <a:solidFill>
            <a:srgbClr val="7F95A3"/>
          </a:solidFill>
          <a:ln/>
        </p:spPr>
      </p:sp>
      <p:sp>
        <p:nvSpPr>
          <p:cNvPr id="26" name="Shape 23"/>
          <p:cNvSpPr/>
          <p:nvPr/>
        </p:nvSpPr>
        <p:spPr>
          <a:xfrm>
            <a:off x="7588804" y="6190488"/>
            <a:ext cx="54864" cy="54864"/>
          </a:xfrm>
          <a:prstGeom prst="ellipse">
            <a:avLst/>
          </a:prstGeom>
          <a:solidFill>
            <a:srgbClr val="7F95A3"/>
          </a:solidFill>
          <a:ln/>
        </p:spPr>
      </p:sp>
      <p:sp>
        <p:nvSpPr>
          <p:cNvPr id="27" name="Shape 24"/>
          <p:cNvSpPr/>
          <p:nvPr/>
        </p:nvSpPr>
        <p:spPr>
          <a:xfrm>
            <a:off x="7675185" y="6190488"/>
            <a:ext cx="54864" cy="54864"/>
          </a:xfrm>
          <a:prstGeom prst="ellipse">
            <a:avLst/>
          </a:prstGeom>
          <a:solidFill>
            <a:srgbClr val="7F95A3"/>
          </a:solidFill>
          <a:ln/>
        </p:spPr>
      </p:sp>
      <p:sp>
        <p:nvSpPr>
          <p:cNvPr id="28" name="Shape 25"/>
          <p:cNvSpPr/>
          <p:nvPr/>
        </p:nvSpPr>
        <p:spPr>
          <a:xfrm>
            <a:off x="7761565" y="6190488"/>
            <a:ext cx="54864" cy="54864"/>
          </a:xfrm>
          <a:prstGeom prst="ellipse">
            <a:avLst/>
          </a:prstGeom>
          <a:solidFill>
            <a:srgbClr val="7F95A3"/>
          </a:solidFill>
          <a:ln/>
        </p:spPr>
      </p:sp>
      <p:sp>
        <p:nvSpPr>
          <p:cNvPr id="29" name="Shape 26"/>
          <p:cNvSpPr/>
          <p:nvPr/>
        </p:nvSpPr>
        <p:spPr>
          <a:xfrm>
            <a:off x="7847946" y="6190488"/>
            <a:ext cx="54864" cy="54864"/>
          </a:xfrm>
          <a:prstGeom prst="ellipse">
            <a:avLst/>
          </a:prstGeom>
          <a:solidFill>
            <a:srgbClr val="7F95A3"/>
          </a:solidFill>
          <a:ln/>
        </p:spPr>
      </p:sp>
      <p:sp>
        <p:nvSpPr>
          <p:cNvPr id="30" name="Shape 27"/>
          <p:cNvSpPr/>
          <p:nvPr/>
        </p:nvSpPr>
        <p:spPr>
          <a:xfrm>
            <a:off x="7934327" y="6190488"/>
            <a:ext cx="54864" cy="54864"/>
          </a:xfrm>
          <a:prstGeom prst="ellipse">
            <a:avLst/>
          </a:prstGeom>
          <a:solidFill>
            <a:srgbClr val="7F95A3"/>
          </a:solidFill>
          <a:ln/>
        </p:spPr>
      </p:sp>
      <p:sp>
        <p:nvSpPr>
          <p:cNvPr id="31" name="Shape 28"/>
          <p:cNvSpPr/>
          <p:nvPr/>
        </p:nvSpPr>
        <p:spPr>
          <a:xfrm>
            <a:off x="8020707" y="6190488"/>
            <a:ext cx="54864" cy="54864"/>
          </a:xfrm>
          <a:prstGeom prst="ellipse">
            <a:avLst/>
          </a:prstGeom>
          <a:solidFill>
            <a:srgbClr val="7F95A3"/>
          </a:solidFill>
          <a:ln/>
        </p:spPr>
      </p:sp>
      <p:sp>
        <p:nvSpPr>
          <p:cNvPr id="32" name="Shape 29"/>
          <p:cNvSpPr/>
          <p:nvPr/>
        </p:nvSpPr>
        <p:spPr>
          <a:xfrm>
            <a:off x="8107088" y="6190488"/>
            <a:ext cx="54864" cy="54864"/>
          </a:xfrm>
          <a:prstGeom prst="ellipse">
            <a:avLst/>
          </a:prstGeom>
          <a:solidFill>
            <a:srgbClr val="7F95A3"/>
          </a:solidFill>
          <a:ln/>
        </p:spPr>
      </p:sp>
      <p:sp>
        <p:nvSpPr>
          <p:cNvPr id="33" name="Shape 30"/>
          <p:cNvSpPr/>
          <p:nvPr/>
        </p:nvSpPr>
        <p:spPr>
          <a:xfrm>
            <a:off x="8143177" y="6140196"/>
            <a:ext cx="155448" cy="155448"/>
          </a:xfrm>
          <a:prstGeom prst="ellipse">
            <a:avLst/>
          </a:prstGeom>
          <a:solidFill>
            <a:srgbClr val="4A6A7E"/>
          </a:solidFill>
          <a:ln/>
        </p:spPr>
      </p:sp>
      <p:sp>
        <p:nvSpPr>
          <p:cNvPr id="34" name="Shape 31"/>
          <p:cNvSpPr/>
          <p:nvPr/>
        </p:nvSpPr>
        <p:spPr>
          <a:xfrm>
            <a:off x="8279849" y="6190488"/>
            <a:ext cx="54864" cy="54864"/>
          </a:xfrm>
          <a:prstGeom prst="ellipse">
            <a:avLst/>
          </a:prstGeom>
          <a:solidFill>
            <a:srgbClr val="CFD9DF"/>
          </a:solidFill>
          <a:ln/>
        </p:spPr>
      </p:sp>
      <p:sp>
        <p:nvSpPr>
          <p:cNvPr id="35" name="Shape 32"/>
          <p:cNvSpPr/>
          <p:nvPr/>
        </p:nvSpPr>
        <p:spPr>
          <a:xfrm>
            <a:off x="8366230" y="6190488"/>
            <a:ext cx="54864" cy="54864"/>
          </a:xfrm>
          <a:prstGeom prst="ellipse">
            <a:avLst/>
          </a:prstGeom>
          <a:solidFill>
            <a:srgbClr val="CFD9DF"/>
          </a:solidFill>
          <a:ln/>
        </p:spPr>
      </p:sp>
      <p:sp>
        <p:nvSpPr>
          <p:cNvPr id="36" name="Shape 33"/>
          <p:cNvSpPr/>
          <p:nvPr/>
        </p:nvSpPr>
        <p:spPr>
          <a:xfrm>
            <a:off x="8452611" y="6190488"/>
            <a:ext cx="54864" cy="54864"/>
          </a:xfrm>
          <a:prstGeom prst="ellipse">
            <a:avLst/>
          </a:prstGeom>
          <a:solidFill>
            <a:srgbClr val="CFD9DF"/>
          </a:solidFill>
          <a:ln/>
        </p:spPr>
      </p:sp>
      <p:sp>
        <p:nvSpPr>
          <p:cNvPr id="37" name="Shape 34"/>
          <p:cNvSpPr/>
          <p:nvPr/>
        </p:nvSpPr>
        <p:spPr>
          <a:xfrm>
            <a:off x="8538991" y="6190488"/>
            <a:ext cx="54864" cy="54864"/>
          </a:xfrm>
          <a:prstGeom prst="ellipse">
            <a:avLst/>
          </a:prstGeom>
          <a:solidFill>
            <a:srgbClr val="CFD9DF"/>
          </a:solidFill>
          <a:ln/>
        </p:spPr>
      </p:sp>
      <p:sp>
        <p:nvSpPr>
          <p:cNvPr id="38" name="Shape 35"/>
          <p:cNvSpPr/>
          <p:nvPr/>
        </p:nvSpPr>
        <p:spPr>
          <a:xfrm>
            <a:off x="8625372" y="6190488"/>
            <a:ext cx="54864" cy="54864"/>
          </a:xfrm>
          <a:prstGeom prst="ellipse">
            <a:avLst/>
          </a:prstGeom>
          <a:solidFill>
            <a:srgbClr val="CFD9DF"/>
          </a:solidFill>
          <a:ln/>
        </p:spPr>
      </p:sp>
      <p:sp>
        <p:nvSpPr>
          <p:cNvPr id="39" name="Shape 36"/>
          <p:cNvSpPr/>
          <p:nvPr/>
        </p:nvSpPr>
        <p:spPr>
          <a:xfrm>
            <a:off x="8711753" y="6190488"/>
            <a:ext cx="54864" cy="54864"/>
          </a:xfrm>
          <a:prstGeom prst="ellipse">
            <a:avLst/>
          </a:prstGeom>
          <a:solidFill>
            <a:srgbClr val="CFD9DF"/>
          </a:solidFill>
          <a:ln/>
        </p:spPr>
      </p:sp>
      <p:sp>
        <p:nvSpPr>
          <p:cNvPr id="40" name="Shape 37"/>
          <p:cNvSpPr/>
          <p:nvPr/>
        </p:nvSpPr>
        <p:spPr>
          <a:xfrm>
            <a:off x="8798133" y="6190488"/>
            <a:ext cx="54864" cy="54864"/>
          </a:xfrm>
          <a:prstGeom prst="ellipse">
            <a:avLst/>
          </a:prstGeom>
          <a:solidFill>
            <a:srgbClr val="CFD9DF"/>
          </a:solidFill>
          <a:ln/>
        </p:spPr>
      </p:sp>
      <p:sp>
        <p:nvSpPr>
          <p:cNvPr id="41" name="Shape 38"/>
          <p:cNvSpPr/>
          <p:nvPr/>
        </p:nvSpPr>
        <p:spPr>
          <a:xfrm>
            <a:off x="8884514" y="6190488"/>
            <a:ext cx="54864" cy="54864"/>
          </a:xfrm>
          <a:prstGeom prst="ellipse">
            <a:avLst/>
          </a:prstGeom>
          <a:solidFill>
            <a:srgbClr val="CFD9DF"/>
          </a:solidFill>
          <a:ln/>
        </p:spPr>
      </p:sp>
      <p:sp>
        <p:nvSpPr>
          <p:cNvPr id="42" name="Shape 39"/>
          <p:cNvSpPr/>
          <p:nvPr/>
        </p:nvSpPr>
        <p:spPr>
          <a:xfrm>
            <a:off x="8970895" y="6190488"/>
            <a:ext cx="54864" cy="54864"/>
          </a:xfrm>
          <a:prstGeom prst="ellipse">
            <a:avLst/>
          </a:prstGeom>
          <a:solidFill>
            <a:srgbClr val="CFD9DF"/>
          </a:solidFill>
          <a:ln/>
        </p:spPr>
      </p:sp>
      <p:sp>
        <p:nvSpPr>
          <p:cNvPr id="43" name="Shape 40"/>
          <p:cNvSpPr/>
          <p:nvPr/>
        </p:nvSpPr>
        <p:spPr>
          <a:xfrm>
            <a:off x="9057275" y="6190488"/>
            <a:ext cx="54864" cy="54864"/>
          </a:xfrm>
          <a:prstGeom prst="ellipse">
            <a:avLst/>
          </a:prstGeom>
          <a:solidFill>
            <a:srgbClr val="CFD9DF"/>
          </a:solidFill>
          <a:ln/>
        </p:spPr>
      </p:sp>
      <p:sp>
        <p:nvSpPr>
          <p:cNvPr id="44" name="Shape 41"/>
          <p:cNvSpPr/>
          <p:nvPr/>
        </p:nvSpPr>
        <p:spPr>
          <a:xfrm>
            <a:off x="9143656" y="6190488"/>
            <a:ext cx="54864" cy="54864"/>
          </a:xfrm>
          <a:prstGeom prst="ellipse">
            <a:avLst/>
          </a:prstGeom>
          <a:solidFill>
            <a:srgbClr val="CFD9DF"/>
          </a:solidFill>
          <a:ln/>
        </p:spPr>
      </p:sp>
      <p:sp>
        <p:nvSpPr>
          <p:cNvPr id="45" name="Shape 42"/>
          <p:cNvSpPr/>
          <p:nvPr/>
        </p:nvSpPr>
        <p:spPr>
          <a:xfrm>
            <a:off x="9230036" y="6190488"/>
            <a:ext cx="54864" cy="54864"/>
          </a:xfrm>
          <a:prstGeom prst="ellipse">
            <a:avLst/>
          </a:prstGeom>
          <a:solidFill>
            <a:srgbClr val="CFD9DF"/>
          </a:solidFill>
          <a:ln/>
        </p:spPr>
      </p:sp>
      <p:sp>
        <p:nvSpPr>
          <p:cNvPr id="46" name="Shape 43"/>
          <p:cNvSpPr/>
          <p:nvPr/>
        </p:nvSpPr>
        <p:spPr>
          <a:xfrm>
            <a:off x="9316417" y="6190488"/>
            <a:ext cx="54864" cy="54864"/>
          </a:xfrm>
          <a:prstGeom prst="ellipse">
            <a:avLst/>
          </a:prstGeom>
          <a:solidFill>
            <a:srgbClr val="CFD9DF"/>
          </a:solidFill>
          <a:ln/>
        </p:spPr>
      </p:sp>
      <p:sp>
        <p:nvSpPr>
          <p:cNvPr id="47" name="Shape 44"/>
          <p:cNvSpPr/>
          <p:nvPr/>
        </p:nvSpPr>
        <p:spPr>
          <a:xfrm>
            <a:off x="9402798" y="6190488"/>
            <a:ext cx="54864" cy="54864"/>
          </a:xfrm>
          <a:prstGeom prst="ellipse">
            <a:avLst/>
          </a:prstGeom>
          <a:solidFill>
            <a:srgbClr val="CFD9DF"/>
          </a:solidFill>
          <a:ln/>
        </p:spPr>
      </p:sp>
      <p:sp>
        <p:nvSpPr>
          <p:cNvPr id="48" name="Shape 45"/>
          <p:cNvSpPr/>
          <p:nvPr/>
        </p:nvSpPr>
        <p:spPr>
          <a:xfrm>
            <a:off x="9489178" y="6190488"/>
            <a:ext cx="54864" cy="54864"/>
          </a:xfrm>
          <a:prstGeom prst="ellipse">
            <a:avLst/>
          </a:prstGeom>
          <a:solidFill>
            <a:srgbClr val="CFD9DF"/>
          </a:solidFill>
          <a:ln/>
        </p:spPr>
      </p:sp>
      <p:sp>
        <p:nvSpPr>
          <p:cNvPr id="49" name="Shape 46"/>
          <p:cNvSpPr/>
          <p:nvPr/>
        </p:nvSpPr>
        <p:spPr>
          <a:xfrm>
            <a:off x="9575559" y="6190488"/>
            <a:ext cx="54864" cy="54864"/>
          </a:xfrm>
          <a:prstGeom prst="ellipse">
            <a:avLst/>
          </a:prstGeom>
          <a:solidFill>
            <a:srgbClr val="CFD9DF"/>
          </a:solidFill>
          <a:ln/>
        </p:spPr>
      </p:sp>
      <p:sp>
        <p:nvSpPr>
          <p:cNvPr id="50" name="Shape 47"/>
          <p:cNvSpPr/>
          <p:nvPr/>
        </p:nvSpPr>
        <p:spPr>
          <a:xfrm>
            <a:off x="9661940" y="6190488"/>
            <a:ext cx="54864" cy="54864"/>
          </a:xfrm>
          <a:prstGeom prst="ellipse">
            <a:avLst/>
          </a:prstGeom>
          <a:solidFill>
            <a:srgbClr val="CFD9DF"/>
          </a:solidFill>
          <a:ln/>
        </p:spPr>
      </p:sp>
      <p:sp>
        <p:nvSpPr>
          <p:cNvPr id="51" name="Shape 48"/>
          <p:cNvSpPr/>
          <p:nvPr/>
        </p:nvSpPr>
        <p:spPr>
          <a:xfrm>
            <a:off x="9748320" y="6190488"/>
            <a:ext cx="54864" cy="54864"/>
          </a:xfrm>
          <a:prstGeom prst="ellipse">
            <a:avLst/>
          </a:prstGeom>
          <a:solidFill>
            <a:srgbClr val="CFD9DF"/>
          </a:solidFill>
          <a:ln/>
        </p:spPr>
      </p:sp>
      <p:sp>
        <p:nvSpPr>
          <p:cNvPr id="52" name="Shape 49"/>
          <p:cNvSpPr/>
          <p:nvPr/>
        </p:nvSpPr>
        <p:spPr>
          <a:xfrm>
            <a:off x="9834701" y="6190488"/>
            <a:ext cx="54864" cy="54864"/>
          </a:xfrm>
          <a:prstGeom prst="ellipse">
            <a:avLst/>
          </a:prstGeom>
          <a:solidFill>
            <a:srgbClr val="CFD9DF"/>
          </a:solidFill>
          <a:ln/>
        </p:spPr>
      </p:sp>
      <p:sp>
        <p:nvSpPr>
          <p:cNvPr id="53" name="Shape 50"/>
          <p:cNvSpPr/>
          <p:nvPr/>
        </p:nvSpPr>
        <p:spPr>
          <a:xfrm>
            <a:off x="9921082" y="6190488"/>
            <a:ext cx="54864" cy="54864"/>
          </a:xfrm>
          <a:prstGeom prst="ellipse">
            <a:avLst/>
          </a:prstGeom>
          <a:solidFill>
            <a:srgbClr val="CFD9DF"/>
          </a:solidFill>
          <a:ln/>
        </p:spPr>
      </p:sp>
      <p:sp>
        <p:nvSpPr>
          <p:cNvPr id="54" name="Shape 51"/>
          <p:cNvSpPr/>
          <p:nvPr/>
        </p:nvSpPr>
        <p:spPr>
          <a:xfrm>
            <a:off x="10007462" y="6190488"/>
            <a:ext cx="54864" cy="54864"/>
          </a:xfrm>
          <a:prstGeom prst="ellipse">
            <a:avLst/>
          </a:prstGeom>
          <a:solidFill>
            <a:srgbClr val="CFD9DF"/>
          </a:solidFill>
          <a:ln/>
        </p:spPr>
      </p:sp>
      <p:sp>
        <p:nvSpPr>
          <p:cNvPr id="55" name="Shape 52"/>
          <p:cNvSpPr/>
          <p:nvPr/>
        </p:nvSpPr>
        <p:spPr>
          <a:xfrm>
            <a:off x="10093843" y="6190488"/>
            <a:ext cx="54864" cy="54864"/>
          </a:xfrm>
          <a:prstGeom prst="ellipse">
            <a:avLst/>
          </a:prstGeom>
          <a:solidFill>
            <a:srgbClr val="CFD9DF"/>
          </a:solidFill>
          <a:ln/>
        </p:spPr>
      </p:sp>
      <p:sp>
        <p:nvSpPr>
          <p:cNvPr id="56" name="Shape 53"/>
          <p:cNvSpPr/>
          <p:nvPr/>
        </p:nvSpPr>
        <p:spPr>
          <a:xfrm>
            <a:off x="10180224" y="6190488"/>
            <a:ext cx="54864" cy="54864"/>
          </a:xfrm>
          <a:prstGeom prst="ellipse">
            <a:avLst/>
          </a:prstGeom>
          <a:solidFill>
            <a:srgbClr val="CFD9DF"/>
          </a:solidFill>
          <a:ln/>
        </p:spPr>
      </p:sp>
      <p:sp>
        <p:nvSpPr>
          <p:cNvPr id="57" name="Shape 54"/>
          <p:cNvSpPr/>
          <p:nvPr/>
        </p:nvSpPr>
        <p:spPr>
          <a:xfrm>
            <a:off x="10266604" y="6190488"/>
            <a:ext cx="54864" cy="54864"/>
          </a:xfrm>
          <a:prstGeom prst="ellipse">
            <a:avLst/>
          </a:prstGeom>
          <a:solidFill>
            <a:srgbClr val="CFD9DF"/>
          </a:solidFill>
          <a:ln/>
        </p:spPr>
      </p:sp>
      <p:sp>
        <p:nvSpPr>
          <p:cNvPr id="58" name="Shape 55"/>
          <p:cNvSpPr/>
          <p:nvPr/>
        </p:nvSpPr>
        <p:spPr>
          <a:xfrm>
            <a:off x="10352985" y="6190488"/>
            <a:ext cx="54864" cy="54864"/>
          </a:xfrm>
          <a:prstGeom prst="ellipse">
            <a:avLst/>
          </a:prstGeom>
          <a:solidFill>
            <a:srgbClr val="CFD9DF"/>
          </a:solidFill>
          <a:ln/>
        </p:spPr>
      </p:sp>
      <p:sp>
        <p:nvSpPr>
          <p:cNvPr id="59" name="Shape 56"/>
          <p:cNvSpPr/>
          <p:nvPr/>
        </p:nvSpPr>
        <p:spPr>
          <a:xfrm>
            <a:off x="10439366" y="6190488"/>
            <a:ext cx="54864" cy="54864"/>
          </a:xfrm>
          <a:prstGeom prst="ellipse">
            <a:avLst/>
          </a:prstGeom>
          <a:solidFill>
            <a:srgbClr val="CFD9DF"/>
          </a:solidFill>
          <a:ln/>
        </p:spPr>
      </p:sp>
      <p:sp>
        <p:nvSpPr>
          <p:cNvPr id="60" name="Shape 57"/>
          <p:cNvSpPr/>
          <p:nvPr/>
        </p:nvSpPr>
        <p:spPr>
          <a:xfrm>
            <a:off x="10525746" y="6190488"/>
            <a:ext cx="54864" cy="54864"/>
          </a:xfrm>
          <a:prstGeom prst="ellipse">
            <a:avLst/>
          </a:prstGeom>
          <a:solidFill>
            <a:srgbClr val="CFD9DF"/>
          </a:solidFill>
          <a:ln/>
        </p:spPr>
      </p:sp>
      <p:sp>
        <p:nvSpPr>
          <p:cNvPr id="61" name="Shape 58"/>
          <p:cNvSpPr/>
          <p:nvPr/>
        </p:nvSpPr>
        <p:spPr>
          <a:xfrm>
            <a:off x="10612127" y="6190488"/>
            <a:ext cx="54864" cy="54864"/>
          </a:xfrm>
          <a:prstGeom prst="ellipse">
            <a:avLst/>
          </a:prstGeom>
          <a:solidFill>
            <a:srgbClr val="CFD9DF"/>
          </a:solidFill>
          <a:ln/>
        </p:spPr>
      </p:sp>
      <p:sp>
        <p:nvSpPr>
          <p:cNvPr id="62" name="Shape 59"/>
          <p:cNvSpPr/>
          <p:nvPr/>
        </p:nvSpPr>
        <p:spPr>
          <a:xfrm>
            <a:off x="10698508" y="6190488"/>
            <a:ext cx="54864" cy="54864"/>
          </a:xfrm>
          <a:prstGeom prst="ellipse">
            <a:avLst/>
          </a:prstGeom>
          <a:solidFill>
            <a:srgbClr val="CFD9DF"/>
          </a:solidFill>
          <a:ln/>
        </p:spPr>
      </p:sp>
      <p:sp>
        <p:nvSpPr>
          <p:cNvPr id="63" name="Shape 60"/>
          <p:cNvSpPr/>
          <p:nvPr/>
        </p:nvSpPr>
        <p:spPr>
          <a:xfrm>
            <a:off x="10784888" y="6190488"/>
            <a:ext cx="54864" cy="54864"/>
          </a:xfrm>
          <a:prstGeom prst="ellipse">
            <a:avLst/>
          </a:prstGeom>
          <a:solidFill>
            <a:srgbClr val="CFD9DF"/>
          </a:solidFill>
          <a:ln/>
        </p:spPr>
      </p:sp>
      <p:sp>
        <p:nvSpPr>
          <p:cNvPr id="64" name="Shape 61"/>
          <p:cNvSpPr/>
          <p:nvPr/>
        </p:nvSpPr>
        <p:spPr>
          <a:xfrm>
            <a:off x="10871269" y="6190488"/>
            <a:ext cx="54864" cy="54864"/>
          </a:xfrm>
          <a:prstGeom prst="ellipse">
            <a:avLst/>
          </a:prstGeom>
          <a:solidFill>
            <a:srgbClr val="CFD9DF"/>
          </a:solidFill>
          <a:ln/>
        </p:spPr>
      </p:sp>
      <p:sp>
        <p:nvSpPr>
          <p:cNvPr id="65" name="Shape 62"/>
          <p:cNvSpPr/>
          <p:nvPr/>
        </p:nvSpPr>
        <p:spPr>
          <a:xfrm>
            <a:off x="10957650" y="6190488"/>
            <a:ext cx="54864" cy="54864"/>
          </a:xfrm>
          <a:prstGeom prst="ellipse">
            <a:avLst/>
          </a:prstGeom>
          <a:solidFill>
            <a:srgbClr val="CFD9DF"/>
          </a:solidFill>
          <a:ln/>
        </p:spPr>
      </p:sp>
      <p:sp>
        <p:nvSpPr>
          <p:cNvPr id="66" name="Shape 63"/>
          <p:cNvSpPr/>
          <p:nvPr/>
        </p:nvSpPr>
        <p:spPr>
          <a:xfrm>
            <a:off x="11044030" y="6190488"/>
            <a:ext cx="54864" cy="54864"/>
          </a:xfrm>
          <a:prstGeom prst="ellipse">
            <a:avLst/>
          </a:prstGeom>
          <a:solidFill>
            <a:srgbClr val="CFD9DF"/>
          </a:solidFill>
          <a:ln/>
        </p:spPr>
      </p:sp>
      <p:sp>
        <p:nvSpPr>
          <p:cNvPr id="67" name="Shape 64"/>
          <p:cNvSpPr/>
          <p:nvPr/>
        </p:nvSpPr>
        <p:spPr>
          <a:xfrm>
            <a:off x="11130411" y="6190488"/>
            <a:ext cx="54864" cy="54864"/>
          </a:xfrm>
          <a:prstGeom prst="ellipse">
            <a:avLst/>
          </a:prstGeom>
          <a:solidFill>
            <a:srgbClr val="CFD9DF"/>
          </a:solidFill>
          <a:ln/>
        </p:spPr>
      </p:sp>
      <p:sp>
        <p:nvSpPr>
          <p:cNvPr id="68" name="Shape 65"/>
          <p:cNvSpPr/>
          <p:nvPr/>
        </p:nvSpPr>
        <p:spPr>
          <a:xfrm>
            <a:off x="11216792" y="6190488"/>
            <a:ext cx="54864" cy="54864"/>
          </a:xfrm>
          <a:prstGeom prst="ellipse">
            <a:avLst/>
          </a:prstGeom>
          <a:solidFill>
            <a:srgbClr val="CFD9DF"/>
          </a:solidFill>
          <a:ln/>
        </p:spPr>
      </p:sp>
      <p:sp>
        <p:nvSpPr>
          <p:cNvPr id="69" name="Shape 66"/>
          <p:cNvSpPr/>
          <p:nvPr/>
        </p:nvSpPr>
        <p:spPr>
          <a:xfrm>
            <a:off x="11303172" y="6190488"/>
            <a:ext cx="54864" cy="54864"/>
          </a:xfrm>
          <a:prstGeom prst="ellipse">
            <a:avLst/>
          </a:prstGeom>
          <a:solidFill>
            <a:srgbClr val="CFD9DF"/>
          </a:solidFill>
          <a:ln/>
        </p:spPr>
      </p:sp>
      <p:sp>
        <p:nvSpPr>
          <p:cNvPr id="70" name="Shape 67"/>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Step 24 image" descr="Step 24: Start the dark near mountain with Payne's grey">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516429" cy="292608"/>
          </a:xfrm>
          <a:prstGeom prst="roundRect">
            <a:avLst>
              <a:gd name="adj" fmla="val 31250"/>
            </a:avLst>
          </a:prstGeom>
          <a:solidFill>
            <a:srgbClr val="2E3A4F"/>
          </a:solidFill>
          <a:ln/>
        </p:spPr>
        <p:txBody>
          <a:bodyPr wrap="square" lIns="0" tIns="0" rIns="0" bIns="0" rtlCol="0" anchor="ctr"/>
          <a:lstStyle/>
          <a:p>
            <a:pPr algn="ctr" indent="0" marL="0">
              <a:buNone/>
            </a:pPr>
            <a:r>
              <a:rPr lang="en-US" sz="1100" b="1" dirty="0">
                <a:solidFill>
                  <a:srgbClr val="FFFFFF"/>
                </a:solidFill>
              </a:rPr>
              <a:t>STAGE 5 · NEAR MOUNTAINS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24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Start the dark near mountain with Payne's grey</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Mix Payne's grey, thicker and darker than the pale blue.</a:t>
            </a:r>
            <a:endParaRPr lang="en-US" sz="1500" dirty="0"/>
          </a:p>
          <a:p>
            <a:pPr marL="203200" indent="-203200">
              <a:spcAft>
                <a:spcPts val="600"/>
              </a:spcAft>
              <a:buSzPct val="100000"/>
              <a:buChar char="•"/>
            </a:pPr>
            <a:r>
              <a:rPr lang="en-US" sz="1500" dirty="0">
                <a:solidFill>
                  <a:schemeClr val="tx1"/>
                </a:solidFill>
              </a:rPr>
              <a:t>Start at the left edge, just below the pale mountains, and use the tape edge as the horizon.</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Dark in front, light behind: that difference in value is what creates distance.</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ayne's grey"/>
          <p:cNvSpPr/>
          <p:nvPr/>
        </p:nvSpPr>
        <p:spPr>
          <a:xfrm>
            <a:off x="6277336" y="5532120"/>
            <a:ext cx="329184" cy="329184"/>
          </a:xfrm>
          <a:prstGeom prst="ellipse">
            <a:avLst/>
          </a:prstGeom>
          <a:solidFill>
            <a:srgbClr val="344556"/>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Payne's grey</a:t>
            </a:r>
            <a:endParaRPr lang="en-US" sz="1100" dirty="0"/>
          </a:p>
          <a:p>
            <a:pPr indent="0" marL="0">
              <a:buNone/>
            </a:pPr>
            <a:r>
              <a:rPr lang="en-US" sz="1000" dirty="0">
                <a:solidFill>
                  <a:srgbClr val="4A5058"/>
                </a:solidFill>
              </a:rPr>
              <a:t>#344556</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29557" y="6140196"/>
            <a:ext cx="155448" cy="155448"/>
          </a:xfrm>
          <a:prstGeom prst="ellipse">
            <a:avLst/>
          </a:prstGeom>
          <a:solidFill>
            <a:srgbClr val="2E3A4F"/>
          </a:solidFill>
          <a:ln/>
        </p:spPr>
      </p:sp>
      <p:sp>
        <p:nvSpPr>
          <p:cNvPr id="37" name="Shape 34"/>
          <p:cNvSpPr/>
          <p:nvPr/>
        </p:nvSpPr>
        <p:spPr>
          <a:xfrm>
            <a:off x="8366230" y="6190488"/>
            <a:ext cx="54864" cy="54864"/>
          </a:xfrm>
          <a:prstGeom prst="ellipse">
            <a:avLst/>
          </a:prstGeom>
          <a:solidFill>
            <a:srgbClr val="CFD9DF"/>
          </a:solidFill>
          <a:ln/>
        </p:spPr>
      </p:sp>
      <p:sp>
        <p:nvSpPr>
          <p:cNvPr id="38" name="Shape 35"/>
          <p:cNvSpPr/>
          <p:nvPr/>
        </p:nvSpPr>
        <p:spPr>
          <a:xfrm>
            <a:off x="8452611" y="6190488"/>
            <a:ext cx="54864" cy="54864"/>
          </a:xfrm>
          <a:prstGeom prst="ellipse">
            <a:avLst/>
          </a:prstGeom>
          <a:solidFill>
            <a:srgbClr val="CFD9DF"/>
          </a:solidFill>
          <a:ln/>
        </p:spPr>
      </p:sp>
      <p:sp>
        <p:nvSpPr>
          <p:cNvPr id="39" name="Shape 36"/>
          <p:cNvSpPr/>
          <p:nvPr/>
        </p:nvSpPr>
        <p:spPr>
          <a:xfrm>
            <a:off x="8538991" y="6190488"/>
            <a:ext cx="54864" cy="54864"/>
          </a:xfrm>
          <a:prstGeom prst="ellipse">
            <a:avLst/>
          </a:prstGeom>
          <a:solidFill>
            <a:srgbClr val="CFD9DF"/>
          </a:solidFill>
          <a:ln/>
        </p:spPr>
      </p:sp>
      <p:sp>
        <p:nvSpPr>
          <p:cNvPr id="40" name="Shape 37"/>
          <p:cNvSpPr/>
          <p:nvPr/>
        </p:nvSpPr>
        <p:spPr>
          <a:xfrm>
            <a:off x="8625372" y="6190488"/>
            <a:ext cx="54864" cy="54864"/>
          </a:xfrm>
          <a:prstGeom prst="ellipse">
            <a:avLst/>
          </a:prstGeom>
          <a:solidFill>
            <a:srgbClr val="CFD9DF"/>
          </a:solidFill>
          <a:ln/>
        </p:spPr>
      </p:sp>
      <p:sp>
        <p:nvSpPr>
          <p:cNvPr id="41" name="Shape 38"/>
          <p:cNvSpPr/>
          <p:nvPr/>
        </p:nvSpPr>
        <p:spPr>
          <a:xfrm>
            <a:off x="8711753" y="6190488"/>
            <a:ext cx="54864" cy="54864"/>
          </a:xfrm>
          <a:prstGeom prst="ellipse">
            <a:avLst/>
          </a:prstGeom>
          <a:solidFill>
            <a:srgbClr val="CFD9DF"/>
          </a:solidFill>
          <a:ln/>
        </p:spPr>
      </p:sp>
      <p:sp>
        <p:nvSpPr>
          <p:cNvPr id="42" name="Shape 39"/>
          <p:cNvSpPr/>
          <p:nvPr/>
        </p:nvSpPr>
        <p:spPr>
          <a:xfrm>
            <a:off x="8798133" y="6190488"/>
            <a:ext cx="54864" cy="54864"/>
          </a:xfrm>
          <a:prstGeom prst="ellipse">
            <a:avLst/>
          </a:prstGeom>
          <a:solidFill>
            <a:srgbClr val="CFD9DF"/>
          </a:solidFill>
          <a:ln/>
        </p:spPr>
      </p:sp>
      <p:sp>
        <p:nvSpPr>
          <p:cNvPr id="43" name="Shape 40"/>
          <p:cNvSpPr/>
          <p:nvPr/>
        </p:nvSpPr>
        <p:spPr>
          <a:xfrm>
            <a:off x="8884514" y="6190488"/>
            <a:ext cx="54864" cy="54864"/>
          </a:xfrm>
          <a:prstGeom prst="ellipse">
            <a:avLst/>
          </a:prstGeom>
          <a:solidFill>
            <a:srgbClr val="CFD9DF"/>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Step 25 image" descr="Step 25: Outline the nearest mountain">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516429" cy="292608"/>
          </a:xfrm>
          <a:prstGeom prst="roundRect">
            <a:avLst>
              <a:gd name="adj" fmla="val 31250"/>
            </a:avLst>
          </a:prstGeom>
          <a:solidFill>
            <a:srgbClr val="2E3A4F"/>
          </a:solidFill>
          <a:ln/>
        </p:spPr>
        <p:txBody>
          <a:bodyPr wrap="square" lIns="0" tIns="0" rIns="0" bIns="0" rtlCol="0" anchor="ctr"/>
          <a:lstStyle/>
          <a:p>
            <a:pPr algn="ctr" indent="0" marL="0">
              <a:buNone/>
            </a:pPr>
            <a:r>
              <a:rPr lang="en-US" sz="1100" b="1" dirty="0">
                <a:solidFill>
                  <a:srgbClr val="FFFFFF"/>
                </a:solidFill>
              </a:rPr>
              <a:t>STAGE 5 · NEAR MOUNTAINS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25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Outline the nearest mountain</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Trace the top edge of the near mountain with a thin, slightly wobbly line.</a:t>
            </a:r>
            <a:endParaRPr lang="en-US" sz="1500" dirty="0"/>
          </a:p>
          <a:p>
            <a:pPr marL="203200" indent="-203200">
              <a:spcAft>
                <a:spcPts val="600"/>
              </a:spcAft>
              <a:buSzPct val="100000"/>
              <a:buChar char="•"/>
            </a:pPr>
            <a:r>
              <a:rPr lang="en-US" sz="1500" dirty="0">
                <a:solidFill>
                  <a:schemeClr val="tx1"/>
                </a:solidFill>
              </a:rPr>
              <a:t>Let the line slope down toward the horizon.</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A little wobble looks natural. A ruler-straight edge would look fake.</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ayne's grey"/>
          <p:cNvSpPr/>
          <p:nvPr/>
        </p:nvSpPr>
        <p:spPr>
          <a:xfrm>
            <a:off x="6277336" y="5532120"/>
            <a:ext cx="329184" cy="329184"/>
          </a:xfrm>
          <a:prstGeom prst="ellipse">
            <a:avLst/>
          </a:prstGeom>
          <a:solidFill>
            <a:srgbClr val="344556"/>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Payne's grey</a:t>
            </a:r>
            <a:endParaRPr lang="en-US" sz="1100" dirty="0"/>
          </a:p>
          <a:p>
            <a:pPr indent="0" marL="0">
              <a:buNone/>
            </a:pPr>
            <a:r>
              <a:rPr lang="en-US" sz="1000" dirty="0">
                <a:solidFill>
                  <a:srgbClr val="4A5058"/>
                </a:solidFill>
              </a:rPr>
              <a:t>#344556</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15938" y="6140196"/>
            <a:ext cx="155448" cy="155448"/>
          </a:xfrm>
          <a:prstGeom prst="ellipse">
            <a:avLst/>
          </a:prstGeom>
          <a:solidFill>
            <a:srgbClr val="2E3A4F"/>
          </a:solidFill>
          <a:ln/>
        </p:spPr>
      </p:sp>
      <p:sp>
        <p:nvSpPr>
          <p:cNvPr id="38" name="Shape 35"/>
          <p:cNvSpPr/>
          <p:nvPr/>
        </p:nvSpPr>
        <p:spPr>
          <a:xfrm>
            <a:off x="8452611" y="6190488"/>
            <a:ext cx="54864" cy="54864"/>
          </a:xfrm>
          <a:prstGeom prst="ellipse">
            <a:avLst/>
          </a:prstGeom>
          <a:solidFill>
            <a:srgbClr val="CFD9DF"/>
          </a:solidFill>
          <a:ln/>
        </p:spPr>
      </p:sp>
      <p:sp>
        <p:nvSpPr>
          <p:cNvPr id="39" name="Shape 36"/>
          <p:cNvSpPr/>
          <p:nvPr/>
        </p:nvSpPr>
        <p:spPr>
          <a:xfrm>
            <a:off x="8538991" y="6190488"/>
            <a:ext cx="54864" cy="54864"/>
          </a:xfrm>
          <a:prstGeom prst="ellipse">
            <a:avLst/>
          </a:prstGeom>
          <a:solidFill>
            <a:srgbClr val="CFD9DF"/>
          </a:solidFill>
          <a:ln/>
        </p:spPr>
      </p:sp>
      <p:sp>
        <p:nvSpPr>
          <p:cNvPr id="40" name="Shape 37"/>
          <p:cNvSpPr/>
          <p:nvPr/>
        </p:nvSpPr>
        <p:spPr>
          <a:xfrm>
            <a:off x="8625372" y="6190488"/>
            <a:ext cx="54864" cy="54864"/>
          </a:xfrm>
          <a:prstGeom prst="ellipse">
            <a:avLst/>
          </a:prstGeom>
          <a:solidFill>
            <a:srgbClr val="CFD9DF"/>
          </a:solidFill>
          <a:ln/>
        </p:spPr>
      </p:sp>
      <p:sp>
        <p:nvSpPr>
          <p:cNvPr id="41" name="Shape 38"/>
          <p:cNvSpPr/>
          <p:nvPr/>
        </p:nvSpPr>
        <p:spPr>
          <a:xfrm>
            <a:off x="8711753" y="6190488"/>
            <a:ext cx="54864" cy="54864"/>
          </a:xfrm>
          <a:prstGeom prst="ellipse">
            <a:avLst/>
          </a:prstGeom>
          <a:solidFill>
            <a:srgbClr val="CFD9DF"/>
          </a:solidFill>
          <a:ln/>
        </p:spPr>
      </p:sp>
      <p:sp>
        <p:nvSpPr>
          <p:cNvPr id="42" name="Shape 39"/>
          <p:cNvSpPr/>
          <p:nvPr/>
        </p:nvSpPr>
        <p:spPr>
          <a:xfrm>
            <a:off x="8798133" y="6190488"/>
            <a:ext cx="54864" cy="54864"/>
          </a:xfrm>
          <a:prstGeom prst="ellipse">
            <a:avLst/>
          </a:prstGeom>
          <a:solidFill>
            <a:srgbClr val="CFD9DF"/>
          </a:solidFill>
          <a:ln/>
        </p:spPr>
      </p:sp>
      <p:sp>
        <p:nvSpPr>
          <p:cNvPr id="43" name="Shape 40"/>
          <p:cNvSpPr/>
          <p:nvPr/>
        </p:nvSpPr>
        <p:spPr>
          <a:xfrm>
            <a:off x="8884514" y="6190488"/>
            <a:ext cx="54864" cy="54864"/>
          </a:xfrm>
          <a:prstGeom prst="ellipse">
            <a:avLst/>
          </a:prstGeom>
          <a:solidFill>
            <a:srgbClr val="CFD9DF"/>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Step 26 image" descr="Step 26: Fill the dark mass and run the shoreline">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516429" cy="292608"/>
          </a:xfrm>
          <a:prstGeom prst="roundRect">
            <a:avLst>
              <a:gd name="adj" fmla="val 31250"/>
            </a:avLst>
          </a:prstGeom>
          <a:solidFill>
            <a:srgbClr val="2E3A4F"/>
          </a:solidFill>
          <a:ln/>
        </p:spPr>
        <p:txBody>
          <a:bodyPr wrap="square" lIns="0" tIns="0" rIns="0" bIns="0" rtlCol="0" anchor="ctr"/>
          <a:lstStyle/>
          <a:p>
            <a:pPr algn="ctr" indent="0" marL="0">
              <a:buNone/>
            </a:pPr>
            <a:r>
              <a:rPr lang="en-US" sz="1100" b="1" dirty="0">
                <a:solidFill>
                  <a:srgbClr val="FFFFFF"/>
                </a:solidFill>
              </a:rPr>
              <a:t>STAGE 5 · NEAR MOUNTAINS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26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Fill the dark mass and run the shoreline</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Fill the shape in solid Payne's grey.</a:t>
            </a:r>
            <a:endParaRPr lang="en-US" sz="1500" dirty="0"/>
          </a:p>
          <a:p>
            <a:pPr marL="203200" indent="-203200">
              <a:spcAft>
                <a:spcPts val="600"/>
              </a:spcAft>
              <a:buSzPct val="100000"/>
              <a:buChar char="•"/>
            </a:pPr>
            <a:r>
              <a:rPr lang="en-US" sz="1500" dirty="0">
                <a:solidFill>
                  <a:schemeClr val="tx1"/>
                </a:solidFill>
              </a:rPr>
              <a:t>Then run a thin dark line along the tape edge toward the right to form the shoreline.</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Rough, uneven edges at the base can read as rocks and trees.</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ayne's grey"/>
          <p:cNvSpPr/>
          <p:nvPr/>
        </p:nvSpPr>
        <p:spPr>
          <a:xfrm>
            <a:off x="6277336" y="5532120"/>
            <a:ext cx="329184" cy="329184"/>
          </a:xfrm>
          <a:prstGeom prst="ellipse">
            <a:avLst/>
          </a:prstGeom>
          <a:solidFill>
            <a:srgbClr val="344556"/>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Payne's grey</a:t>
            </a:r>
            <a:endParaRPr lang="en-US" sz="1100" dirty="0"/>
          </a:p>
          <a:p>
            <a:pPr indent="0" marL="0">
              <a:buNone/>
            </a:pPr>
            <a:r>
              <a:rPr lang="en-US" sz="1000" dirty="0">
                <a:solidFill>
                  <a:srgbClr val="4A5058"/>
                </a:solidFill>
              </a:rPr>
              <a:t>#344556</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66230" y="6190488"/>
            <a:ext cx="54864" cy="54864"/>
          </a:xfrm>
          <a:prstGeom prst="ellipse">
            <a:avLst/>
          </a:prstGeom>
          <a:solidFill>
            <a:srgbClr val="7F95A3"/>
          </a:solidFill>
          <a:ln/>
        </p:spPr>
      </p:sp>
      <p:sp>
        <p:nvSpPr>
          <p:cNvPr id="38" name="Shape 35"/>
          <p:cNvSpPr/>
          <p:nvPr/>
        </p:nvSpPr>
        <p:spPr>
          <a:xfrm>
            <a:off x="8402319" y="6140196"/>
            <a:ext cx="155448" cy="155448"/>
          </a:xfrm>
          <a:prstGeom prst="ellipse">
            <a:avLst/>
          </a:prstGeom>
          <a:solidFill>
            <a:srgbClr val="2E3A4F"/>
          </a:solidFill>
          <a:ln/>
        </p:spPr>
      </p:sp>
      <p:sp>
        <p:nvSpPr>
          <p:cNvPr id="39" name="Shape 36"/>
          <p:cNvSpPr/>
          <p:nvPr/>
        </p:nvSpPr>
        <p:spPr>
          <a:xfrm>
            <a:off x="8538991" y="6190488"/>
            <a:ext cx="54864" cy="54864"/>
          </a:xfrm>
          <a:prstGeom prst="ellipse">
            <a:avLst/>
          </a:prstGeom>
          <a:solidFill>
            <a:srgbClr val="CFD9DF"/>
          </a:solidFill>
          <a:ln/>
        </p:spPr>
      </p:sp>
      <p:sp>
        <p:nvSpPr>
          <p:cNvPr id="40" name="Shape 37"/>
          <p:cNvSpPr/>
          <p:nvPr/>
        </p:nvSpPr>
        <p:spPr>
          <a:xfrm>
            <a:off x="8625372" y="6190488"/>
            <a:ext cx="54864" cy="54864"/>
          </a:xfrm>
          <a:prstGeom prst="ellipse">
            <a:avLst/>
          </a:prstGeom>
          <a:solidFill>
            <a:srgbClr val="CFD9DF"/>
          </a:solidFill>
          <a:ln/>
        </p:spPr>
      </p:sp>
      <p:sp>
        <p:nvSpPr>
          <p:cNvPr id="41" name="Shape 38"/>
          <p:cNvSpPr/>
          <p:nvPr/>
        </p:nvSpPr>
        <p:spPr>
          <a:xfrm>
            <a:off x="8711753" y="6190488"/>
            <a:ext cx="54864" cy="54864"/>
          </a:xfrm>
          <a:prstGeom prst="ellipse">
            <a:avLst/>
          </a:prstGeom>
          <a:solidFill>
            <a:srgbClr val="CFD9DF"/>
          </a:solidFill>
          <a:ln/>
        </p:spPr>
      </p:sp>
      <p:sp>
        <p:nvSpPr>
          <p:cNvPr id="42" name="Shape 39"/>
          <p:cNvSpPr/>
          <p:nvPr/>
        </p:nvSpPr>
        <p:spPr>
          <a:xfrm>
            <a:off x="8798133" y="6190488"/>
            <a:ext cx="54864" cy="54864"/>
          </a:xfrm>
          <a:prstGeom prst="ellipse">
            <a:avLst/>
          </a:prstGeom>
          <a:solidFill>
            <a:srgbClr val="CFD9DF"/>
          </a:solidFill>
          <a:ln/>
        </p:spPr>
      </p:sp>
      <p:sp>
        <p:nvSpPr>
          <p:cNvPr id="43" name="Shape 40"/>
          <p:cNvSpPr/>
          <p:nvPr/>
        </p:nvSpPr>
        <p:spPr>
          <a:xfrm>
            <a:off x="8884514" y="6190488"/>
            <a:ext cx="54864" cy="54864"/>
          </a:xfrm>
          <a:prstGeom prst="ellipse">
            <a:avLst/>
          </a:prstGeom>
          <a:solidFill>
            <a:srgbClr val="CFD9DF"/>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Step 27 image" descr="Step 27: Extend the dark shoreline to the right">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516429" cy="292608"/>
          </a:xfrm>
          <a:prstGeom prst="roundRect">
            <a:avLst>
              <a:gd name="adj" fmla="val 31250"/>
            </a:avLst>
          </a:prstGeom>
          <a:solidFill>
            <a:srgbClr val="2E3A4F"/>
          </a:solidFill>
          <a:ln/>
        </p:spPr>
        <p:txBody>
          <a:bodyPr wrap="square" lIns="0" tIns="0" rIns="0" bIns="0" rtlCol="0" anchor="ctr"/>
          <a:lstStyle/>
          <a:p>
            <a:pPr algn="ctr" indent="0" marL="0">
              <a:buNone/>
            </a:pPr>
            <a:r>
              <a:rPr lang="en-US" sz="1100" b="1" dirty="0">
                <a:solidFill>
                  <a:srgbClr val="FFFFFF"/>
                </a:solidFill>
              </a:rPr>
              <a:t>STAGE 5 · NEAR MOUNTAINS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27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Extend the dark shoreline to the right</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Add a smaller dark hill on the right and connect it to the left mass with the shoreline.</a:t>
            </a:r>
            <a:endParaRPr lang="en-US" sz="1500" dirty="0"/>
          </a:p>
          <a:p>
            <a:pPr marL="203200" indent="-203200">
              <a:spcAft>
                <a:spcPts val="600"/>
              </a:spcAft>
              <a:buSzPct val="100000"/>
              <a:buChar char="•"/>
            </a:pPr>
            <a:r>
              <a:rPr lang="en-US" sz="1500" dirty="0">
                <a:solidFill>
                  <a:schemeClr val="tx1"/>
                </a:solidFill>
              </a:rPr>
              <a:t>Let the pale mountains show through the gap between the two dark hills.</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Next the tape strip comes off. The reel cuts here, and the strip is gone by the next step.</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ayne's grey"/>
          <p:cNvSpPr/>
          <p:nvPr/>
        </p:nvSpPr>
        <p:spPr>
          <a:xfrm>
            <a:off x="6277336" y="5532120"/>
            <a:ext cx="329184" cy="329184"/>
          </a:xfrm>
          <a:prstGeom prst="ellipse">
            <a:avLst/>
          </a:prstGeom>
          <a:solidFill>
            <a:srgbClr val="344556"/>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Payne's grey</a:t>
            </a:r>
            <a:endParaRPr lang="en-US" sz="1100" dirty="0"/>
          </a:p>
          <a:p>
            <a:pPr indent="0" marL="0">
              <a:buNone/>
            </a:pPr>
            <a:r>
              <a:rPr lang="en-US" sz="1000" dirty="0">
                <a:solidFill>
                  <a:srgbClr val="4A5058"/>
                </a:solidFill>
              </a:rPr>
              <a:t>#344556</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66230" y="6190488"/>
            <a:ext cx="54864" cy="54864"/>
          </a:xfrm>
          <a:prstGeom prst="ellipse">
            <a:avLst/>
          </a:prstGeom>
          <a:solidFill>
            <a:srgbClr val="7F95A3"/>
          </a:solidFill>
          <a:ln/>
        </p:spPr>
      </p:sp>
      <p:sp>
        <p:nvSpPr>
          <p:cNvPr id="38" name="Shape 35"/>
          <p:cNvSpPr/>
          <p:nvPr/>
        </p:nvSpPr>
        <p:spPr>
          <a:xfrm>
            <a:off x="8452611" y="6190488"/>
            <a:ext cx="54864" cy="54864"/>
          </a:xfrm>
          <a:prstGeom prst="ellipse">
            <a:avLst/>
          </a:prstGeom>
          <a:solidFill>
            <a:srgbClr val="7F95A3"/>
          </a:solidFill>
          <a:ln/>
        </p:spPr>
      </p:sp>
      <p:sp>
        <p:nvSpPr>
          <p:cNvPr id="39" name="Shape 36"/>
          <p:cNvSpPr/>
          <p:nvPr/>
        </p:nvSpPr>
        <p:spPr>
          <a:xfrm>
            <a:off x="8488699" y="6140196"/>
            <a:ext cx="155448" cy="155448"/>
          </a:xfrm>
          <a:prstGeom prst="ellipse">
            <a:avLst/>
          </a:prstGeom>
          <a:solidFill>
            <a:srgbClr val="2E3A4F"/>
          </a:solidFill>
          <a:ln/>
        </p:spPr>
      </p:sp>
      <p:sp>
        <p:nvSpPr>
          <p:cNvPr id="40" name="Shape 37"/>
          <p:cNvSpPr/>
          <p:nvPr/>
        </p:nvSpPr>
        <p:spPr>
          <a:xfrm>
            <a:off x="8625372" y="6190488"/>
            <a:ext cx="54864" cy="54864"/>
          </a:xfrm>
          <a:prstGeom prst="ellipse">
            <a:avLst/>
          </a:prstGeom>
          <a:solidFill>
            <a:srgbClr val="CFD9DF"/>
          </a:solidFill>
          <a:ln/>
        </p:spPr>
      </p:sp>
      <p:sp>
        <p:nvSpPr>
          <p:cNvPr id="41" name="Shape 38"/>
          <p:cNvSpPr/>
          <p:nvPr/>
        </p:nvSpPr>
        <p:spPr>
          <a:xfrm>
            <a:off x="8711753" y="6190488"/>
            <a:ext cx="54864" cy="54864"/>
          </a:xfrm>
          <a:prstGeom prst="ellipse">
            <a:avLst/>
          </a:prstGeom>
          <a:solidFill>
            <a:srgbClr val="CFD9DF"/>
          </a:solidFill>
          <a:ln/>
        </p:spPr>
      </p:sp>
      <p:sp>
        <p:nvSpPr>
          <p:cNvPr id="42" name="Shape 39"/>
          <p:cNvSpPr/>
          <p:nvPr/>
        </p:nvSpPr>
        <p:spPr>
          <a:xfrm>
            <a:off x="8798133" y="6190488"/>
            <a:ext cx="54864" cy="54864"/>
          </a:xfrm>
          <a:prstGeom prst="ellipse">
            <a:avLst/>
          </a:prstGeom>
          <a:solidFill>
            <a:srgbClr val="CFD9DF"/>
          </a:solidFill>
          <a:ln/>
        </p:spPr>
      </p:sp>
      <p:sp>
        <p:nvSpPr>
          <p:cNvPr id="43" name="Shape 40"/>
          <p:cNvSpPr/>
          <p:nvPr/>
        </p:nvSpPr>
        <p:spPr>
          <a:xfrm>
            <a:off x="8884514" y="6190488"/>
            <a:ext cx="54864" cy="54864"/>
          </a:xfrm>
          <a:prstGeom prst="ellipse">
            <a:avLst/>
          </a:prstGeom>
          <a:solidFill>
            <a:srgbClr val="CFD9DF"/>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Step 28 image" descr="Step 28: Lay in the sea with phthalo blue">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530706" cy="292608"/>
          </a:xfrm>
          <a:prstGeom prst="roundRect">
            <a:avLst>
              <a:gd name="adj" fmla="val 31250"/>
            </a:avLst>
          </a:prstGeom>
          <a:solidFill>
            <a:srgbClr val="0B6A99"/>
          </a:solidFill>
          <a:ln/>
        </p:spPr>
        <p:txBody>
          <a:bodyPr wrap="square" lIns="0" tIns="0" rIns="0" bIns="0" rtlCol="0" anchor="ctr"/>
          <a:lstStyle/>
          <a:p>
            <a:pPr algn="ctr" indent="0" marL="0">
              <a:buNone/>
            </a:pPr>
            <a:r>
              <a:rPr lang="en-US" sz="1100" b="1" dirty="0">
                <a:solidFill>
                  <a:srgbClr val="FFFFFF"/>
                </a:solidFill>
              </a:rPr>
              <a:t>STAGE 6 · SEA</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28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Lay in the sea with phthalo blue</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With the tape strip removed, pick up phthalo blue (a vivid blue) and touch it to the left end of the horizon.</a:t>
            </a:r>
            <a:endParaRPr lang="en-US" sz="1500" dirty="0"/>
          </a:p>
          <a:p>
            <a:pPr marL="203200" indent="-203200">
              <a:spcAft>
                <a:spcPts val="600"/>
              </a:spcAft>
              <a:buSzPct val="100000"/>
              <a:buChar char="•"/>
            </a:pPr>
            <a:r>
              <a:rPr lang="en-US" sz="1500" dirty="0">
                <a:solidFill>
                  <a:schemeClr val="tx1"/>
                </a:solidFill>
              </a:rPr>
              <a:t>Leave a thin line of bare paper between the dark mountains and the sea.</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That thin white line will make the horizon sparkle. Keep your brush just below it.</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hthalo blue"/>
          <p:cNvSpPr/>
          <p:nvPr/>
        </p:nvSpPr>
        <p:spPr>
          <a:xfrm>
            <a:off x="6277336" y="5532120"/>
            <a:ext cx="329184" cy="329184"/>
          </a:xfrm>
          <a:prstGeom prst="ellipse">
            <a:avLst/>
          </a:prstGeom>
          <a:solidFill>
            <a:srgbClr val="67A6CC"/>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Phthalo blue</a:t>
            </a:r>
            <a:endParaRPr lang="en-US" sz="1100" dirty="0"/>
          </a:p>
          <a:p>
            <a:pPr indent="0" marL="0">
              <a:buNone/>
            </a:pPr>
            <a:r>
              <a:rPr lang="en-US" sz="1000" dirty="0">
                <a:solidFill>
                  <a:srgbClr val="4A5058"/>
                </a:solidFill>
              </a:rPr>
              <a:t>#67A6CC</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66230" y="6190488"/>
            <a:ext cx="54864" cy="54864"/>
          </a:xfrm>
          <a:prstGeom prst="ellipse">
            <a:avLst/>
          </a:prstGeom>
          <a:solidFill>
            <a:srgbClr val="7F95A3"/>
          </a:solidFill>
          <a:ln/>
        </p:spPr>
      </p:sp>
      <p:sp>
        <p:nvSpPr>
          <p:cNvPr id="38" name="Shape 35"/>
          <p:cNvSpPr/>
          <p:nvPr/>
        </p:nvSpPr>
        <p:spPr>
          <a:xfrm>
            <a:off x="8452611" y="6190488"/>
            <a:ext cx="54864" cy="54864"/>
          </a:xfrm>
          <a:prstGeom prst="ellipse">
            <a:avLst/>
          </a:prstGeom>
          <a:solidFill>
            <a:srgbClr val="7F95A3"/>
          </a:solidFill>
          <a:ln/>
        </p:spPr>
      </p:sp>
      <p:sp>
        <p:nvSpPr>
          <p:cNvPr id="39" name="Shape 36"/>
          <p:cNvSpPr/>
          <p:nvPr/>
        </p:nvSpPr>
        <p:spPr>
          <a:xfrm>
            <a:off x="8538991" y="6190488"/>
            <a:ext cx="54864" cy="54864"/>
          </a:xfrm>
          <a:prstGeom prst="ellipse">
            <a:avLst/>
          </a:prstGeom>
          <a:solidFill>
            <a:srgbClr val="7F95A3"/>
          </a:solidFill>
          <a:ln/>
        </p:spPr>
      </p:sp>
      <p:sp>
        <p:nvSpPr>
          <p:cNvPr id="40" name="Shape 37"/>
          <p:cNvSpPr/>
          <p:nvPr/>
        </p:nvSpPr>
        <p:spPr>
          <a:xfrm>
            <a:off x="8575080" y="6140196"/>
            <a:ext cx="155448" cy="155448"/>
          </a:xfrm>
          <a:prstGeom prst="ellipse">
            <a:avLst/>
          </a:prstGeom>
          <a:solidFill>
            <a:srgbClr val="0B6A99"/>
          </a:solidFill>
          <a:ln/>
        </p:spPr>
      </p:sp>
      <p:sp>
        <p:nvSpPr>
          <p:cNvPr id="41" name="Shape 38"/>
          <p:cNvSpPr/>
          <p:nvPr/>
        </p:nvSpPr>
        <p:spPr>
          <a:xfrm>
            <a:off x="8711753" y="6190488"/>
            <a:ext cx="54864" cy="54864"/>
          </a:xfrm>
          <a:prstGeom prst="ellipse">
            <a:avLst/>
          </a:prstGeom>
          <a:solidFill>
            <a:srgbClr val="CFD9DF"/>
          </a:solidFill>
          <a:ln/>
        </p:spPr>
      </p:sp>
      <p:sp>
        <p:nvSpPr>
          <p:cNvPr id="42" name="Shape 39"/>
          <p:cNvSpPr/>
          <p:nvPr/>
        </p:nvSpPr>
        <p:spPr>
          <a:xfrm>
            <a:off x="8798133" y="6190488"/>
            <a:ext cx="54864" cy="54864"/>
          </a:xfrm>
          <a:prstGeom prst="ellipse">
            <a:avLst/>
          </a:prstGeom>
          <a:solidFill>
            <a:srgbClr val="CFD9DF"/>
          </a:solidFill>
          <a:ln/>
        </p:spPr>
      </p:sp>
      <p:sp>
        <p:nvSpPr>
          <p:cNvPr id="43" name="Shape 40"/>
          <p:cNvSpPr/>
          <p:nvPr/>
        </p:nvSpPr>
        <p:spPr>
          <a:xfrm>
            <a:off x="8884514" y="6190488"/>
            <a:ext cx="54864" cy="54864"/>
          </a:xfrm>
          <a:prstGeom prst="ellipse">
            <a:avLst/>
          </a:prstGeom>
          <a:solidFill>
            <a:srgbClr val="CFD9DF"/>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Step 29 image" descr="Step 29: Pull the blue across the horizon">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530706" cy="292608"/>
          </a:xfrm>
          <a:prstGeom prst="roundRect">
            <a:avLst>
              <a:gd name="adj" fmla="val 31250"/>
            </a:avLst>
          </a:prstGeom>
          <a:solidFill>
            <a:srgbClr val="0B6A99"/>
          </a:solidFill>
          <a:ln/>
        </p:spPr>
        <p:txBody>
          <a:bodyPr wrap="square" lIns="0" tIns="0" rIns="0" bIns="0" rtlCol="0" anchor="ctr"/>
          <a:lstStyle/>
          <a:p>
            <a:pPr algn="ctr" indent="0" marL="0">
              <a:buNone/>
            </a:pPr>
            <a:r>
              <a:rPr lang="en-US" sz="1100" b="1" dirty="0">
                <a:solidFill>
                  <a:srgbClr val="FFFFFF"/>
                </a:solidFill>
              </a:rPr>
              <a:t>STAGE 6 · SEA</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29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Pull the blue across the horizon</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Drag the blue in one steady stroke from left to right.</a:t>
            </a:r>
            <a:endParaRPr lang="en-US" sz="1500" dirty="0"/>
          </a:p>
          <a:p>
            <a:pPr marL="203200" indent="-203200">
              <a:spcAft>
                <a:spcPts val="600"/>
              </a:spcAft>
              <a:buSzPct val="100000"/>
              <a:buChar char="•"/>
            </a:pPr>
            <a:r>
              <a:rPr lang="en-US" sz="1500" dirty="0">
                <a:solidFill>
                  <a:schemeClr val="tx1"/>
                </a:solidFill>
              </a:rPr>
              <a:t>Keep the stroke straight and level.</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A level horizon matters. Slanting it will make the sea look like it is tipping.</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hthalo blue"/>
          <p:cNvSpPr/>
          <p:nvPr/>
        </p:nvSpPr>
        <p:spPr>
          <a:xfrm>
            <a:off x="6277336" y="5532120"/>
            <a:ext cx="329184" cy="329184"/>
          </a:xfrm>
          <a:prstGeom prst="ellipse">
            <a:avLst/>
          </a:prstGeom>
          <a:solidFill>
            <a:srgbClr val="67A6CC"/>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Phthalo blue</a:t>
            </a:r>
            <a:endParaRPr lang="en-US" sz="1100" dirty="0"/>
          </a:p>
          <a:p>
            <a:pPr indent="0" marL="0">
              <a:buNone/>
            </a:pPr>
            <a:r>
              <a:rPr lang="en-US" sz="1000" dirty="0">
                <a:solidFill>
                  <a:srgbClr val="4A5058"/>
                </a:solidFill>
              </a:rPr>
              <a:t>#67A6CC</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66230" y="6190488"/>
            <a:ext cx="54864" cy="54864"/>
          </a:xfrm>
          <a:prstGeom prst="ellipse">
            <a:avLst/>
          </a:prstGeom>
          <a:solidFill>
            <a:srgbClr val="7F95A3"/>
          </a:solidFill>
          <a:ln/>
        </p:spPr>
      </p:sp>
      <p:sp>
        <p:nvSpPr>
          <p:cNvPr id="38" name="Shape 35"/>
          <p:cNvSpPr/>
          <p:nvPr/>
        </p:nvSpPr>
        <p:spPr>
          <a:xfrm>
            <a:off x="8452611" y="6190488"/>
            <a:ext cx="54864" cy="54864"/>
          </a:xfrm>
          <a:prstGeom prst="ellipse">
            <a:avLst/>
          </a:prstGeom>
          <a:solidFill>
            <a:srgbClr val="7F95A3"/>
          </a:solidFill>
          <a:ln/>
        </p:spPr>
      </p:sp>
      <p:sp>
        <p:nvSpPr>
          <p:cNvPr id="39" name="Shape 36"/>
          <p:cNvSpPr/>
          <p:nvPr/>
        </p:nvSpPr>
        <p:spPr>
          <a:xfrm>
            <a:off x="8538991" y="6190488"/>
            <a:ext cx="54864" cy="54864"/>
          </a:xfrm>
          <a:prstGeom prst="ellipse">
            <a:avLst/>
          </a:prstGeom>
          <a:solidFill>
            <a:srgbClr val="7F95A3"/>
          </a:solidFill>
          <a:ln/>
        </p:spPr>
      </p:sp>
      <p:sp>
        <p:nvSpPr>
          <p:cNvPr id="40" name="Shape 37"/>
          <p:cNvSpPr/>
          <p:nvPr/>
        </p:nvSpPr>
        <p:spPr>
          <a:xfrm>
            <a:off x="8625372" y="6190488"/>
            <a:ext cx="54864" cy="54864"/>
          </a:xfrm>
          <a:prstGeom prst="ellipse">
            <a:avLst/>
          </a:prstGeom>
          <a:solidFill>
            <a:srgbClr val="7F95A3"/>
          </a:solidFill>
          <a:ln/>
        </p:spPr>
      </p:sp>
      <p:sp>
        <p:nvSpPr>
          <p:cNvPr id="41" name="Shape 38"/>
          <p:cNvSpPr/>
          <p:nvPr/>
        </p:nvSpPr>
        <p:spPr>
          <a:xfrm>
            <a:off x="8661461" y="6140196"/>
            <a:ext cx="155448" cy="155448"/>
          </a:xfrm>
          <a:prstGeom prst="ellipse">
            <a:avLst/>
          </a:prstGeom>
          <a:solidFill>
            <a:srgbClr val="0B6A99"/>
          </a:solidFill>
          <a:ln/>
        </p:spPr>
      </p:sp>
      <p:sp>
        <p:nvSpPr>
          <p:cNvPr id="42" name="Shape 39"/>
          <p:cNvSpPr/>
          <p:nvPr/>
        </p:nvSpPr>
        <p:spPr>
          <a:xfrm>
            <a:off x="8798133" y="6190488"/>
            <a:ext cx="54864" cy="54864"/>
          </a:xfrm>
          <a:prstGeom prst="ellipse">
            <a:avLst/>
          </a:prstGeom>
          <a:solidFill>
            <a:srgbClr val="CFD9DF"/>
          </a:solidFill>
          <a:ln/>
        </p:spPr>
      </p:sp>
      <p:sp>
        <p:nvSpPr>
          <p:cNvPr id="43" name="Shape 40"/>
          <p:cNvSpPr/>
          <p:nvPr/>
        </p:nvSpPr>
        <p:spPr>
          <a:xfrm>
            <a:off x="8884514" y="6190488"/>
            <a:ext cx="54864" cy="54864"/>
          </a:xfrm>
          <a:prstGeom prst="ellipse">
            <a:avLst/>
          </a:prstGeom>
          <a:solidFill>
            <a:srgbClr val="CFD9DF"/>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Step 30 image" descr="Step 30: Work downward, leaving white wave flecks">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530706" cy="292608"/>
          </a:xfrm>
          <a:prstGeom prst="roundRect">
            <a:avLst>
              <a:gd name="adj" fmla="val 31250"/>
            </a:avLst>
          </a:prstGeom>
          <a:solidFill>
            <a:srgbClr val="0B6A99"/>
          </a:solidFill>
          <a:ln/>
        </p:spPr>
        <p:txBody>
          <a:bodyPr wrap="square" lIns="0" tIns="0" rIns="0" bIns="0" rtlCol="0" anchor="ctr"/>
          <a:lstStyle/>
          <a:p>
            <a:pPr algn="ctr" indent="0" marL="0">
              <a:buNone/>
            </a:pPr>
            <a:r>
              <a:rPr lang="en-US" sz="1100" b="1" dirty="0">
                <a:solidFill>
                  <a:srgbClr val="FFFFFF"/>
                </a:solidFill>
              </a:rPr>
              <a:t>STAGE 6 · SEA</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30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Work downward, leaving white wave flecks</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Brush lighter blue below the horizon band, pressing very lightly.</a:t>
            </a:r>
            <a:endParaRPr lang="en-US" sz="1500" dirty="0"/>
          </a:p>
          <a:p>
            <a:pPr marL="203200" indent="-203200">
              <a:spcAft>
                <a:spcPts val="600"/>
              </a:spcAft>
              <a:buSzPct val="100000"/>
              <a:buChar char="•"/>
            </a:pPr>
            <a:r>
              <a:rPr lang="en-US" sz="1500" dirty="0">
                <a:solidFill>
                  <a:schemeClr val="tx1"/>
                </a:solidFill>
              </a:rPr>
              <a:t>Let the brush skip over the paper's grain so small white flecks stay unpainted.</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Light pressure skips across the texture of the paper. Those flecks become little waves.</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hthalo blue"/>
          <p:cNvSpPr/>
          <p:nvPr/>
        </p:nvSpPr>
        <p:spPr>
          <a:xfrm>
            <a:off x="6277336" y="5532120"/>
            <a:ext cx="329184" cy="329184"/>
          </a:xfrm>
          <a:prstGeom prst="ellipse">
            <a:avLst/>
          </a:prstGeom>
          <a:solidFill>
            <a:srgbClr val="67A6CC"/>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Phthalo blue</a:t>
            </a:r>
            <a:endParaRPr lang="en-US" sz="1100" dirty="0"/>
          </a:p>
          <a:p>
            <a:pPr indent="0" marL="0">
              <a:buNone/>
            </a:pPr>
            <a:r>
              <a:rPr lang="en-US" sz="1000" dirty="0">
                <a:solidFill>
                  <a:srgbClr val="4A5058"/>
                </a:solidFill>
              </a:rPr>
              <a:t>#67A6CC</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66230" y="6190488"/>
            <a:ext cx="54864" cy="54864"/>
          </a:xfrm>
          <a:prstGeom prst="ellipse">
            <a:avLst/>
          </a:prstGeom>
          <a:solidFill>
            <a:srgbClr val="7F95A3"/>
          </a:solidFill>
          <a:ln/>
        </p:spPr>
      </p:sp>
      <p:sp>
        <p:nvSpPr>
          <p:cNvPr id="38" name="Shape 35"/>
          <p:cNvSpPr/>
          <p:nvPr/>
        </p:nvSpPr>
        <p:spPr>
          <a:xfrm>
            <a:off x="8452611" y="6190488"/>
            <a:ext cx="54864" cy="54864"/>
          </a:xfrm>
          <a:prstGeom prst="ellipse">
            <a:avLst/>
          </a:prstGeom>
          <a:solidFill>
            <a:srgbClr val="7F95A3"/>
          </a:solidFill>
          <a:ln/>
        </p:spPr>
      </p:sp>
      <p:sp>
        <p:nvSpPr>
          <p:cNvPr id="39" name="Shape 36"/>
          <p:cNvSpPr/>
          <p:nvPr/>
        </p:nvSpPr>
        <p:spPr>
          <a:xfrm>
            <a:off x="8538991" y="6190488"/>
            <a:ext cx="54864" cy="54864"/>
          </a:xfrm>
          <a:prstGeom prst="ellipse">
            <a:avLst/>
          </a:prstGeom>
          <a:solidFill>
            <a:srgbClr val="7F95A3"/>
          </a:solidFill>
          <a:ln/>
        </p:spPr>
      </p:sp>
      <p:sp>
        <p:nvSpPr>
          <p:cNvPr id="40" name="Shape 37"/>
          <p:cNvSpPr/>
          <p:nvPr/>
        </p:nvSpPr>
        <p:spPr>
          <a:xfrm>
            <a:off x="8625372" y="6190488"/>
            <a:ext cx="54864" cy="54864"/>
          </a:xfrm>
          <a:prstGeom prst="ellipse">
            <a:avLst/>
          </a:prstGeom>
          <a:solidFill>
            <a:srgbClr val="7F95A3"/>
          </a:solidFill>
          <a:ln/>
        </p:spPr>
      </p:sp>
      <p:sp>
        <p:nvSpPr>
          <p:cNvPr id="41" name="Shape 38"/>
          <p:cNvSpPr/>
          <p:nvPr/>
        </p:nvSpPr>
        <p:spPr>
          <a:xfrm>
            <a:off x="8711753" y="6190488"/>
            <a:ext cx="54864" cy="54864"/>
          </a:xfrm>
          <a:prstGeom prst="ellipse">
            <a:avLst/>
          </a:prstGeom>
          <a:solidFill>
            <a:srgbClr val="7F95A3"/>
          </a:solidFill>
          <a:ln/>
        </p:spPr>
      </p:sp>
      <p:sp>
        <p:nvSpPr>
          <p:cNvPr id="42" name="Shape 39"/>
          <p:cNvSpPr/>
          <p:nvPr/>
        </p:nvSpPr>
        <p:spPr>
          <a:xfrm>
            <a:off x="8747841" y="6140196"/>
            <a:ext cx="155448" cy="155448"/>
          </a:xfrm>
          <a:prstGeom prst="ellipse">
            <a:avLst/>
          </a:prstGeom>
          <a:solidFill>
            <a:srgbClr val="0B6A99"/>
          </a:solidFill>
          <a:ln/>
        </p:spPr>
      </p:sp>
      <p:sp>
        <p:nvSpPr>
          <p:cNvPr id="43" name="Shape 40"/>
          <p:cNvSpPr/>
          <p:nvPr/>
        </p:nvSpPr>
        <p:spPr>
          <a:xfrm>
            <a:off x="8884514" y="6190488"/>
            <a:ext cx="54864" cy="54864"/>
          </a:xfrm>
          <a:prstGeom prst="ellipse">
            <a:avLst/>
          </a:prstGeom>
          <a:solidFill>
            <a:srgbClr val="CFD9DF"/>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Step 31 image" descr="Step 31: Add more broken wave flecks">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530706" cy="292608"/>
          </a:xfrm>
          <a:prstGeom prst="roundRect">
            <a:avLst>
              <a:gd name="adj" fmla="val 31250"/>
            </a:avLst>
          </a:prstGeom>
          <a:solidFill>
            <a:srgbClr val="0B6A99"/>
          </a:solidFill>
          <a:ln/>
        </p:spPr>
        <p:txBody>
          <a:bodyPr wrap="square" lIns="0" tIns="0" rIns="0" bIns="0" rtlCol="0" anchor="ctr"/>
          <a:lstStyle/>
          <a:p>
            <a:pPr algn="ctr" indent="0" marL="0">
              <a:buNone/>
            </a:pPr>
            <a:r>
              <a:rPr lang="en-US" sz="1100" b="1" dirty="0">
                <a:solidFill>
                  <a:srgbClr val="FFFFFF"/>
                </a:solidFill>
              </a:rPr>
              <a:t>STAGE 6 · SEA</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31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Add more broken wave flecks</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Keep working down the sea with light, horizontal strokes.</a:t>
            </a:r>
            <a:endParaRPr lang="en-US" sz="1500" dirty="0"/>
          </a:p>
          <a:p>
            <a:pPr marL="203200" indent="-203200">
              <a:spcAft>
                <a:spcPts val="600"/>
              </a:spcAft>
              <a:buSzPct val="100000"/>
              <a:buChar char="•"/>
            </a:pPr>
            <a:r>
              <a:rPr lang="en-US" sz="1500" dirty="0">
                <a:solidFill>
                  <a:schemeClr val="tx1"/>
                </a:solidFill>
              </a:rPr>
              <a:t>Leave more gaps toward the bottom, where waves are closer to us.</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Bigger, brighter flecks in front and smaller ones near the horizon look natural.</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hthalo blue"/>
          <p:cNvSpPr/>
          <p:nvPr/>
        </p:nvSpPr>
        <p:spPr>
          <a:xfrm>
            <a:off x="6277336" y="5532120"/>
            <a:ext cx="329184" cy="329184"/>
          </a:xfrm>
          <a:prstGeom prst="ellipse">
            <a:avLst/>
          </a:prstGeom>
          <a:solidFill>
            <a:srgbClr val="67A6CC"/>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Phthalo blue</a:t>
            </a:r>
            <a:endParaRPr lang="en-US" sz="1100" dirty="0"/>
          </a:p>
          <a:p>
            <a:pPr indent="0" marL="0">
              <a:buNone/>
            </a:pPr>
            <a:r>
              <a:rPr lang="en-US" sz="1000" dirty="0">
                <a:solidFill>
                  <a:srgbClr val="4A5058"/>
                </a:solidFill>
              </a:rPr>
              <a:t>#67A6CC</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66230" y="6190488"/>
            <a:ext cx="54864" cy="54864"/>
          </a:xfrm>
          <a:prstGeom prst="ellipse">
            <a:avLst/>
          </a:prstGeom>
          <a:solidFill>
            <a:srgbClr val="7F95A3"/>
          </a:solidFill>
          <a:ln/>
        </p:spPr>
      </p:sp>
      <p:sp>
        <p:nvSpPr>
          <p:cNvPr id="38" name="Shape 35"/>
          <p:cNvSpPr/>
          <p:nvPr/>
        </p:nvSpPr>
        <p:spPr>
          <a:xfrm>
            <a:off x="8452611" y="6190488"/>
            <a:ext cx="54864" cy="54864"/>
          </a:xfrm>
          <a:prstGeom prst="ellipse">
            <a:avLst/>
          </a:prstGeom>
          <a:solidFill>
            <a:srgbClr val="7F95A3"/>
          </a:solidFill>
          <a:ln/>
        </p:spPr>
      </p:sp>
      <p:sp>
        <p:nvSpPr>
          <p:cNvPr id="39" name="Shape 36"/>
          <p:cNvSpPr/>
          <p:nvPr/>
        </p:nvSpPr>
        <p:spPr>
          <a:xfrm>
            <a:off x="8538991" y="6190488"/>
            <a:ext cx="54864" cy="54864"/>
          </a:xfrm>
          <a:prstGeom prst="ellipse">
            <a:avLst/>
          </a:prstGeom>
          <a:solidFill>
            <a:srgbClr val="7F95A3"/>
          </a:solidFill>
          <a:ln/>
        </p:spPr>
      </p:sp>
      <p:sp>
        <p:nvSpPr>
          <p:cNvPr id="40" name="Shape 37"/>
          <p:cNvSpPr/>
          <p:nvPr/>
        </p:nvSpPr>
        <p:spPr>
          <a:xfrm>
            <a:off x="8625372" y="6190488"/>
            <a:ext cx="54864" cy="54864"/>
          </a:xfrm>
          <a:prstGeom prst="ellipse">
            <a:avLst/>
          </a:prstGeom>
          <a:solidFill>
            <a:srgbClr val="7F95A3"/>
          </a:solidFill>
          <a:ln/>
        </p:spPr>
      </p:sp>
      <p:sp>
        <p:nvSpPr>
          <p:cNvPr id="41" name="Shape 38"/>
          <p:cNvSpPr/>
          <p:nvPr/>
        </p:nvSpPr>
        <p:spPr>
          <a:xfrm>
            <a:off x="8711753" y="6190488"/>
            <a:ext cx="54864" cy="54864"/>
          </a:xfrm>
          <a:prstGeom prst="ellipse">
            <a:avLst/>
          </a:prstGeom>
          <a:solidFill>
            <a:srgbClr val="7F95A3"/>
          </a:solidFill>
          <a:ln/>
        </p:spPr>
      </p:sp>
      <p:sp>
        <p:nvSpPr>
          <p:cNvPr id="42" name="Shape 39"/>
          <p:cNvSpPr/>
          <p:nvPr/>
        </p:nvSpPr>
        <p:spPr>
          <a:xfrm>
            <a:off x="8798133" y="6190488"/>
            <a:ext cx="54864" cy="54864"/>
          </a:xfrm>
          <a:prstGeom prst="ellipse">
            <a:avLst/>
          </a:prstGeom>
          <a:solidFill>
            <a:srgbClr val="7F95A3"/>
          </a:solidFill>
          <a:ln/>
        </p:spPr>
      </p:sp>
      <p:sp>
        <p:nvSpPr>
          <p:cNvPr id="43" name="Shape 40"/>
          <p:cNvSpPr/>
          <p:nvPr/>
        </p:nvSpPr>
        <p:spPr>
          <a:xfrm>
            <a:off x="8834222" y="6140196"/>
            <a:ext cx="155448" cy="155448"/>
          </a:xfrm>
          <a:prstGeom prst="ellipse">
            <a:avLst/>
          </a:prstGeom>
          <a:solidFill>
            <a:srgbClr val="0B6A99"/>
          </a:solidFill>
          <a:ln/>
        </p:spPr>
      </p:sp>
      <p:sp>
        <p:nvSpPr>
          <p:cNvPr id="44" name="Shape 41"/>
          <p:cNvSpPr/>
          <p:nvPr/>
        </p:nvSpPr>
        <p:spPr>
          <a:xfrm>
            <a:off x="8970895" y="6190488"/>
            <a:ext cx="54864" cy="54864"/>
          </a:xfrm>
          <a:prstGeom prst="ellipse">
            <a:avLst/>
          </a:prstGeom>
          <a:solidFill>
            <a:srgbClr val="CFD9DF"/>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Step 32 image" descr="Step 32: Add a second soft layer of blue">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530706" cy="292608"/>
          </a:xfrm>
          <a:prstGeom prst="roundRect">
            <a:avLst>
              <a:gd name="adj" fmla="val 31250"/>
            </a:avLst>
          </a:prstGeom>
          <a:solidFill>
            <a:srgbClr val="0B6A99"/>
          </a:solidFill>
          <a:ln/>
        </p:spPr>
        <p:txBody>
          <a:bodyPr wrap="square" lIns="0" tIns="0" rIns="0" bIns="0" rtlCol="0" anchor="ctr"/>
          <a:lstStyle/>
          <a:p>
            <a:pPr algn="ctr" indent="0" marL="0">
              <a:buNone/>
            </a:pPr>
            <a:r>
              <a:rPr lang="en-US" sz="1100" b="1" dirty="0">
                <a:solidFill>
                  <a:srgbClr val="FFFFFF"/>
                </a:solidFill>
              </a:rPr>
              <a:t>STAGE 6 · SEA</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32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Add a second soft layer of blue</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Brush a slightly deeper blue in horizontal bands, strongest near the horizon.</a:t>
            </a:r>
            <a:endParaRPr lang="en-US" sz="1500" dirty="0"/>
          </a:p>
          <a:p>
            <a:pPr marL="203200" indent="-203200">
              <a:spcAft>
                <a:spcPts val="600"/>
              </a:spcAft>
              <a:buSzPct val="100000"/>
              <a:buChar char="•"/>
            </a:pPr>
            <a:r>
              <a:rPr lang="en-US" sz="1500" dirty="0">
                <a:solidFill>
                  <a:schemeClr val="tx1"/>
                </a:solidFill>
              </a:rPr>
              <a:t>Let each band fade as it comes toward you.</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Keep the strokes horizontal: that keeps the water looking flat and calm.</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hthalo blue"/>
          <p:cNvSpPr/>
          <p:nvPr/>
        </p:nvSpPr>
        <p:spPr>
          <a:xfrm>
            <a:off x="6277336" y="5532120"/>
            <a:ext cx="329184" cy="329184"/>
          </a:xfrm>
          <a:prstGeom prst="ellipse">
            <a:avLst/>
          </a:prstGeom>
          <a:solidFill>
            <a:srgbClr val="67A6CC"/>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Phthalo blue</a:t>
            </a:r>
            <a:endParaRPr lang="en-US" sz="1100" dirty="0"/>
          </a:p>
          <a:p>
            <a:pPr indent="0" marL="0">
              <a:buNone/>
            </a:pPr>
            <a:r>
              <a:rPr lang="en-US" sz="1000" dirty="0">
                <a:solidFill>
                  <a:srgbClr val="4A5058"/>
                </a:solidFill>
              </a:rPr>
              <a:t>#67A6CC</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66230" y="6190488"/>
            <a:ext cx="54864" cy="54864"/>
          </a:xfrm>
          <a:prstGeom prst="ellipse">
            <a:avLst/>
          </a:prstGeom>
          <a:solidFill>
            <a:srgbClr val="7F95A3"/>
          </a:solidFill>
          <a:ln/>
        </p:spPr>
      </p:sp>
      <p:sp>
        <p:nvSpPr>
          <p:cNvPr id="38" name="Shape 35"/>
          <p:cNvSpPr/>
          <p:nvPr/>
        </p:nvSpPr>
        <p:spPr>
          <a:xfrm>
            <a:off x="8452611" y="6190488"/>
            <a:ext cx="54864" cy="54864"/>
          </a:xfrm>
          <a:prstGeom prst="ellipse">
            <a:avLst/>
          </a:prstGeom>
          <a:solidFill>
            <a:srgbClr val="7F95A3"/>
          </a:solidFill>
          <a:ln/>
        </p:spPr>
      </p:sp>
      <p:sp>
        <p:nvSpPr>
          <p:cNvPr id="39" name="Shape 36"/>
          <p:cNvSpPr/>
          <p:nvPr/>
        </p:nvSpPr>
        <p:spPr>
          <a:xfrm>
            <a:off x="8538991" y="6190488"/>
            <a:ext cx="54864" cy="54864"/>
          </a:xfrm>
          <a:prstGeom prst="ellipse">
            <a:avLst/>
          </a:prstGeom>
          <a:solidFill>
            <a:srgbClr val="7F95A3"/>
          </a:solidFill>
          <a:ln/>
        </p:spPr>
      </p:sp>
      <p:sp>
        <p:nvSpPr>
          <p:cNvPr id="40" name="Shape 37"/>
          <p:cNvSpPr/>
          <p:nvPr/>
        </p:nvSpPr>
        <p:spPr>
          <a:xfrm>
            <a:off x="8625372" y="6190488"/>
            <a:ext cx="54864" cy="54864"/>
          </a:xfrm>
          <a:prstGeom prst="ellipse">
            <a:avLst/>
          </a:prstGeom>
          <a:solidFill>
            <a:srgbClr val="7F95A3"/>
          </a:solidFill>
          <a:ln/>
        </p:spPr>
      </p:sp>
      <p:sp>
        <p:nvSpPr>
          <p:cNvPr id="41" name="Shape 38"/>
          <p:cNvSpPr/>
          <p:nvPr/>
        </p:nvSpPr>
        <p:spPr>
          <a:xfrm>
            <a:off x="8711753" y="6190488"/>
            <a:ext cx="54864" cy="54864"/>
          </a:xfrm>
          <a:prstGeom prst="ellipse">
            <a:avLst/>
          </a:prstGeom>
          <a:solidFill>
            <a:srgbClr val="7F95A3"/>
          </a:solidFill>
          <a:ln/>
        </p:spPr>
      </p:sp>
      <p:sp>
        <p:nvSpPr>
          <p:cNvPr id="42" name="Shape 39"/>
          <p:cNvSpPr/>
          <p:nvPr/>
        </p:nvSpPr>
        <p:spPr>
          <a:xfrm>
            <a:off x="8798133" y="6190488"/>
            <a:ext cx="54864" cy="54864"/>
          </a:xfrm>
          <a:prstGeom prst="ellipse">
            <a:avLst/>
          </a:prstGeom>
          <a:solidFill>
            <a:srgbClr val="7F95A3"/>
          </a:solidFill>
          <a:ln/>
        </p:spPr>
      </p:sp>
      <p:sp>
        <p:nvSpPr>
          <p:cNvPr id="43" name="Shape 40"/>
          <p:cNvSpPr/>
          <p:nvPr/>
        </p:nvSpPr>
        <p:spPr>
          <a:xfrm>
            <a:off x="8884514" y="6190488"/>
            <a:ext cx="54864" cy="54864"/>
          </a:xfrm>
          <a:prstGeom prst="ellipse">
            <a:avLst/>
          </a:prstGeom>
          <a:solidFill>
            <a:srgbClr val="7F95A3"/>
          </a:solidFill>
          <a:ln/>
        </p:spPr>
      </p:sp>
      <p:sp>
        <p:nvSpPr>
          <p:cNvPr id="44" name="Shape 41"/>
          <p:cNvSpPr/>
          <p:nvPr/>
        </p:nvSpPr>
        <p:spPr>
          <a:xfrm>
            <a:off x="8920603" y="6140196"/>
            <a:ext cx="155448" cy="155448"/>
          </a:xfrm>
          <a:prstGeom prst="ellipse">
            <a:avLst/>
          </a:prstGeom>
          <a:solidFill>
            <a:srgbClr val="0B6A99"/>
          </a:solidFill>
          <a:ln/>
        </p:spPr>
      </p:sp>
      <p:sp>
        <p:nvSpPr>
          <p:cNvPr id="45" name="Shape 42"/>
          <p:cNvSpPr/>
          <p:nvPr/>
        </p:nvSpPr>
        <p:spPr>
          <a:xfrm>
            <a:off x="9057275" y="6190488"/>
            <a:ext cx="54864" cy="54864"/>
          </a:xfrm>
          <a:prstGeom prst="ellipse">
            <a:avLst/>
          </a:prstGeom>
          <a:solidFill>
            <a:srgbClr val="CFD9DF"/>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Step 33 image" descr="Step 33: Shape the light and shadow in the water">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530706" cy="292608"/>
          </a:xfrm>
          <a:prstGeom prst="roundRect">
            <a:avLst>
              <a:gd name="adj" fmla="val 31250"/>
            </a:avLst>
          </a:prstGeom>
          <a:solidFill>
            <a:srgbClr val="0B6A99"/>
          </a:solidFill>
          <a:ln/>
        </p:spPr>
        <p:txBody>
          <a:bodyPr wrap="square" lIns="0" tIns="0" rIns="0" bIns="0" rtlCol="0" anchor="ctr"/>
          <a:lstStyle/>
          <a:p>
            <a:pPr algn="ctr" indent="0" marL="0">
              <a:buNone/>
            </a:pPr>
            <a:r>
              <a:rPr lang="en-US" sz="1100" b="1" dirty="0">
                <a:solidFill>
                  <a:srgbClr val="FFFFFF"/>
                </a:solidFill>
              </a:rPr>
              <a:t>STAGE 6 · SEA</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33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Shape the light and shadow in the water</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Keep laying darker bands next to lighter ones across the sea.</a:t>
            </a:r>
            <a:endParaRPr lang="en-US" sz="1500" dirty="0"/>
          </a:p>
          <a:p>
            <a:pPr marL="203200" indent="-203200">
              <a:spcAft>
                <a:spcPts val="600"/>
              </a:spcAft>
              <a:buSzPct val="100000"/>
              <a:buChar char="•"/>
            </a:pPr>
            <a:r>
              <a:rPr lang="en-US" sz="1500" dirty="0">
                <a:solidFill>
                  <a:schemeClr val="tx1"/>
                </a:solidFill>
              </a:rPr>
              <a:t>Leave the white flecks showing between them.</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Look for the contrast between deeper bands and bright flecks: that is the sparkle of water.</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hthalo blue"/>
          <p:cNvSpPr/>
          <p:nvPr/>
        </p:nvSpPr>
        <p:spPr>
          <a:xfrm>
            <a:off x="6277336" y="5532120"/>
            <a:ext cx="329184" cy="329184"/>
          </a:xfrm>
          <a:prstGeom prst="ellipse">
            <a:avLst/>
          </a:prstGeom>
          <a:solidFill>
            <a:srgbClr val="67A6CC"/>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Phthalo blue</a:t>
            </a:r>
            <a:endParaRPr lang="en-US" sz="1100" dirty="0"/>
          </a:p>
          <a:p>
            <a:pPr indent="0" marL="0">
              <a:buNone/>
            </a:pPr>
            <a:r>
              <a:rPr lang="en-US" sz="1000" dirty="0">
                <a:solidFill>
                  <a:srgbClr val="4A5058"/>
                </a:solidFill>
              </a:rPr>
              <a:t>#67A6CC</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66230" y="6190488"/>
            <a:ext cx="54864" cy="54864"/>
          </a:xfrm>
          <a:prstGeom prst="ellipse">
            <a:avLst/>
          </a:prstGeom>
          <a:solidFill>
            <a:srgbClr val="7F95A3"/>
          </a:solidFill>
          <a:ln/>
        </p:spPr>
      </p:sp>
      <p:sp>
        <p:nvSpPr>
          <p:cNvPr id="38" name="Shape 35"/>
          <p:cNvSpPr/>
          <p:nvPr/>
        </p:nvSpPr>
        <p:spPr>
          <a:xfrm>
            <a:off x="8452611" y="6190488"/>
            <a:ext cx="54864" cy="54864"/>
          </a:xfrm>
          <a:prstGeom prst="ellipse">
            <a:avLst/>
          </a:prstGeom>
          <a:solidFill>
            <a:srgbClr val="7F95A3"/>
          </a:solidFill>
          <a:ln/>
        </p:spPr>
      </p:sp>
      <p:sp>
        <p:nvSpPr>
          <p:cNvPr id="39" name="Shape 36"/>
          <p:cNvSpPr/>
          <p:nvPr/>
        </p:nvSpPr>
        <p:spPr>
          <a:xfrm>
            <a:off x="8538991" y="6190488"/>
            <a:ext cx="54864" cy="54864"/>
          </a:xfrm>
          <a:prstGeom prst="ellipse">
            <a:avLst/>
          </a:prstGeom>
          <a:solidFill>
            <a:srgbClr val="7F95A3"/>
          </a:solidFill>
          <a:ln/>
        </p:spPr>
      </p:sp>
      <p:sp>
        <p:nvSpPr>
          <p:cNvPr id="40" name="Shape 37"/>
          <p:cNvSpPr/>
          <p:nvPr/>
        </p:nvSpPr>
        <p:spPr>
          <a:xfrm>
            <a:off x="8625372" y="6190488"/>
            <a:ext cx="54864" cy="54864"/>
          </a:xfrm>
          <a:prstGeom prst="ellipse">
            <a:avLst/>
          </a:prstGeom>
          <a:solidFill>
            <a:srgbClr val="7F95A3"/>
          </a:solidFill>
          <a:ln/>
        </p:spPr>
      </p:sp>
      <p:sp>
        <p:nvSpPr>
          <p:cNvPr id="41" name="Shape 38"/>
          <p:cNvSpPr/>
          <p:nvPr/>
        </p:nvSpPr>
        <p:spPr>
          <a:xfrm>
            <a:off x="8711753" y="6190488"/>
            <a:ext cx="54864" cy="54864"/>
          </a:xfrm>
          <a:prstGeom prst="ellipse">
            <a:avLst/>
          </a:prstGeom>
          <a:solidFill>
            <a:srgbClr val="7F95A3"/>
          </a:solidFill>
          <a:ln/>
        </p:spPr>
      </p:sp>
      <p:sp>
        <p:nvSpPr>
          <p:cNvPr id="42" name="Shape 39"/>
          <p:cNvSpPr/>
          <p:nvPr/>
        </p:nvSpPr>
        <p:spPr>
          <a:xfrm>
            <a:off x="8798133" y="6190488"/>
            <a:ext cx="54864" cy="54864"/>
          </a:xfrm>
          <a:prstGeom prst="ellipse">
            <a:avLst/>
          </a:prstGeom>
          <a:solidFill>
            <a:srgbClr val="7F95A3"/>
          </a:solidFill>
          <a:ln/>
        </p:spPr>
      </p:sp>
      <p:sp>
        <p:nvSpPr>
          <p:cNvPr id="43" name="Shape 40"/>
          <p:cNvSpPr/>
          <p:nvPr/>
        </p:nvSpPr>
        <p:spPr>
          <a:xfrm>
            <a:off x="8884514" y="6190488"/>
            <a:ext cx="54864" cy="54864"/>
          </a:xfrm>
          <a:prstGeom prst="ellipse">
            <a:avLst/>
          </a:prstGeom>
          <a:solidFill>
            <a:srgbClr val="7F95A3"/>
          </a:solidFill>
          <a:ln/>
        </p:spPr>
      </p:sp>
      <p:sp>
        <p:nvSpPr>
          <p:cNvPr id="44" name="Shape 41"/>
          <p:cNvSpPr/>
          <p:nvPr/>
        </p:nvSpPr>
        <p:spPr>
          <a:xfrm>
            <a:off x="8970895" y="6190488"/>
            <a:ext cx="54864" cy="54864"/>
          </a:xfrm>
          <a:prstGeom prst="ellipse">
            <a:avLst/>
          </a:prstGeom>
          <a:solidFill>
            <a:srgbClr val="7F95A3"/>
          </a:solidFill>
          <a:ln/>
        </p:spPr>
      </p:sp>
      <p:sp>
        <p:nvSpPr>
          <p:cNvPr id="45" name="Shape 42"/>
          <p:cNvSpPr/>
          <p:nvPr/>
        </p:nvSpPr>
        <p:spPr>
          <a:xfrm>
            <a:off x="9006983" y="6140196"/>
            <a:ext cx="155448" cy="155448"/>
          </a:xfrm>
          <a:prstGeom prst="ellipse">
            <a:avLst/>
          </a:prstGeom>
          <a:solidFill>
            <a:srgbClr val="0B6A99"/>
          </a:solidFill>
          <a:ln/>
        </p:spPr>
      </p:sp>
      <p:sp>
        <p:nvSpPr>
          <p:cNvPr id="46" name="Shape 43"/>
          <p:cNvSpPr/>
          <p:nvPr/>
        </p:nvSpPr>
        <p:spPr>
          <a:xfrm>
            <a:off x="9143656" y="6190488"/>
            <a:ext cx="54864" cy="54864"/>
          </a:xfrm>
          <a:prstGeom prst="ellipse">
            <a:avLst/>
          </a:prstGeom>
          <a:solidFill>
            <a:srgbClr val="CFD9DF"/>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Step 34 image" descr="Step 34: Start the beach at the bottom left">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09928" cy="292608"/>
          </a:xfrm>
          <a:prstGeom prst="roundRect">
            <a:avLst>
              <a:gd name="adj" fmla="val 31250"/>
            </a:avLst>
          </a:prstGeom>
          <a:solidFill>
            <a:srgbClr val="8F5E12"/>
          </a:solidFill>
          <a:ln/>
        </p:spPr>
        <p:txBody>
          <a:bodyPr wrap="square" lIns="0" tIns="0" rIns="0" bIns="0" rtlCol="0" anchor="ctr"/>
          <a:lstStyle/>
          <a:p>
            <a:pPr algn="ctr" indent="0" marL="0">
              <a:buNone/>
            </a:pPr>
            <a:r>
              <a:rPr lang="en-US" sz="1100" b="1" dirty="0">
                <a:solidFill>
                  <a:srgbClr val="FFFFFF"/>
                </a:solidFill>
              </a:rPr>
              <a:t>STAGE 7 · BEACH</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34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Start the beach at the bottom left</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Load a brush with raw sienna, a warm golden tan.</a:t>
            </a:r>
            <a:endParaRPr lang="en-US" sz="1500" dirty="0"/>
          </a:p>
          <a:p>
            <a:pPr marL="203200" indent="-203200">
              <a:spcAft>
                <a:spcPts val="600"/>
              </a:spcAft>
              <a:buSzPct val="100000"/>
              <a:buChar char="•"/>
            </a:pPr>
            <a:r>
              <a:rPr lang="en-US" sz="1500" dirty="0">
                <a:solidFill>
                  <a:schemeClr val="tx1"/>
                </a:solidFill>
              </a:rPr>
              <a:t>Stroke it along the bottom of the painting, starting at the left.</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Warm sand against cool blue water makes the shoreline pop.</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Raw sienna"/>
          <p:cNvSpPr/>
          <p:nvPr/>
        </p:nvSpPr>
        <p:spPr>
          <a:xfrm>
            <a:off x="6277336" y="5532120"/>
            <a:ext cx="329184" cy="329184"/>
          </a:xfrm>
          <a:prstGeom prst="ellipse">
            <a:avLst/>
          </a:prstGeom>
          <a:solidFill>
            <a:srgbClr val="D7B47C"/>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Raw sienna</a:t>
            </a:r>
            <a:endParaRPr lang="en-US" sz="1100" dirty="0"/>
          </a:p>
          <a:p>
            <a:pPr indent="0" marL="0">
              <a:buNone/>
            </a:pPr>
            <a:r>
              <a:rPr lang="en-US" sz="1000" dirty="0">
                <a:solidFill>
                  <a:srgbClr val="4A5058"/>
                </a:solidFill>
              </a:rPr>
              <a:t>#D7B47C</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66230" y="6190488"/>
            <a:ext cx="54864" cy="54864"/>
          </a:xfrm>
          <a:prstGeom prst="ellipse">
            <a:avLst/>
          </a:prstGeom>
          <a:solidFill>
            <a:srgbClr val="7F95A3"/>
          </a:solidFill>
          <a:ln/>
        </p:spPr>
      </p:sp>
      <p:sp>
        <p:nvSpPr>
          <p:cNvPr id="38" name="Shape 35"/>
          <p:cNvSpPr/>
          <p:nvPr/>
        </p:nvSpPr>
        <p:spPr>
          <a:xfrm>
            <a:off x="8452611" y="6190488"/>
            <a:ext cx="54864" cy="54864"/>
          </a:xfrm>
          <a:prstGeom prst="ellipse">
            <a:avLst/>
          </a:prstGeom>
          <a:solidFill>
            <a:srgbClr val="7F95A3"/>
          </a:solidFill>
          <a:ln/>
        </p:spPr>
      </p:sp>
      <p:sp>
        <p:nvSpPr>
          <p:cNvPr id="39" name="Shape 36"/>
          <p:cNvSpPr/>
          <p:nvPr/>
        </p:nvSpPr>
        <p:spPr>
          <a:xfrm>
            <a:off x="8538991" y="6190488"/>
            <a:ext cx="54864" cy="54864"/>
          </a:xfrm>
          <a:prstGeom prst="ellipse">
            <a:avLst/>
          </a:prstGeom>
          <a:solidFill>
            <a:srgbClr val="7F95A3"/>
          </a:solidFill>
          <a:ln/>
        </p:spPr>
      </p:sp>
      <p:sp>
        <p:nvSpPr>
          <p:cNvPr id="40" name="Shape 37"/>
          <p:cNvSpPr/>
          <p:nvPr/>
        </p:nvSpPr>
        <p:spPr>
          <a:xfrm>
            <a:off x="8625372" y="6190488"/>
            <a:ext cx="54864" cy="54864"/>
          </a:xfrm>
          <a:prstGeom prst="ellipse">
            <a:avLst/>
          </a:prstGeom>
          <a:solidFill>
            <a:srgbClr val="7F95A3"/>
          </a:solidFill>
          <a:ln/>
        </p:spPr>
      </p:sp>
      <p:sp>
        <p:nvSpPr>
          <p:cNvPr id="41" name="Shape 38"/>
          <p:cNvSpPr/>
          <p:nvPr/>
        </p:nvSpPr>
        <p:spPr>
          <a:xfrm>
            <a:off x="8711753" y="6190488"/>
            <a:ext cx="54864" cy="54864"/>
          </a:xfrm>
          <a:prstGeom prst="ellipse">
            <a:avLst/>
          </a:prstGeom>
          <a:solidFill>
            <a:srgbClr val="7F95A3"/>
          </a:solidFill>
          <a:ln/>
        </p:spPr>
      </p:sp>
      <p:sp>
        <p:nvSpPr>
          <p:cNvPr id="42" name="Shape 39"/>
          <p:cNvSpPr/>
          <p:nvPr/>
        </p:nvSpPr>
        <p:spPr>
          <a:xfrm>
            <a:off x="8798133" y="6190488"/>
            <a:ext cx="54864" cy="54864"/>
          </a:xfrm>
          <a:prstGeom prst="ellipse">
            <a:avLst/>
          </a:prstGeom>
          <a:solidFill>
            <a:srgbClr val="7F95A3"/>
          </a:solidFill>
          <a:ln/>
        </p:spPr>
      </p:sp>
      <p:sp>
        <p:nvSpPr>
          <p:cNvPr id="43" name="Shape 40"/>
          <p:cNvSpPr/>
          <p:nvPr/>
        </p:nvSpPr>
        <p:spPr>
          <a:xfrm>
            <a:off x="8884514" y="6190488"/>
            <a:ext cx="54864" cy="54864"/>
          </a:xfrm>
          <a:prstGeom prst="ellipse">
            <a:avLst/>
          </a:prstGeom>
          <a:solidFill>
            <a:srgbClr val="7F95A3"/>
          </a:solidFill>
          <a:ln/>
        </p:spPr>
      </p:sp>
      <p:sp>
        <p:nvSpPr>
          <p:cNvPr id="44" name="Shape 41"/>
          <p:cNvSpPr/>
          <p:nvPr/>
        </p:nvSpPr>
        <p:spPr>
          <a:xfrm>
            <a:off x="8970895" y="6190488"/>
            <a:ext cx="54864" cy="54864"/>
          </a:xfrm>
          <a:prstGeom prst="ellipse">
            <a:avLst/>
          </a:prstGeom>
          <a:solidFill>
            <a:srgbClr val="7F95A3"/>
          </a:solidFill>
          <a:ln/>
        </p:spPr>
      </p:sp>
      <p:sp>
        <p:nvSpPr>
          <p:cNvPr id="45" name="Shape 42"/>
          <p:cNvSpPr/>
          <p:nvPr/>
        </p:nvSpPr>
        <p:spPr>
          <a:xfrm>
            <a:off x="9057275" y="6190488"/>
            <a:ext cx="54864" cy="54864"/>
          </a:xfrm>
          <a:prstGeom prst="ellipse">
            <a:avLst/>
          </a:prstGeom>
          <a:solidFill>
            <a:srgbClr val="7F95A3"/>
          </a:solidFill>
          <a:ln/>
        </p:spPr>
      </p:sp>
      <p:sp>
        <p:nvSpPr>
          <p:cNvPr id="46" name="Shape 43"/>
          <p:cNvSpPr/>
          <p:nvPr/>
        </p:nvSpPr>
        <p:spPr>
          <a:xfrm>
            <a:off x="9093364" y="6140196"/>
            <a:ext cx="155448" cy="155448"/>
          </a:xfrm>
          <a:prstGeom prst="ellipse">
            <a:avLst/>
          </a:prstGeom>
          <a:solidFill>
            <a:srgbClr val="8F5E12"/>
          </a:solidFill>
          <a:ln/>
        </p:spPr>
      </p:sp>
      <p:sp>
        <p:nvSpPr>
          <p:cNvPr id="47" name="Shape 44"/>
          <p:cNvSpPr/>
          <p:nvPr/>
        </p:nvSpPr>
        <p:spPr>
          <a:xfrm>
            <a:off x="9230036" y="6190488"/>
            <a:ext cx="54864" cy="54864"/>
          </a:xfrm>
          <a:prstGeom prst="ellipse">
            <a:avLst/>
          </a:prstGeom>
          <a:solidFill>
            <a:srgbClr val="CFD9DF"/>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Step 35 image" descr="Step 35: Extend the sand stripe across">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09928" cy="292608"/>
          </a:xfrm>
          <a:prstGeom prst="roundRect">
            <a:avLst>
              <a:gd name="adj" fmla="val 31250"/>
            </a:avLst>
          </a:prstGeom>
          <a:solidFill>
            <a:srgbClr val="8F5E12"/>
          </a:solidFill>
          <a:ln/>
        </p:spPr>
        <p:txBody>
          <a:bodyPr wrap="square" lIns="0" tIns="0" rIns="0" bIns="0" rtlCol="0" anchor="ctr"/>
          <a:lstStyle/>
          <a:p>
            <a:pPr algn="ctr" indent="0" marL="0">
              <a:buNone/>
            </a:pPr>
            <a:r>
              <a:rPr lang="en-US" sz="1100" b="1" dirty="0">
                <a:solidFill>
                  <a:srgbClr val="FFFFFF"/>
                </a:solidFill>
              </a:rPr>
              <a:t>STAGE 7 · BEACH</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35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Extend the sand stripe across</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Carry the raw sienna across to the right in a steady stroke.</a:t>
            </a:r>
            <a:endParaRPr lang="en-US" sz="1500" dirty="0"/>
          </a:p>
          <a:p>
            <a:pPr marL="203200" indent="-203200">
              <a:spcAft>
                <a:spcPts val="600"/>
              </a:spcAft>
              <a:buSzPct val="100000"/>
              <a:buChar char="•"/>
            </a:pPr>
            <a:r>
              <a:rPr lang="en-US" sz="1500" dirty="0">
                <a:solidFill>
                  <a:schemeClr val="tx1"/>
                </a:solidFill>
              </a:rPr>
              <a:t>Keep the top edge of the stripe slightly uneven, like a shoreline.</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Don't paint the shoreline as a hard, straight line.</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Raw sienna"/>
          <p:cNvSpPr/>
          <p:nvPr/>
        </p:nvSpPr>
        <p:spPr>
          <a:xfrm>
            <a:off x="6277336" y="5532120"/>
            <a:ext cx="329184" cy="329184"/>
          </a:xfrm>
          <a:prstGeom prst="ellipse">
            <a:avLst/>
          </a:prstGeom>
          <a:solidFill>
            <a:srgbClr val="D7B47C"/>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Raw sienna</a:t>
            </a:r>
            <a:endParaRPr lang="en-US" sz="1100" dirty="0"/>
          </a:p>
          <a:p>
            <a:pPr indent="0" marL="0">
              <a:buNone/>
            </a:pPr>
            <a:r>
              <a:rPr lang="en-US" sz="1000" dirty="0">
                <a:solidFill>
                  <a:srgbClr val="4A5058"/>
                </a:solidFill>
              </a:rPr>
              <a:t>#D7B47C</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66230" y="6190488"/>
            <a:ext cx="54864" cy="54864"/>
          </a:xfrm>
          <a:prstGeom prst="ellipse">
            <a:avLst/>
          </a:prstGeom>
          <a:solidFill>
            <a:srgbClr val="7F95A3"/>
          </a:solidFill>
          <a:ln/>
        </p:spPr>
      </p:sp>
      <p:sp>
        <p:nvSpPr>
          <p:cNvPr id="38" name="Shape 35"/>
          <p:cNvSpPr/>
          <p:nvPr/>
        </p:nvSpPr>
        <p:spPr>
          <a:xfrm>
            <a:off x="8452611" y="6190488"/>
            <a:ext cx="54864" cy="54864"/>
          </a:xfrm>
          <a:prstGeom prst="ellipse">
            <a:avLst/>
          </a:prstGeom>
          <a:solidFill>
            <a:srgbClr val="7F95A3"/>
          </a:solidFill>
          <a:ln/>
        </p:spPr>
      </p:sp>
      <p:sp>
        <p:nvSpPr>
          <p:cNvPr id="39" name="Shape 36"/>
          <p:cNvSpPr/>
          <p:nvPr/>
        </p:nvSpPr>
        <p:spPr>
          <a:xfrm>
            <a:off x="8538991" y="6190488"/>
            <a:ext cx="54864" cy="54864"/>
          </a:xfrm>
          <a:prstGeom prst="ellipse">
            <a:avLst/>
          </a:prstGeom>
          <a:solidFill>
            <a:srgbClr val="7F95A3"/>
          </a:solidFill>
          <a:ln/>
        </p:spPr>
      </p:sp>
      <p:sp>
        <p:nvSpPr>
          <p:cNvPr id="40" name="Shape 37"/>
          <p:cNvSpPr/>
          <p:nvPr/>
        </p:nvSpPr>
        <p:spPr>
          <a:xfrm>
            <a:off x="8625372" y="6190488"/>
            <a:ext cx="54864" cy="54864"/>
          </a:xfrm>
          <a:prstGeom prst="ellipse">
            <a:avLst/>
          </a:prstGeom>
          <a:solidFill>
            <a:srgbClr val="7F95A3"/>
          </a:solidFill>
          <a:ln/>
        </p:spPr>
      </p:sp>
      <p:sp>
        <p:nvSpPr>
          <p:cNvPr id="41" name="Shape 38"/>
          <p:cNvSpPr/>
          <p:nvPr/>
        </p:nvSpPr>
        <p:spPr>
          <a:xfrm>
            <a:off x="8711753" y="6190488"/>
            <a:ext cx="54864" cy="54864"/>
          </a:xfrm>
          <a:prstGeom prst="ellipse">
            <a:avLst/>
          </a:prstGeom>
          <a:solidFill>
            <a:srgbClr val="7F95A3"/>
          </a:solidFill>
          <a:ln/>
        </p:spPr>
      </p:sp>
      <p:sp>
        <p:nvSpPr>
          <p:cNvPr id="42" name="Shape 39"/>
          <p:cNvSpPr/>
          <p:nvPr/>
        </p:nvSpPr>
        <p:spPr>
          <a:xfrm>
            <a:off x="8798133" y="6190488"/>
            <a:ext cx="54864" cy="54864"/>
          </a:xfrm>
          <a:prstGeom prst="ellipse">
            <a:avLst/>
          </a:prstGeom>
          <a:solidFill>
            <a:srgbClr val="7F95A3"/>
          </a:solidFill>
          <a:ln/>
        </p:spPr>
      </p:sp>
      <p:sp>
        <p:nvSpPr>
          <p:cNvPr id="43" name="Shape 40"/>
          <p:cNvSpPr/>
          <p:nvPr/>
        </p:nvSpPr>
        <p:spPr>
          <a:xfrm>
            <a:off x="8884514" y="6190488"/>
            <a:ext cx="54864" cy="54864"/>
          </a:xfrm>
          <a:prstGeom prst="ellipse">
            <a:avLst/>
          </a:prstGeom>
          <a:solidFill>
            <a:srgbClr val="7F95A3"/>
          </a:solidFill>
          <a:ln/>
        </p:spPr>
      </p:sp>
      <p:sp>
        <p:nvSpPr>
          <p:cNvPr id="44" name="Shape 41"/>
          <p:cNvSpPr/>
          <p:nvPr/>
        </p:nvSpPr>
        <p:spPr>
          <a:xfrm>
            <a:off x="8970895" y="6190488"/>
            <a:ext cx="54864" cy="54864"/>
          </a:xfrm>
          <a:prstGeom prst="ellipse">
            <a:avLst/>
          </a:prstGeom>
          <a:solidFill>
            <a:srgbClr val="7F95A3"/>
          </a:solidFill>
          <a:ln/>
        </p:spPr>
      </p:sp>
      <p:sp>
        <p:nvSpPr>
          <p:cNvPr id="45" name="Shape 42"/>
          <p:cNvSpPr/>
          <p:nvPr/>
        </p:nvSpPr>
        <p:spPr>
          <a:xfrm>
            <a:off x="9057275" y="6190488"/>
            <a:ext cx="54864" cy="54864"/>
          </a:xfrm>
          <a:prstGeom prst="ellipse">
            <a:avLst/>
          </a:prstGeom>
          <a:solidFill>
            <a:srgbClr val="7F95A3"/>
          </a:solidFill>
          <a:ln/>
        </p:spPr>
      </p:sp>
      <p:sp>
        <p:nvSpPr>
          <p:cNvPr id="46" name="Shape 43"/>
          <p:cNvSpPr/>
          <p:nvPr/>
        </p:nvSpPr>
        <p:spPr>
          <a:xfrm>
            <a:off x="9143656" y="6190488"/>
            <a:ext cx="54864" cy="54864"/>
          </a:xfrm>
          <a:prstGeom prst="ellipse">
            <a:avLst/>
          </a:prstGeom>
          <a:solidFill>
            <a:srgbClr val="7F95A3"/>
          </a:solidFill>
          <a:ln/>
        </p:spPr>
      </p:sp>
      <p:sp>
        <p:nvSpPr>
          <p:cNvPr id="47" name="Shape 44"/>
          <p:cNvSpPr/>
          <p:nvPr/>
        </p:nvSpPr>
        <p:spPr>
          <a:xfrm>
            <a:off x="9179744" y="6140196"/>
            <a:ext cx="155448" cy="155448"/>
          </a:xfrm>
          <a:prstGeom prst="ellipse">
            <a:avLst/>
          </a:prstGeom>
          <a:solidFill>
            <a:srgbClr val="8F5E12"/>
          </a:solidFill>
          <a:ln/>
        </p:spPr>
      </p:sp>
      <p:sp>
        <p:nvSpPr>
          <p:cNvPr id="48" name="Shape 45"/>
          <p:cNvSpPr/>
          <p:nvPr/>
        </p:nvSpPr>
        <p:spPr>
          <a:xfrm>
            <a:off x="9316417" y="6190488"/>
            <a:ext cx="54864" cy="54864"/>
          </a:xfrm>
          <a:prstGeom prst="ellipse">
            <a:avLst/>
          </a:prstGeom>
          <a:solidFill>
            <a:srgbClr val="CFD9DF"/>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Step 36 image" descr="Step 36: Widen the sand band">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09928" cy="292608"/>
          </a:xfrm>
          <a:prstGeom prst="roundRect">
            <a:avLst>
              <a:gd name="adj" fmla="val 31250"/>
            </a:avLst>
          </a:prstGeom>
          <a:solidFill>
            <a:srgbClr val="8F5E12"/>
          </a:solidFill>
          <a:ln/>
        </p:spPr>
        <p:txBody>
          <a:bodyPr wrap="square" lIns="0" tIns="0" rIns="0" bIns="0" rtlCol="0" anchor="ctr"/>
          <a:lstStyle/>
          <a:p>
            <a:pPr algn="ctr" indent="0" marL="0">
              <a:buNone/>
            </a:pPr>
            <a:r>
              <a:rPr lang="en-US" sz="1100" b="1" dirty="0">
                <a:solidFill>
                  <a:srgbClr val="FFFFFF"/>
                </a:solidFill>
              </a:rPr>
              <a:t>STAGE 7 · BEACH</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36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Widen the sand band</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Add a second stroke above the first to make the sand band deeper.</a:t>
            </a:r>
            <a:endParaRPr lang="en-US" sz="1500" dirty="0"/>
          </a:p>
          <a:p>
            <a:pPr marL="203200" indent="-203200">
              <a:spcAft>
                <a:spcPts val="600"/>
              </a:spcAft>
              <a:buSzPct val="100000"/>
              <a:buChar char="•"/>
            </a:pPr>
            <a:r>
              <a:rPr lang="en-US" sz="1500" dirty="0">
                <a:solidFill>
                  <a:schemeClr val="tx1"/>
                </a:solidFill>
              </a:rPr>
              <a:t>Let the strokes overlap slightly.</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Overlapping strokes give the sand a natural, uneven look.</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Raw sienna"/>
          <p:cNvSpPr/>
          <p:nvPr/>
        </p:nvSpPr>
        <p:spPr>
          <a:xfrm>
            <a:off x="6277336" y="5532120"/>
            <a:ext cx="329184" cy="329184"/>
          </a:xfrm>
          <a:prstGeom prst="ellipse">
            <a:avLst/>
          </a:prstGeom>
          <a:solidFill>
            <a:srgbClr val="D7B47C"/>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Raw sienna</a:t>
            </a:r>
            <a:endParaRPr lang="en-US" sz="1100" dirty="0"/>
          </a:p>
          <a:p>
            <a:pPr indent="0" marL="0">
              <a:buNone/>
            </a:pPr>
            <a:r>
              <a:rPr lang="en-US" sz="1000" dirty="0">
                <a:solidFill>
                  <a:srgbClr val="4A5058"/>
                </a:solidFill>
              </a:rPr>
              <a:t>#D7B47C</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66230" y="6190488"/>
            <a:ext cx="54864" cy="54864"/>
          </a:xfrm>
          <a:prstGeom prst="ellipse">
            <a:avLst/>
          </a:prstGeom>
          <a:solidFill>
            <a:srgbClr val="7F95A3"/>
          </a:solidFill>
          <a:ln/>
        </p:spPr>
      </p:sp>
      <p:sp>
        <p:nvSpPr>
          <p:cNvPr id="38" name="Shape 35"/>
          <p:cNvSpPr/>
          <p:nvPr/>
        </p:nvSpPr>
        <p:spPr>
          <a:xfrm>
            <a:off x="8452611" y="6190488"/>
            <a:ext cx="54864" cy="54864"/>
          </a:xfrm>
          <a:prstGeom prst="ellipse">
            <a:avLst/>
          </a:prstGeom>
          <a:solidFill>
            <a:srgbClr val="7F95A3"/>
          </a:solidFill>
          <a:ln/>
        </p:spPr>
      </p:sp>
      <p:sp>
        <p:nvSpPr>
          <p:cNvPr id="39" name="Shape 36"/>
          <p:cNvSpPr/>
          <p:nvPr/>
        </p:nvSpPr>
        <p:spPr>
          <a:xfrm>
            <a:off x="8538991" y="6190488"/>
            <a:ext cx="54864" cy="54864"/>
          </a:xfrm>
          <a:prstGeom prst="ellipse">
            <a:avLst/>
          </a:prstGeom>
          <a:solidFill>
            <a:srgbClr val="7F95A3"/>
          </a:solidFill>
          <a:ln/>
        </p:spPr>
      </p:sp>
      <p:sp>
        <p:nvSpPr>
          <p:cNvPr id="40" name="Shape 37"/>
          <p:cNvSpPr/>
          <p:nvPr/>
        </p:nvSpPr>
        <p:spPr>
          <a:xfrm>
            <a:off x="8625372" y="6190488"/>
            <a:ext cx="54864" cy="54864"/>
          </a:xfrm>
          <a:prstGeom prst="ellipse">
            <a:avLst/>
          </a:prstGeom>
          <a:solidFill>
            <a:srgbClr val="7F95A3"/>
          </a:solidFill>
          <a:ln/>
        </p:spPr>
      </p:sp>
      <p:sp>
        <p:nvSpPr>
          <p:cNvPr id="41" name="Shape 38"/>
          <p:cNvSpPr/>
          <p:nvPr/>
        </p:nvSpPr>
        <p:spPr>
          <a:xfrm>
            <a:off x="8711753" y="6190488"/>
            <a:ext cx="54864" cy="54864"/>
          </a:xfrm>
          <a:prstGeom prst="ellipse">
            <a:avLst/>
          </a:prstGeom>
          <a:solidFill>
            <a:srgbClr val="7F95A3"/>
          </a:solidFill>
          <a:ln/>
        </p:spPr>
      </p:sp>
      <p:sp>
        <p:nvSpPr>
          <p:cNvPr id="42" name="Shape 39"/>
          <p:cNvSpPr/>
          <p:nvPr/>
        </p:nvSpPr>
        <p:spPr>
          <a:xfrm>
            <a:off x="8798133" y="6190488"/>
            <a:ext cx="54864" cy="54864"/>
          </a:xfrm>
          <a:prstGeom prst="ellipse">
            <a:avLst/>
          </a:prstGeom>
          <a:solidFill>
            <a:srgbClr val="7F95A3"/>
          </a:solidFill>
          <a:ln/>
        </p:spPr>
      </p:sp>
      <p:sp>
        <p:nvSpPr>
          <p:cNvPr id="43" name="Shape 40"/>
          <p:cNvSpPr/>
          <p:nvPr/>
        </p:nvSpPr>
        <p:spPr>
          <a:xfrm>
            <a:off x="8884514" y="6190488"/>
            <a:ext cx="54864" cy="54864"/>
          </a:xfrm>
          <a:prstGeom prst="ellipse">
            <a:avLst/>
          </a:prstGeom>
          <a:solidFill>
            <a:srgbClr val="7F95A3"/>
          </a:solidFill>
          <a:ln/>
        </p:spPr>
      </p:sp>
      <p:sp>
        <p:nvSpPr>
          <p:cNvPr id="44" name="Shape 41"/>
          <p:cNvSpPr/>
          <p:nvPr/>
        </p:nvSpPr>
        <p:spPr>
          <a:xfrm>
            <a:off x="8970895" y="6190488"/>
            <a:ext cx="54864" cy="54864"/>
          </a:xfrm>
          <a:prstGeom prst="ellipse">
            <a:avLst/>
          </a:prstGeom>
          <a:solidFill>
            <a:srgbClr val="7F95A3"/>
          </a:solidFill>
          <a:ln/>
        </p:spPr>
      </p:sp>
      <p:sp>
        <p:nvSpPr>
          <p:cNvPr id="45" name="Shape 42"/>
          <p:cNvSpPr/>
          <p:nvPr/>
        </p:nvSpPr>
        <p:spPr>
          <a:xfrm>
            <a:off x="9057275" y="6190488"/>
            <a:ext cx="54864" cy="54864"/>
          </a:xfrm>
          <a:prstGeom prst="ellipse">
            <a:avLst/>
          </a:prstGeom>
          <a:solidFill>
            <a:srgbClr val="7F95A3"/>
          </a:solidFill>
          <a:ln/>
        </p:spPr>
      </p:sp>
      <p:sp>
        <p:nvSpPr>
          <p:cNvPr id="46" name="Shape 43"/>
          <p:cNvSpPr/>
          <p:nvPr/>
        </p:nvSpPr>
        <p:spPr>
          <a:xfrm>
            <a:off x="9143656" y="6190488"/>
            <a:ext cx="54864" cy="54864"/>
          </a:xfrm>
          <a:prstGeom prst="ellipse">
            <a:avLst/>
          </a:prstGeom>
          <a:solidFill>
            <a:srgbClr val="7F95A3"/>
          </a:solidFill>
          <a:ln/>
        </p:spPr>
      </p:sp>
      <p:sp>
        <p:nvSpPr>
          <p:cNvPr id="47" name="Shape 44"/>
          <p:cNvSpPr/>
          <p:nvPr/>
        </p:nvSpPr>
        <p:spPr>
          <a:xfrm>
            <a:off x="9230036" y="6190488"/>
            <a:ext cx="54864" cy="54864"/>
          </a:xfrm>
          <a:prstGeom prst="ellipse">
            <a:avLst/>
          </a:prstGeom>
          <a:solidFill>
            <a:srgbClr val="7F95A3"/>
          </a:solidFill>
          <a:ln/>
        </p:spPr>
      </p:sp>
      <p:sp>
        <p:nvSpPr>
          <p:cNvPr id="48" name="Shape 45"/>
          <p:cNvSpPr/>
          <p:nvPr/>
        </p:nvSpPr>
        <p:spPr>
          <a:xfrm>
            <a:off x="9266125" y="6140196"/>
            <a:ext cx="155448" cy="155448"/>
          </a:xfrm>
          <a:prstGeom prst="ellipse">
            <a:avLst/>
          </a:prstGeom>
          <a:solidFill>
            <a:srgbClr val="8F5E12"/>
          </a:solidFill>
          <a:ln/>
        </p:spPr>
      </p:sp>
      <p:sp>
        <p:nvSpPr>
          <p:cNvPr id="49" name="Shape 46"/>
          <p:cNvSpPr/>
          <p:nvPr/>
        </p:nvSpPr>
        <p:spPr>
          <a:xfrm>
            <a:off x="9402798" y="6190488"/>
            <a:ext cx="54864" cy="54864"/>
          </a:xfrm>
          <a:prstGeom prst="ellipse">
            <a:avLst/>
          </a:prstGeom>
          <a:solidFill>
            <a:srgbClr val="CFD9DF"/>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Step 37 image" descr="Step 37: Keep building the sand">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09928" cy="292608"/>
          </a:xfrm>
          <a:prstGeom prst="roundRect">
            <a:avLst>
              <a:gd name="adj" fmla="val 31250"/>
            </a:avLst>
          </a:prstGeom>
          <a:solidFill>
            <a:srgbClr val="8F5E12"/>
          </a:solidFill>
          <a:ln/>
        </p:spPr>
        <p:txBody>
          <a:bodyPr wrap="square" lIns="0" tIns="0" rIns="0" bIns="0" rtlCol="0" anchor="ctr"/>
          <a:lstStyle/>
          <a:p>
            <a:pPr algn="ctr" indent="0" marL="0">
              <a:buNone/>
            </a:pPr>
            <a:r>
              <a:rPr lang="en-US" sz="1100" b="1" dirty="0">
                <a:solidFill>
                  <a:srgbClr val="FFFFFF"/>
                </a:solidFill>
              </a:rPr>
              <a:t>STAGE 7 · BEACH</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37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Keep building the sand</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Continue to fill the lower part of the painting with raw sienna.</a:t>
            </a:r>
            <a:endParaRPr lang="en-US" sz="1500" dirty="0"/>
          </a:p>
          <a:p>
            <a:pPr marL="203200" indent="-203200">
              <a:spcAft>
                <a:spcPts val="600"/>
              </a:spcAft>
              <a:buSzPct val="100000"/>
              <a:buChar char="•"/>
            </a:pPr>
            <a:r>
              <a:rPr lang="en-US" sz="1500" dirty="0">
                <a:solidFill>
                  <a:schemeClr val="tx1"/>
                </a:solidFill>
              </a:rPr>
              <a:t>Use more water as you move upward so the color gets paler.</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The sand is deepest at the bottom and fades toward the water.</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Raw sienna"/>
          <p:cNvSpPr/>
          <p:nvPr/>
        </p:nvSpPr>
        <p:spPr>
          <a:xfrm>
            <a:off x="6277336" y="5532120"/>
            <a:ext cx="329184" cy="329184"/>
          </a:xfrm>
          <a:prstGeom prst="ellipse">
            <a:avLst/>
          </a:prstGeom>
          <a:solidFill>
            <a:srgbClr val="D7B47C"/>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Raw sienna</a:t>
            </a:r>
            <a:endParaRPr lang="en-US" sz="1100" dirty="0"/>
          </a:p>
          <a:p>
            <a:pPr indent="0" marL="0">
              <a:buNone/>
            </a:pPr>
            <a:r>
              <a:rPr lang="en-US" sz="1000" dirty="0">
                <a:solidFill>
                  <a:srgbClr val="4A5058"/>
                </a:solidFill>
              </a:rPr>
              <a:t>#D7B47C</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66230" y="6190488"/>
            <a:ext cx="54864" cy="54864"/>
          </a:xfrm>
          <a:prstGeom prst="ellipse">
            <a:avLst/>
          </a:prstGeom>
          <a:solidFill>
            <a:srgbClr val="7F95A3"/>
          </a:solidFill>
          <a:ln/>
        </p:spPr>
      </p:sp>
      <p:sp>
        <p:nvSpPr>
          <p:cNvPr id="38" name="Shape 35"/>
          <p:cNvSpPr/>
          <p:nvPr/>
        </p:nvSpPr>
        <p:spPr>
          <a:xfrm>
            <a:off x="8452611" y="6190488"/>
            <a:ext cx="54864" cy="54864"/>
          </a:xfrm>
          <a:prstGeom prst="ellipse">
            <a:avLst/>
          </a:prstGeom>
          <a:solidFill>
            <a:srgbClr val="7F95A3"/>
          </a:solidFill>
          <a:ln/>
        </p:spPr>
      </p:sp>
      <p:sp>
        <p:nvSpPr>
          <p:cNvPr id="39" name="Shape 36"/>
          <p:cNvSpPr/>
          <p:nvPr/>
        </p:nvSpPr>
        <p:spPr>
          <a:xfrm>
            <a:off x="8538991" y="6190488"/>
            <a:ext cx="54864" cy="54864"/>
          </a:xfrm>
          <a:prstGeom prst="ellipse">
            <a:avLst/>
          </a:prstGeom>
          <a:solidFill>
            <a:srgbClr val="7F95A3"/>
          </a:solidFill>
          <a:ln/>
        </p:spPr>
      </p:sp>
      <p:sp>
        <p:nvSpPr>
          <p:cNvPr id="40" name="Shape 37"/>
          <p:cNvSpPr/>
          <p:nvPr/>
        </p:nvSpPr>
        <p:spPr>
          <a:xfrm>
            <a:off x="8625372" y="6190488"/>
            <a:ext cx="54864" cy="54864"/>
          </a:xfrm>
          <a:prstGeom prst="ellipse">
            <a:avLst/>
          </a:prstGeom>
          <a:solidFill>
            <a:srgbClr val="7F95A3"/>
          </a:solidFill>
          <a:ln/>
        </p:spPr>
      </p:sp>
      <p:sp>
        <p:nvSpPr>
          <p:cNvPr id="41" name="Shape 38"/>
          <p:cNvSpPr/>
          <p:nvPr/>
        </p:nvSpPr>
        <p:spPr>
          <a:xfrm>
            <a:off x="8711753" y="6190488"/>
            <a:ext cx="54864" cy="54864"/>
          </a:xfrm>
          <a:prstGeom prst="ellipse">
            <a:avLst/>
          </a:prstGeom>
          <a:solidFill>
            <a:srgbClr val="7F95A3"/>
          </a:solidFill>
          <a:ln/>
        </p:spPr>
      </p:sp>
      <p:sp>
        <p:nvSpPr>
          <p:cNvPr id="42" name="Shape 39"/>
          <p:cNvSpPr/>
          <p:nvPr/>
        </p:nvSpPr>
        <p:spPr>
          <a:xfrm>
            <a:off x="8798133" y="6190488"/>
            <a:ext cx="54864" cy="54864"/>
          </a:xfrm>
          <a:prstGeom prst="ellipse">
            <a:avLst/>
          </a:prstGeom>
          <a:solidFill>
            <a:srgbClr val="7F95A3"/>
          </a:solidFill>
          <a:ln/>
        </p:spPr>
      </p:sp>
      <p:sp>
        <p:nvSpPr>
          <p:cNvPr id="43" name="Shape 40"/>
          <p:cNvSpPr/>
          <p:nvPr/>
        </p:nvSpPr>
        <p:spPr>
          <a:xfrm>
            <a:off x="8884514" y="6190488"/>
            <a:ext cx="54864" cy="54864"/>
          </a:xfrm>
          <a:prstGeom prst="ellipse">
            <a:avLst/>
          </a:prstGeom>
          <a:solidFill>
            <a:srgbClr val="7F95A3"/>
          </a:solidFill>
          <a:ln/>
        </p:spPr>
      </p:sp>
      <p:sp>
        <p:nvSpPr>
          <p:cNvPr id="44" name="Shape 41"/>
          <p:cNvSpPr/>
          <p:nvPr/>
        </p:nvSpPr>
        <p:spPr>
          <a:xfrm>
            <a:off x="8970895" y="6190488"/>
            <a:ext cx="54864" cy="54864"/>
          </a:xfrm>
          <a:prstGeom prst="ellipse">
            <a:avLst/>
          </a:prstGeom>
          <a:solidFill>
            <a:srgbClr val="7F95A3"/>
          </a:solidFill>
          <a:ln/>
        </p:spPr>
      </p:sp>
      <p:sp>
        <p:nvSpPr>
          <p:cNvPr id="45" name="Shape 42"/>
          <p:cNvSpPr/>
          <p:nvPr/>
        </p:nvSpPr>
        <p:spPr>
          <a:xfrm>
            <a:off x="9057275" y="6190488"/>
            <a:ext cx="54864" cy="54864"/>
          </a:xfrm>
          <a:prstGeom prst="ellipse">
            <a:avLst/>
          </a:prstGeom>
          <a:solidFill>
            <a:srgbClr val="7F95A3"/>
          </a:solidFill>
          <a:ln/>
        </p:spPr>
      </p:sp>
      <p:sp>
        <p:nvSpPr>
          <p:cNvPr id="46" name="Shape 43"/>
          <p:cNvSpPr/>
          <p:nvPr/>
        </p:nvSpPr>
        <p:spPr>
          <a:xfrm>
            <a:off x="9143656" y="6190488"/>
            <a:ext cx="54864" cy="54864"/>
          </a:xfrm>
          <a:prstGeom prst="ellipse">
            <a:avLst/>
          </a:prstGeom>
          <a:solidFill>
            <a:srgbClr val="7F95A3"/>
          </a:solidFill>
          <a:ln/>
        </p:spPr>
      </p:sp>
      <p:sp>
        <p:nvSpPr>
          <p:cNvPr id="47" name="Shape 44"/>
          <p:cNvSpPr/>
          <p:nvPr/>
        </p:nvSpPr>
        <p:spPr>
          <a:xfrm>
            <a:off x="9230036" y="6190488"/>
            <a:ext cx="54864" cy="54864"/>
          </a:xfrm>
          <a:prstGeom prst="ellipse">
            <a:avLst/>
          </a:prstGeom>
          <a:solidFill>
            <a:srgbClr val="7F95A3"/>
          </a:solidFill>
          <a:ln/>
        </p:spPr>
      </p:sp>
      <p:sp>
        <p:nvSpPr>
          <p:cNvPr id="48" name="Shape 45"/>
          <p:cNvSpPr/>
          <p:nvPr/>
        </p:nvSpPr>
        <p:spPr>
          <a:xfrm>
            <a:off x="9316417" y="6190488"/>
            <a:ext cx="54864" cy="54864"/>
          </a:xfrm>
          <a:prstGeom prst="ellipse">
            <a:avLst/>
          </a:prstGeom>
          <a:solidFill>
            <a:srgbClr val="7F95A3"/>
          </a:solidFill>
          <a:ln/>
        </p:spPr>
      </p:sp>
      <p:sp>
        <p:nvSpPr>
          <p:cNvPr id="49" name="Shape 46"/>
          <p:cNvSpPr/>
          <p:nvPr/>
        </p:nvSpPr>
        <p:spPr>
          <a:xfrm>
            <a:off x="9352506" y="6140196"/>
            <a:ext cx="155448" cy="155448"/>
          </a:xfrm>
          <a:prstGeom prst="ellipse">
            <a:avLst/>
          </a:prstGeom>
          <a:solidFill>
            <a:srgbClr val="8F5E12"/>
          </a:solidFill>
          <a:ln/>
        </p:spPr>
      </p:sp>
      <p:sp>
        <p:nvSpPr>
          <p:cNvPr id="50" name="Shape 47"/>
          <p:cNvSpPr/>
          <p:nvPr/>
        </p:nvSpPr>
        <p:spPr>
          <a:xfrm>
            <a:off x="9489178" y="6190488"/>
            <a:ext cx="54864" cy="54864"/>
          </a:xfrm>
          <a:prstGeom prst="ellipse">
            <a:avLst/>
          </a:prstGeom>
          <a:solidFill>
            <a:srgbClr val="CFD9DF"/>
          </a:solidFill>
          <a:ln/>
        </p:spPr>
      </p:sp>
      <p:sp>
        <p:nvSpPr>
          <p:cNvPr id="51" name="Shape 48"/>
          <p:cNvSpPr/>
          <p:nvPr/>
        </p:nvSpPr>
        <p:spPr>
          <a:xfrm>
            <a:off x="9575559" y="6190488"/>
            <a:ext cx="54864" cy="54864"/>
          </a:xfrm>
          <a:prstGeom prst="ellipse">
            <a:avLst/>
          </a:prstGeom>
          <a:solidFill>
            <a:srgbClr val="CFD9DF"/>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Step 38 image" descr="Step 38: Soften where sand meets sea">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09928" cy="292608"/>
          </a:xfrm>
          <a:prstGeom prst="roundRect">
            <a:avLst>
              <a:gd name="adj" fmla="val 31250"/>
            </a:avLst>
          </a:prstGeom>
          <a:solidFill>
            <a:srgbClr val="8F5E12"/>
          </a:solidFill>
          <a:ln/>
        </p:spPr>
        <p:txBody>
          <a:bodyPr wrap="square" lIns="0" tIns="0" rIns="0" bIns="0" rtlCol="0" anchor="ctr"/>
          <a:lstStyle/>
          <a:p>
            <a:pPr algn="ctr" indent="0" marL="0">
              <a:buNone/>
            </a:pPr>
            <a:r>
              <a:rPr lang="en-US" sz="1100" b="1" dirty="0">
                <a:solidFill>
                  <a:srgbClr val="FFFFFF"/>
                </a:solidFill>
              </a:rPr>
              <a:t>STAGE 7 · BEACH</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38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Soften where sand meets sea</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Use a damp brush to blend the top edge of the sand into the blue.</a:t>
            </a:r>
            <a:endParaRPr lang="en-US" sz="1500" dirty="0"/>
          </a:p>
          <a:p>
            <a:pPr marL="203200" indent="-203200">
              <a:spcAft>
                <a:spcPts val="600"/>
              </a:spcAft>
              <a:buSzPct val="100000"/>
              <a:buChar char="•"/>
            </a:pPr>
            <a:r>
              <a:rPr lang="en-US" sz="1500" dirty="0">
                <a:solidFill>
                  <a:schemeClr val="tx1"/>
                </a:solidFill>
              </a:rPr>
              <a:t>Keep the blend small. A little overlap is enough.</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Too much blending can turn the meeting point muddy green. Stop early.</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Raw sienna"/>
          <p:cNvSpPr/>
          <p:nvPr/>
        </p:nvSpPr>
        <p:spPr>
          <a:xfrm>
            <a:off x="6277336" y="5532120"/>
            <a:ext cx="329184" cy="329184"/>
          </a:xfrm>
          <a:prstGeom prst="ellipse">
            <a:avLst/>
          </a:prstGeom>
          <a:solidFill>
            <a:srgbClr val="D7B47C"/>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Raw sienna</a:t>
            </a:r>
            <a:endParaRPr lang="en-US" sz="1100" dirty="0"/>
          </a:p>
          <a:p>
            <a:pPr indent="0" marL="0">
              <a:buNone/>
            </a:pPr>
            <a:r>
              <a:rPr lang="en-US" sz="1000" dirty="0">
                <a:solidFill>
                  <a:srgbClr val="4A5058"/>
                </a:solidFill>
              </a:rPr>
              <a:t>#D7B47C</a:t>
            </a:r>
            <a:endParaRPr lang="en-US" sz="1100" dirty="0"/>
          </a:p>
        </p:txBody>
      </p:sp>
      <p:sp>
        <p:nvSpPr>
          <p:cNvPr id="13" name="Swatch Phthalo blue"/>
          <p:cNvSpPr/>
          <p:nvPr/>
        </p:nvSpPr>
        <p:spPr>
          <a:xfrm>
            <a:off x="8004949" y="5532120"/>
            <a:ext cx="329184" cy="329184"/>
          </a:xfrm>
          <a:prstGeom prst="ellipse">
            <a:avLst/>
          </a:prstGeom>
          <a:solidFill>
            <a:srgbClr val="67A6CC"/>
          </a:solidFill>
          <a:ln w="9525">
            <a:solidFill>
              <a:srgbClr val="C9D3D9"/>
            </a:solidFill>
            <a:prstDash val="solid"/>
          </a:ln>
        </p:spPr>
      </p:sp>
      <p:sp>
        <p:nvSpPr>
          <p:cNvPr id="14" name="Text 11"/>
          <p:cNvSpPr txBox="1"/>
          <p:nvPr/>
        </p:nvSpPr>
        <p:spPr>
          <a:xfrm>
            <a:off x="8416429"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Phthalo blue</a:t>
            </a:r>
            <a:endParaRPr lang="en-US" sz="1100" dirty="0"/>
          </a:p>
          <a:p>
            <a:pPr indent="0" marL="0">
              <a:buNone/>
            </a:pPr>
            <a:r>
              <a:rPr lang="en-US" sz="1000" dirty="0">
                <a:solidFill>
                  <a:srgbClr val="4A5058"/>
                </a:solidFill>
              </a:rPr>
              <a:t>#67A6CC</a:t>
            </a:r>
            <a:endParaRPr lang="en-US" sz="1100" dirty="0"/>
          </a:p>
        </p:txBody>
      </p:sp>
      <p:sp>
        <p:nvSpPr>
          <p:cNvPr id="15" name="Shape 12"/>
          <p:cNvSpPr/>
          <p:nvPr/>
        </p:nvSpPr>
        <p:spPr>
          <a:xfrm>
            <a:off x="6293094" y="6190488"/>
            <a:ext cx="54864" cy="54864"/>
          </a:xfrm>
          <a:prstGeom prst="ellipse">
            <a:avLst/>
          </a:prstGeom>
          <a:solidFill>
            <a:srgbClr val="7F95A3"/>
          </a:solidFill>
          <a:ln/>
        </p:spPr>
      </p:sp>
      <p:sp>
        <p:nvSpPr>
          <p:cNvPr id="16" name="Shape 13"/>
          <p:cNvSpPr/>
          <p:nvPr/>
        </p:nvSpPr>
        <p:spPr>
          <a:xfrm>
            <a:off x="6379475" y="6190488"/>
            <a:ext cx="54864" cy="54864"/>
          </a:xfrm>
          <a:prstGeom prst="ellipse">
            <a:avLst/>
          </a:prstGeom>
          <a:solidFill>
            <a:srgbClr val="7F95A3"/>
          </a:solidFill>
          <a:ln/>
        </p:spPr>
      </p:sp>
      <p:sp>
        <p:nvSpPr>
          <p:cNvPr id="17" name="Shape 14"/>
          <p:cNvSpPr/>
          <p:nvPr/>
        </p:nvSpPr>
        <p:spPr>
          <a:xfrm>
            <a:off x="6465855" y="6190488"/>
            <a:ext cx="54864" cy="54864"/>
          </a:xfrm>
          <a:prstGeom prst="ellipse">
            <a:avLst/>
          </a:prstGeom>
          <a:solidFill>
            <a:srgbClr val="7F95A3"/>
          </a:solidFill>
          <a:ln/>
        </p:spPr>
      </p:sp>
      <p:sp>
        <p:nvSpPr>
          <p:cNvPr id="18" name="Shape 15"/>
          <p:cNvSpPr/>
          <p:nvPr/>
        </p:nvSpPr>
        <p:spPr>
          <a:xfrm>
            <a:off x="6552236" y="6190488"/>
            <a:ext cx="54864" cy="54864"/>
          </a:xfrm>
          <a:prstGeom prst="ellipse">
            <a:avLst/>
          </a:prstGeom>
          <a:solidFill>
            <a:srgbClr val="7F95A3"/>
          </a:solidFill>
          <a:ln/>
        </p:spPr>
      </p:sp>
      <p:sp>
        <p:nvSpPr>
          <p:cNvPr id="19" name="Shape 16"/>
          <p:cNvSpPr/>
          <p:nvPr/>
        </p:nvSpPr>
        <p:spPr>
          <a:xfrm>
            <a:off x="6638617" y="6190488"/>
            <a:ext cx="54864" cy="54864"/>
          </a:xfrm>
          <a:prstGeom prst="ellipse">
            <a:avLst/>
          </a:prstGeom>
          <a:solidFill>
            <a:srgbClr val="7F95A3"/>
          </a:solidFill>
          <a:ln/>
        </p:spPr>
      </p:sp>
      <p:sp>
        <p:nvSpPr>
          <p:cNvPr id="20" name="Shape 17"/>
          <p:cNvSpPr/>
          <p:nvPr/>
        </p:nvSpPr>
        <p:spPr>
          <a:xfrm>
            <a:off x="6724997" y="6190488"/>
            <a:ext cx="54864" cy="54864"/>
          </a:xfrm>
          <a:prstGeom prst="ellipse">
            <a:avLst/>
          </a:prstGeom>
          <a:solidFill>
            <a:srgbClr val="7F95A3"/>
          </a:solidFill>
          <a:ln/>
        </p:spPr>
      </p:sp>
      <p:sp>
        <p:nvSpPr>
          <p:cNvPr id="21" name="Shape 18"/>
          <p:cNvSpPr/>
          <p:nvPr/>
        </p:nvSpPr>
        <p:spPr>
          <a:xfrm>
            <a:off x="6811378" y="6190488"/>
            <a:ext cx="54864" cy="54864"/>
          </a:xfrm>
          <a:prstGeom prst="ellipse">
            <a:avLst/>
          </a:prstGeom>
          <a:solidFill>
            <a:srgbClr val="7F95A3"/>
          </a:solidFill>
          <a:ln/>
        </p:spPr>
      </p:sp>
      <p:sp>
        <p:nvSpPr>
          <p:cNvPr id="22" name="Shape 19"/>
          <p:cNvSpPr/>
          <p:nvPr/>
        </p:nvSpPr>
        <p:spPr>
          <a:xfrm>
            <a:off x="6897759" y="6190488"/>
            <a:ext cx="54864" cy="54864"/>
          </a:xfrm>
          <a:prstGeom prst="ellipse">
            <a:avLst/>
          </a:prstGeom>
          <a:solidFill>
            <a:srgbClr val="7F95A3"/>
          </a:solidFill>
          <a:ln/>
        </p:spPr>
      </p:sp>
      <p:sp>
        <p:nvSpPr>
          <p:cNvPr id="23" name="Shape 20"/>
          <p:cNvSpPr/>
          <p:nvPr/>
        </p:nvSpPr>
        <p:spPr>
          <a:xfrm>
            <a:off x="6984139" y="6190488"/>
            <a:ext cx="54864" cy="54864"/>
          </a:xfrm>
          <a:prstGeom prst="ellipse">
            <a:avLst/>
          </a:prstGeom>
          <a:solidFill>
            <a:srgbClr val="7F95A3"/>
          </a:solidFill>
          <a:ln/>
        </p:spPr>
      </p:sp>
      <p:sp>
        <p:nvSpPr>
          <p:cNvPr id="24" name="Shape 21"/>
          <p:cNvSpPr/>
          <p:nvPr/>
        </p:nvSpPr>
        <p:spPr>
          <a:xfrm>
            <a:off x="7070520" y="6190488"/>
            <a:ext cx="54864" cy="54864"/>
          </a:xfrm>
          <a:prstGeom prst="ellipse">
            <a:avLst/>
          </a:prstGeom>
          <a:solidFill>
            <a:srgbClr val="7F95A3"/>
          </a:solidFill>
          <a:ln/>
        </p:spPr>
      </p:sp>
      <p:sp>
        <p:nvSpPr>
          <p:cNvPr id="25" name="Shape 22"/>
          <p:cNvSpPr/>
          <p:nvPr/>
        </p:nvSpPr>
        <p:spPr>
          <a:xfrm>
            <a:off x="7156901" y="6190488"/>
            <a:ext cx="54864" cy="54864"/>
          </a:xfrm>
          <a:prstGeom prst="ellipse">
            <a:avLst/>
          </a:prstGeom>
          <a:solidFill>
            <a:srgbClr val="7F95A3"/>
          </a:solidFill>
          <a:ln/>
        </p:spPr>
      </p:sp>
      <p:sp>
        <p:nvSpPr>
          <p:cNvPr id="26" name="Shape 23"/>
          <p:cNvSpPr/>
          <p:nvPr/>
        </p:nvSpPr>
        <p:spPr>
          <a:xfrm>
            <a:off x="7243281" y="6190488"/>
            <a:ext cx="54864" cy="54864"/>
          </a:xfrm>
          <a:prstGeom prst="ellipse">
            <a:avLst/>
          </a:prstGeom>
          <a:solidFill>
            <a:srgbClr val="7F95A3"/>
          </a:solidFill>
          <a:ln/>
        </p:spPr>
      </p:sp>
      <p:sp>
        <p:nvSpPr>
          <p:cNvPr id="27" name="Shape 24"/>
          <p:cNvSpPr/>
          <p:nvPr/>
        </p:nvSpPr>
        <p:spPr>
          <a:xfrm>
            <a:off x="7329662" y="6190488"/>
            <a:ext cx="54864" cy="54864"/>
          </a:xfrm>
          <a:prstGeom prst="ellipse">
            <a:avLst/>
          </a:prstGeom>
          <a:solidFill>
            <a:srgbClr val="7F95A3"/>
          </a:solidFill>
          <a:ln/>
        </p:spPr>
      </p:sp>
      <p:sp>
        <p:nvSpPr>
          <p:cNvPr id="28" name="Shape 25"/>
          <p:cNvSpPr/>
          <p:nvPr/>
        </p:nvSpPr>
        <p:spPr>
          <a:xfrm>
            <a:off x="7416043" y="6190488"/>
            <a:ext cx="54864" cy="54864"/>
          </a:xfrm>
          <a:prstGeom prst="ellipse">
            <a:avLst/>
          </a:prstGeom>
          <a:solidFill>
            <a:srgbClr val="7F95A3"/>
          </a:solidFill>
          <a:ln/>
        </p:spPr>
      </p:sp>
      <p:sp>
        <p:nvSpPr>
          <p:cNvPr id="29" name="Shape 26"/>
          <p:cNvSpPr/>
          <p:nvPr/>
        </p:nvSpPr>
        <p:spPr>
          <a:xfrm>
            <a:off x="7502423" y="6190488"/>
            <a:ext cx="54864" cy="54864"/>
          </a:xfrm>
          <a:prstGeom prst="ellipse">
            <a:avLst/>
          </a:prstGeom>
          <a:solidFill>
            <a:srgbClr val="7F95A3"/>
          </a:solidFill>
          <a:ln/>
        </p:spPr>
      </p:sp>
      <p:sp>
        <p:nvSpPr>
          <p:cNvPr id="30" name="Shape 27"/>
          <p:cNvSpPr/>
          <p:nvPr/>
        </p:nvSpPr>
        <p:spPr>
          <a:xfrm>
            <a:off x="7588804" y="6190488"/>
            <a:ext cx="54864" cy="54864"/>
          </a:xfrm>
          <a:prstGeom prst="ellipse">
            <a:avLst/>
          </a:prstGeom>
          <a:solidFill>
            <a:srgbClr val="7F95A3"/>
          </a:solidFill>
          <a:ln/>
        </p:spPr>
      </p:sp>
      <p:sp>
        <p:nvSpPr>
          <p:cNvPr id="31" name="Shape 28"/>
          <p:cNvSpPr/>
          <p:nvPr/>
        </p:nvSpPr>
        <p:spPr>
          <a:xfrm>
            <a:off x="7675185" y="6190488"/>
            <a:ext cx="54864" cy="54864"/>
          </a:xfrm>
          <a:prstGeom prst="ellipse">
            <a:avLst/>
          </a:prstGeom>
          <a:solidFill>
            <a:srgbClr val="7F95A3"/>
          </a:solidFill>
          <a:ln/>
        </p:spPr>
      </p:sp>
      <p:sp>
        <p:nvSpPr>
          <p:cNvPr id="32" name="Shape 29"/>
          <p:cNvSpPr/>
          <p:nvPr/>
        </p:nvSpPr>
        <p:spPr>
          <a:xfrm>
            <a:off x="7761565" y="6190488"/>
            <a:ext cx="54864" cy="54864"/>
          </a:xfrm>
          <a:prstGeom prst="ellipse">
            <a:avLst/>
          </a:prstGeom>
          <a:solidFill>
            <a:srgbClr val="7F95A3"/>
          </a:solidFill>
          <a:ln/>
        </p:spPr>
      </p:sp>
      <p:sp>
        <p:nvSpPr>
          <p:cNvPr id="33" name="Shape 30"/>
          <p:cNvSpPr/>
          <p:nvPr/>
        </p:nvSpPr>
        <p:spPr>
          <a:xfrm>
            <a:off x="7847946" y="6190488"/>
            <a:ext cx="54864" cy="54864"/>
          </a:xfrm>
          <a:prstGeom prst="ellipse">
            <a:avLst/>
          </a:prstGeom>
          <a:solidFill>
            <a:srgbClr val="7F95A3"/>
          </a:solidFill>
          <a:ln/>
        </p:spPr>
      </p:sp>
      <p:sp>
        <p:nvSpPr>
          <p:cNvPr id="34" name="Shape 31"/>
          <p:cNvSpPr/>
          <p:nvPr/>
        </p:nvSpPr>
        <p:spPr>
          <a:xfrm>
            <a:off x="7934327" y="6190488"/>
            <a:ext cx="54864" cy="54864"/>
          </a:xfrm>
          <a:prstGeom prst="ellipse">
            <a:avLst/>
          </a:prstGeom>
          <a:solidFill>
            <a:srgbClr val="7F95A3"/>
          </a:solidFill>
          <a:ln/>
        </p:spPr>
      </p:sp>
      <p:sp>
        <p:nvSpPr>
          <p:cNvPr id="35" name="Shape 32"/>
          <p:cNvSpPr/>
          <p:nvPr/>
        </p:nvSpPr>
        <p:spPr>
          <a:xfrm>
            <a:off x="8020707" y="6190488"/>
            <a:ext cx="54864" cy="54864"/>
          </a:xfrm>
          <a:prstGeom prst="ellipse">
            <a:avLst/>
          </a:prstGeom>
          <a:solidFill>
            <a:srgbClr val="7F95A3"/>
          </a:solidFill>
          <a:ln/>
        </p:spPr>
      </p:sp>
      <p:sp>
        <p:nvSpPr>
          <p:cNvPr id="36" name="Shape 33"/>
          <p:cNvSpPr/>
          <p:nvPr/>
        </p:nvSpPr>
        <p:spPr>
          <a:xfrm>
            <a:off x="8107088" y="6190488"/>
            <a:ext cx="54864" cy="54864"/>
          </a:xfrm>
          <a:prstGeom prst="ellipse">
            <a:avLst/>
          </a:prstGeom>
          <a:solidFill>
            <a:srgbClr val="7F95A3"/>
          </a:solidFill>
          <a:ln/>
        </p:spPr>
      </p:sp>
      <p:sp>
        <p:nvSpPr>
          <p:cNvPr id="37" name="Shape 34"/>
          <p:cNvSpPr/>
          <p:nvPr/>
        </p:nvSpPr>
        <p:spPr>
          <a:xfrm>
            <a:off x="8193469" y="6190488"/>
            <a:ext cx="54864" cy="54864"/>
          </a:xfrm>
          <a:prstGeom prst="ellipse">
            <a:avLst/>
          </a:prstGeom>
          <a:solidFill>
            <a:srgbClr val="7F95A3"/>
          </a:solidFill>
          <a:ln/>
        </p:spPr>
      </p:sp>
      <p:sp>
        <p:nvSpPr>
          <p:cNvPr id="38" name="Shape 35"/>
          <p:cNvSpPr/>
          <p:nvPr/>
        </p:nvSpPr>
        <p:spPr>
          <a:xfrm>
            <a:off x="8279849" y="6190488"/>
            <a:ext cx="54864" cy="54864"/>
          </a:xfrm>
          <a:prstGeom prst="ellipse">
            <a:avLst/>
          </a:prstGeom>
          <a:solidFill>
            <a:srgbClr val="7F95A3"/>
          </a:solidFill>
          <a:ln/>
        </p:spPr>
      </p:sp>
      <p:sp>
        <p:nvSpPr>
          <p:cNvPr id="39" name="Shape 36"/>
          <p:cNvSpPr/>
          <p:nvPr/>
        </p:nvSpPr>
        <p:spPr>
          <a:xfrm>
            <a:off x="8366230" y="6190488"/>
            <a:ext cx="54864" cy="54864"/>
          </a:xfrm>
          <a:prstGeom prst="ellipse">
            <a:avLst/>
          </a:prstGeom>
          <a:solidFill>
            <a:srgbClr val="7F95A3"/>
          </a:solidFill>
          <a:ln/>
        </p:spPr>
      </p:sp>
      <p:sp>
        <p:nvSpPr>
          <p:cNvPr id="40" name="Shape 37"/>
          <p:cNvSpPr/>
          <p:nvPr/>
        </p:nvSpPr>
        <p:spPr>
          <a:xfrm>
            <a:off x="8452611" y="6190488"/>
            <a:ext cx="54864" cy="54864"/>
          </a:xfrm>
          <a:prstGeom prst="ellipse">
            <a:avLst/>
          </a:prstGeom>
          <a:solidFill>
            <a:srgbClr val="7F95A3"/>
          </a:solidFill>
          <a:ln/>
        </p:spPr>
      </p:sp>
      <p:sp>
        <p:nvSpPr>
          <p:cNvPr id="41" name="Shape 38"/>
          <p:cNvSpPr/>
          <p:nvPr/>
        </p:nvSpPr>
        <p:spPr>
          <a:xfrm>
            <a:off x="8538991" y="6190488"/>
            <a:ext cx="54864" cy="54864"/>
          </a:xfrm>
          <a:prstGeom prst="ellipse">
            <a:avLst/>
          </a:prstGeom>
          <a:solidFill>
            <a:srgbClr val="7F95A3"/>
          </a:solidFill>
          <a:ln/>
        </p:spPr>
      </p:sp>
      <p:sp>
        <p:nvSpPr>
          <p:cNvPr id="42" name="Shape 39"/>
          <p:cNvSpPr/>
          <p:nvPr/>
        </p:nvSpPr>
        <p:spPr>
          <a:xfrm>
            <a:off x="8625372" y="6190488"/>
            <a:ext cx="54864" cy="54864"/>
          </a:xfrm>
          <a:prstGeom prst="ellipse">
            <a:avLst/>
          </a:prstGeom>
          <a:solidFill>
            <a:srgbClr val="7F95A3"/>
          </a:solidFill>
          <a:ln/>
        </p:spPr>
      </p:sp>
      <p:sp>
        <p:nvSpPr>
          <p:cNvPr id="43" name="Shape 40"/>
          <p:cNvSpPr/>
          <p:nvPr/>
        </p:nvSpPr>
        <p:spPr>
          <a:xfrm>
            <a:off x="8711753" y="6190488"/>
            <a:ext cx="54864" cy="54864"/>
          </a:xfrm>
          <a:prstGeom prst="ellipse">
            <a:avLst/>
          </a:prstGeom>
          <a:solidFill>
            <a:srgbClr val="7F95A3"/>
          </a:solidFill>
          <a:ln/>
        </p:spPr>
      </p:sp>
      <p:sp>
        <p:nvSpPr>
          <p:cNvPr id="44" name="Shape 41"/>
          <p:cNvSpPr/>
          <p:nvPr/>
        </p:nvSpPr>
        <p:spPr>
          <a:xfrm>
            <a:off x="8798133" y="6190488"/>
            <a:ext cx="54864" cy="54864"/>
          </a:xfrm>
          <a:prstGeom prst="ellipse">
            <a:avLst/>
          </a:prstGeom>
          <a:solidFill>
            <a:srgbClr val="7F95A3"/>
          </a:solidFill>
          <a:ln/>
        </p:spPr>
      </p:sp>
      <p:sp>
        <p:nvSpPr>
          <p:cNvPr id="45" name="Shape 42"/>
          <p:cNvSpPr/>
          <p:nvPr/>
        </p:nvSpPr>
        <p:spPr>
          <a:xfrm>
            <a:off x="8884514" y="6190488"/>
            <a:ext cx="54864" cy="54864"/>
          </a:xfrm>
          <a:prstGeom prst="ellipse">
            <a:avLst/>
          </a:prstGeom>
          <a:solidFill>
            <a:srgbClr val="7F95A3"/>
          </a:solidFill>
          <a:ln/>
        </p:spPr>
      </p:sp>
      <p:sp>
        <p:nvSpPr>
          <p:cNvPr id="46" name="Shape 43"/>
          <p:cNvSpPr/>
          <p:nvPr/>
        </p:nvSpPr>
        <p:spPr>
          <a:xfrm>
            <a:off x="8970895" y="6190488"/>
            <a:ext cx="54864" cy="54864"/>
          </a:xfrm>
          <a:prstGeom prst="ellipse">
            <a:avLst/>
          </a:prstGeom>
          <a:solidFill>
            <a:srgbClr val="7F95A3"/>
          </a:solidFill>
          <a:ln/>
        </p:spPr>
      </p:sp>
      <p:sp>
        <p:nvSpPr>
          <p:cNvPr id="47" name="Shape 44"/>
          <p:cNvSpPr/>
          <p:nvPr/>
        </p:nvSpPr>
        <p:spPr>
          <a:xfrm>
            <a:off x="9057275" y="6190488"/>
            <a:ext cx="54864" cy="54864"/>
          </a:xfrm>
          <a:prstGeom prst="ellipse">
            <a:avLst/>
          </a:prstGeom>
          <a:solidFill>
            <a:srgbClr val="7F95A3"/>
          </a:solidFill>
          <a:ln/>
        </p:spPr>
      </p:sp>
      <p:sp>
        <p:nvSpPr>
          <p:cNvPr id="48" name="Shape 45"/>
          <p:cNvSpPr/>
          <p:nvPr/>
        </p:nvSpPr>
        <p:spPr>
          <a:xfrm>
            <a:off x="9143656" y="6190488"/>
            <a:ext cx="54864" cy="54864"/>
          </a:xfrm>
          <a:prstGeom prst="ellipse">
            <a:avLst/>
          </a:prstGeom>
          <a:solidFill>
            <a:srgbClr val="7F95A3"/>
          </a:solidFill>
          <a:ln/>
        </p:spPr>
      </p:sp>
      <p:sp>
        <p:nvSpPr>
          <p:cNvPr id="49" name="Shape 46"/>
          <p:cNvSpPr/>
          <p:nvPr/>
        </p:nvSpPr>
        <p:spPr>
          <a:xfrm>
            <a:off x="9230036" y="6190488"/>
            <a:ext cx="54864" cy="54864"/>
          </a:xfrm>
          <a:prstGeom prst="ellipse">
            <a:avLst/>
          </a:prstGeom>
          <a:solidFill>
            <a:srgbClr val="7F95A3"/>
          </a:solidFill>
          <a:ln/>
        </p:spPr>
      </p:sp>
      <p:sp>
        <p:nvSpPr>
          <p:cNvPr id="50" name="Shape 47"/>
          <p:cNvSpPr/>
          <p:nvPr/>
        </p:nvSpPr>
        <p:spPr>
          <a:xfrm>
            <a:off x="9316417" y="6190488"/>
            <a:ext cx="54864" cy="54864"/>
          </a:xfrm>
          <a:prstGeom prst="ellipse">
            <a:avLst/>
          </a:prstGeom>
          <a:solidFill>
            <a:srgbClr val="7F95A3"/>
          </a:solidFill>
          <a:ln/>
        </p:spPr>
      </p:sp>
      <p:sp>
        <p:nvSpPr>
          <p:cNvPr id="51" name="Shape 48"/>
          <p:cNvSpPr/>
          <p:nvPr/>
        </p:nvSpPr>
        <p:spPr>
          <a:xfrm>
            <a:off x="9402798" y="6190488"/>
            <a:ext cx="54864" cy="54864"/>
          </a:xfrm>
          <a:prstGeom prst="ellipse">
            <a:avLst/>
          </a:prstGeom>
          <a:solidFill>
            <a:srgbClr val="7F95A3"/>
          </a:solidFill>
          <a:ln/>
        </p:spPr>
      </p:sp>
      <p:sp>
        <p:nvSpPr>
          <p:cNvPr id="52" name="Shape 49"/>
          <p:cNvSpPr/>
          <p:nvPr/>
        </p:nvSpPr>
        <p:spPr>
          <a:xfrm>
            <a:off x="9438886" y="6140196"/>
            <a:ext cx="155448" cy="155448"/>
          </a:xfrm>
          <a:prstGeom prst="ellipse">
            <a:avLst/>
          </a:prstGeom>
          <a:solidFill>
            <a:srgbClr val="8F5E12"/>
          </a:solidFill>
          <a:ln/>
        </p:spPr>
      </p:sp>
      <p:sp>
        <p:nvSpPr>
          <p:cNvPr id="53" name="Shape 50"/>
          <p:cNvSpPr/>
          <p:nvPr/>
        </p:nvSpPr>
        <p:spPr>
          <a:xfrm>
            <a:off x="9575559" y="6190488"/>
            <a:ext cx="54864" cy="54864"/>
          </a:xfrm>
          <a:prstGeom prst="ellipse">
            <a:avLst/>
          </a:prstGeom>
          <a:solidFill>
            <a:srgbClr val="CFD9DF"/>
          </a:solidFill>
          <a:ln/>
        </p:spPr>
      </p:sp>
      <p:sp>
        <p:nvSpPr>
          <p:cNvPr id="54" name="Shape 51"/>
          <p:cNvSpPr/>
          <p:nvPr/>
        </p:nvSpPr>
        <p:spPr>
          <a:xfrm>
            <a:off x="9661940" y="6190488"/>
            <a:ext cx="54864" cy="54864"/>
          </a:xfrm>
          <a:prstGeom prst="ellipse">
            <a:avLst/>
          </a:prstGeom>
          <a:solidFill>
            <a:srgbClr val="CFD9DF"/>
          </a:solidFill>
          <a:ln/>
        </p:spPr>
      </p:sp>
      <p:sp>
        <p:nvSpPr>
          <p:cNvPr id="55" name="Shape 52"/>
          <p:cNvSpPr/>
          <p:nvPr/>
        </p:nvSpPr>
        <p:spPr>
          <a:xfrm>
            <a:off x="9748320" y="6190488"/>
            <a:ext cx="54864" cy="54864"/>
          </a:xfrm>
          <a:prstGeom prst="ellipse">
            <a:avLst/>
          </a:prstGeom>
          <a:solidFill>
            <a:srgbClr val="CFD9DF"/>
          </a:solidFill>
          <a:ln/>
        </p:spPr>
      </p:sp>
      <p:sp>
        <p:nvSpPr>
          <p:cNvPr id="56" name="Shape 53"/>
          <p:cNvSpPr/>
          <p:nvPr/>
        </p:nvSpPr>
        <p:spPr>
          <a:xfrm>
            <a:off x="9834701" y="6190488"/>
            <a:ext cx="54864" cy="54864"/>
          </a:xfrm>
          <a:prstGeom prst="ellipse">
            <a:avLst/>
          </a:prstGeom>
          <a:solidFill>
            <a:srgbClr val="CFD9DF"/>
          </a:solidFill>
          <a:ln/>
        </p:spPr>
      </p:sp>
      <p:sp>
        <p:nvSpPr>
          <p:cNvPr id="57" name="Shape 54"/>
          <p:cNvSpPr/>
          <p:nvPr/>
        </p:nvSpPr>
        <p:spPr>
          <a:xfrm>
            <a:off x="9921082" y="6190488"/>
            <a:ext cx="54864" cy="54864"/>
          </a:xfrm>
          <a:prstGeom prst="ellipse">
            <a:avLst/>
          </a:prstGeom>
          <a:solidFill>
            <a:srgbClr val="CFD9DF"/>
          </a:solidFill>
          <a:ln/>
        </p:spPr>
      </p:sp>
      <p:sp>
        <p:nvSpPr>
          <p:cNvPr id="58" name="Shape 55"/>
          <p:cNvSpPr/>
          <p:nvPr/>
        </p:nvSpPr>
        <p:spPr>
          <a:xfrm>
            <a:off x="10007462" y="6190488"/>
            <a:ext cx="54864" cy="54864"/>
          </a:xfrm>
          <a:prstGeom prst="ellipse">
            <a:avLst/>
          </a:prstGeom>
          <a:solidFill>
            <a:srgbClr val="CFD9DF"/>
          </a:solidFill>
          <a:ln/>
        </p:spPr>
      </p:sp>
      <p:sp>
        <p:nvSpPr>
          <p:cNvPr id="59" name="Shape 56"/>
          <p:cNvSpPr/>
          <p:nvPr/>
        </p:nvSpPr>
        <p:spPr>
          <a:xfrm>
            <a:off x="10093843" y="6190488"/>
            <a:ext cx="54864" cy="54864"/>
          </a:xfrm>
          <a:prstGeom prst="ellipse">
            <a:avLst/>
          </a:prstGeom>
          <a:solidFill>
            <a:srgbClr val="CFD9DF"/>
          </a:solidFill>
          <a:ln/>
        </p:spPr>
      </p:sp>
      <p:sp>
        <p:nvSpPr>
          <p:cNvPr id="60" name="Shape 57"/>
          <p:cNvSpPr/>
          <p:nvPr/>
        </p:nvSpPr>
        <p:spPr>
          <a:xfrm>
            <a:off x="10180224" y="6190488"/>
            <a:ext cx="54864" cy="54864"/>
          </a:xfrm>
          <a:prstGeom prst="ellipse">
            <a:avLst/>
          </a:prstGeom>
          <a:solidFill>
            <a:srgbClr val="CFD9DF"/>
          </a:solidFill>
          <a:ln/>
        </p:spPr>
      </p:sp>
      <p:sp>
        <p:nvSpPr>
          <p:cNvPr id="61" name="Shape 58"/>
          <p:cNvSpPr/>
          <p:nvPr/>
        </p:nvSpPr>
        <p:spPr>
          <a:xfrm>
            <a:off x="10266604" y="6190488"/>
            <a:ext cx="54864" cy="54864"/>
          </a:xfrm>
          <a:prstGeom prst="ellipse">
            <a:avLst/>
          </a:prstGeom>
          <a:solidFill>
            <a:srgbClr val="CFD9DF"/>
          </a:solidFill>
          <a:ln/>
        </p:spPr>
      </p:sp>
      <p:sp>
        <p:nvSpPr>
          <p:cNvPr id="62" name="Shape 59"/>
          <p:cNvSpPr/>
          <p:nvPr/>
        </p:nvSpPr>
        <p:spPr>
          <a:xfrm>
            <a:off x="10352985" y="6190488"/>
            <a:ext cx="54864" cy="54864"/>
          </a:xfrm>
          <a:prstGeom prst="ellipse">
            <a:avLst/>
          </a:prstGeom>
          <a:solidFill>
            <a:srgbClr val="CFD9DF"/>
          </a:solidFill>
          <a:ln/>
        </p:spPr>
      </p:sp>
      <p:sp>
        <p:nvSpPr>
          <p:cNvPr id="63" name="Shape 60"/>
          <p:cNvSpPr/>
          <p:nvPr/>
        </p:nvSpPr>
        <p:spPr>
          <a:xfrm>
            <a:off x="10439366" y="6190488"/>
            <a:ext cx="54864" cy="54864"/>
          </a:xfrm>
          <a:prstGeom prst="ellipse">
            <a:avLst/>
          </a:prstGeom>
          <a:solidFill>
            <a:srgbClr val="CFD9DF"/>
          </a:solidFill>
          <a:ln/>
        </p:spPr>
      </p:sp>
      <p:sp>
        <p:nvSpPr>
          <p:cNvPr id="64" name="Shape 61"/>
          <p:cNvSpPr/>
          <p:nvPr/>
        </p:nvSpPr>
        <p:spPr>
          <a:xfrm>
            <a:off x="10525746" y="6190488"/>
            <a:ext cx="54864" cy="54864"/>
          </a:xfrm>
          <a:prstGeom prst="ellipse">
            <a:avLst/>
          </a:prstGeom>
          <a:solidFill>
            <a:srgbClr val="CFD9DF"/>
          </a:solidFill>
          <a:ln/>
        </p:spPr>
      </p:sp>
      <p:sp>
        <p:nvSpPr>
          <p:cNvPr id="65" name="Shape 62"/>
          <p:cNvSpPr/>
          <p:nvPr/>
        </p:nvSpPr>
        <p:spPr>
          <a:xfrm>
            <a:off x="10612127" y="6190488"/>
            <a:ext cx="54864" cy="54864"/>
          </a:xfrm>
          <a:prstGeom prst="ellipse">
            <a:avLst/>
          </a:prstGeom>
          <a:solidFill>
            <a:srgbClr val="CFD9DF"/>
          </a:solidFill>
          <a:ln/>
        </p:spPr>
      </p:sp>
      <p:sp>
        <p:nvSpPr>
          <p:cNvPr id="66" name="Shape 63"/>
          <p:cNvSpPr/>
          <p:nvPr/>
        </p:nvSpPr>
        <p:spPr>
          <a:xfrm>
            <a:off x="10698508" y="6190488"/>
            <a:ext cx="54864" cy="54864"/>
          </a:xfrm>
          <a:prstGeom prst="ellipse">
            <a:avLst/>
          </a:prstGeom>
          <a:solidFill>
            <a:srgbClr val="CFD9DF"/>
          </a:solidFill>
          <a:ln/>
        </p:spPr>
      </p:sp>
      <p:sp>
        <p:nvSpPr>
          <p:cNvPr id="67" name="Shape 64"/>
          <p:cNvSpPr/>
          <p:nvPr/>
        </p:nvSpPr>
        <p:spPr>
          <a:xfrm>
            <a:off x="10784888" y="6190488"/>
            <a:ext cx="54864" cy="54864"/>
          </a:xfrm>
          <a:prstGeom prst="ellipse">
            <a:avLst/>
          </a:prstGeom>
          <a:solidFill>
            <a:srgbClr val="CFD9DF"/>
          </a:solidFill>
          <a:ln/>
        </p:spPr>
      </p:sp>
      <p:sp>
        <p:nvSpPr>
          <p:cNvPr id="68" name="Shape 65"/>
          <p:cNvSpPr/>
          <p:nvPr/>
        </p:nvSpPr>
        <p:spPr>
          <a:xfrm>
            <a:off x="10871269" y="6190488"/>
            <a:ext cx="54864" cy="54864"/>
          </a:xfrm>
          <a:prstGeom prst="ellipse">
            <a:avLst/>
          </a:prstGeom>
          <a:solidFill>
            <a:srgbClr val="CFD9DF"/>
          </a:solidFill>
          <a:ln/>
        </p:spPr>
      </p:sp>
      <p:sp>
        <p:nvSpPr>
          <p:cNvPr id="69" name="Shape 66"/>
          <p:cNvSpPr/>
          <p:nvPr/>
        </p:nvSpPr>
        <p:spPr>
          <a:xfrm>
            <a:off x="10957650" y="6190488"/>
            <a:ext cx="54864" cy="54864"/>
          </a:xfrm>
          <a:prstGeom prst="ellipse">
            <a:avLst/>
          </a:prstGeom>
          <a:solidFill>
            <a:srgbClr val="CFD9DF"/>
          </a:solidFill>
          <a:ln/>
        </p:spPr>
      </p:sp>
      <p:sp>
        <p:nvSpPr>
          <p:cNvPr id="70" name="Shape 67"/>
          <p:cNvSpPr/>
          <p:nvPr/>
        </p:nvSpPr>
        <p:spPr>
          <a:xfrm>
            <a:off x="11044030" y="6190488"/>
            <a:ext cx="54864" cy="54864"/>
          </a:xfrm>
          <a:prstGeom prst="ellipse">
            <a:avLst/>
          </a:prstGeom>
          <a:solidFill>
            <a:srgbClr val="CFD9DF"/>
          </a:solidFill>
          <a:ln/>
        </p:spPr>
      </p:sp>
      <p:sp>
        <p:nvSpPr>
          <p:cNvPr id="71" name="Shape 68"/>
          <p:cNvSpPr/>
          <p:nvPr/>
        </p:nvSpPr>
        <p:spPr>
          <a:xfrm>
            <a:off x="11130411" y="6190488"/>
            <a:ext cx="54864" cy="54864"/>
          </a:xfrm>
          <a:prstGeom prst="ellipse">
            <a:avLst/>
          </a:prstGeom>
          <a:solidFill>
            <a:srgbClr val="CFD9DF"/>
          </a:solidFill>
          <a:ln/>
        </p:spPr>
      </p:sp>
      <p:sp>
        <p:nvSpPr>
          <p:cNvPr id="72" name="Shape 69"/>
          <p:cNvSpPr/>
          <p:nvPr/>
        </p:nvSpPr>
        <p:spPr>
          <a:xfrm>
            <a:off x="11216792" y="6190488"/>
            <a:ext cx="54864" cy="54864"/>
          </a:xfrm>
          <a:prstGeom prst="ellipse">
            <a:avLst/>
          </a:prstGeom>
          <a:solidFill>
            <a:srgbClr val="CFD9DF"/>
          </a:solidFill>
          <a:ln/>
        </p:spPr>
      </p:sp>
      <p:sp>
        <p:nvSpPr>
          <p:cNvPr id="73" name="Shape 70"/>
          <p:cNvSpPr/>
          <p:nvPr/>
        </p:nvSpPr>
        <p:spPr>
          <a:xfrm>
            <a:off x="11303172" y="6190488"/>
            <a:ext cx="54864" cy="54864"/>
          </a:xfrm>
          <a:prstGeom prst="ellipse">
            <a:avLst/>
          </a:prstGeom>
          <a:solidFill>
            <a:srgbClr val="CFD9DF"/>
          </a:solidFill>
          <a:ln/>
        </p:spPr>
      </p:sp>
      <p:sp>
        <p:nvSpPr>
          <p:cNvPr id="74" name="Shape 71"/>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Step 39 image" descr="Step 39: Lighten the sand toward the water">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09928" cy="292608"/>
          </a:xfrm>
          <a:prstGeom prst="roundRect">
            <a:avLst>
              <a:gd name="adj" fmla="val 31250"/>
            </a:avLst>
          </a:prstGeom>
          <a:solidFill>
            <a:srgbClr val="8F5E12"/>
          </a:solidFill>
          <a:ln/>
        </p:spPr>
        <p:txBody>
          <a:bodyPr wrap="square" lIns="0" tIns="0" rIns="0" bIns="0" rtlCol="0" anchor="ctr"/>
          <a:lstStyle/>
          <a:p>
            <a:pPr algn="ctr" indent="0" marL="0">
              <a:buNone/>
            </a:pPr>
            <a:r>
              <a:rPr lang="en-US" sz="1100" b="1" dirty="0">
                <a:solidFill>
                  <a:srgbClr val="FFFFFF"/>
                </a:solidFill>
              </a:rPr>
              <a:t>STAGE 7 · BEACH</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39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Lighten the sand toward the water</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Thin the raw sienna with water and brush upward so the sand fades toward the sea.</a:t>
            </a:r>
            <a:endParaRPr lang="en-US" sz="1500" dirty="0"/>
          </a:p>
          <a:p>
            <a:pPr marL="203200" indent="-203200">
              <a:spcAft>
                <a:spcPts val="600"/>
              </a:spcAft>
              <a:buSzPct val="100000"/>
              <a:buChar char="•"/>
            </a:pPr>
            <a:r>
              <a:rPr lang="en-US" sz="1500" dirty="0">
                <a:solidFill>
                  <a:schemeClr val="tx1"/>
                </a:solidFill>
              </a:rPr>
              <a:t>Keep the stroke direction consistent.</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Pale sand near the waterline reads as wet sand catching the light.</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Raw sienna"/>
          <p:cNvSpPr/>
          <p:nvPr/>
        </p:nvSpPr>
        <p:spPr>
          <a:xfrm>
            <a:off x="6277336" y="5532120"/>
            <a:ext cx="329184" cy="329184"/>
          </a:xfrm>
          <a:prstGeom prst="ellipse">
            <a:avLst/>
          </a:prstGeom>
          <a:solidFill>
            <a:srgbClr val="D7B47C"/>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Raw sienna</a:t>
            </a:r>
            <a:endParaRPr lang="en-US" sz="1100" dirty="0"/>
          </a:p>
          <a:p>
            <a:pPr indent="0" marL="0">
              <a:buNone/>
            </a:pPr>
            <a:r>
              <a:rPr lang="en-US" sz="1000" dirty="0">
                <a:solidFill>
                  <a:srgbClr val="4A5058"/>
                </a:solidFill>
              </a:rPr>
              <a:t>#D7B47C</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66230" y="6190488"/>
            <a:ext cx="54864" cy="54864"/>
          </a:xfrm>
          <a:prstGeom prst="ellipse">
            <a:avLst/>
          </a:prstGeom>
          <a:solidFill>
            <a:srgbClr val="7F95A3"/>
          </a:solidFill>
          <a:ln/>
        </p:spPr>
      </p:sp>
      <p:sp>
        <p:nvSpPr>
          <p:cNvPr id="38" name="Shape 35"/>
          <p:cNvSpPr/>
          <p:nvPr/>
        </p:nvSpPr>
        <p:spPr>
          <a:xfrm>
            <a:off x="8452611" y="6190488"/>
            <a:ext cx="54864" cy="54864"/>
          </a:xfrm>
          <a:prstGeom prst="ellipse">
            <a:avLst/>
          </a:prstGeom>
          <a:solidFill>
            <a:srgbClr val="7F95A3"/>
          </a:solidFill>
          <a:ln/>
        </p:spPr>
      </p:sp>
      <p:sp>
        <p:nvSpPr>
          <p:cNvPr id="39" name="Shape 36"/>
          <p:cNvSpPr/>
          <p:nvPr/>
        </p:nvSpPr>
        <p:spPr>
          <a:xfrm>
            <a:off x="8538991" y="6190488"/>
            <a:ext cx="54864" cy="54864"/>
          </a:xfrm>
          <a:prstGeom prst="ellipse">
            <a:avLst/>
          </a:prstGeom>
          <a:solidFill>
            <a:srgbClr val="7F95A3"/>
          </a:solidFill>
          <a:ln/>
        </p:spPr>
      </p:sp>
      <p:sp>
        <p:nvSpPr>
          <p:cNvPr id="40" name="Shape 37"/>
          <p:cNvSpPr/>
          <p:nvPr/>
        </p:nvSpPr>
        <p:spPr>
          <a:xfrm>
            <a:off x="8625372" y="6190488"/>
            <a:ext cx="54864" cy="54864"/>
          </a:xfrm>
          <a:prstGeom prst="ellipse">
            <a:avLst/>
          </a:prstGeom>
          <a:solidFill>
            <a:srgbClr val="7F95A3"/>
          </a:solidFill>
          <a:ln/>
        </p:spPr>
      </p:sp>
      <p:sp>
        <p:nvSpPr>
          <p:cNvPr id="41" name="Shape 38"/>
          <p:cNvSpPr/>
          <p:nvPr/>
        </p:nvSpPr>
        <p:spPr>
          <a:xfrm>
            <a:off x="8711753" y="6190488"/>
            <a:ext cx="54864" cy="54864"/>
          </a:xfrm>
          <a:prstGeom prst="ellipse">
            <a:avLst/>
          </a:prstGeom>
          <a:solidFill>
            <a:srgbClr val="7F95A3"/>
          </a:solidFill>
          <a:ln/>
        </p:spPr>
      </p:sp>
      <p:sp>
        <p:nvSpPr>
          <p:cNvPr id="42" name="Shape 39"/>
          <p:cNvSpPr/>
          <p:nvPr/>
        </p:nvSpPr>
        <p:spPr>
          <a:xfrm>
            <a:off x="8798133" y="6190488"/>
            <a:ext cx="54864" cy="54864"/>
          </a:xfrm>
          <a:prstGeom prst="ellipse">
            <a:avLst/>
          </a:prstGeom>
          <a:solidFill>
            <a:srgbClr val="7F95A3"/>
          </a:solidFill>
          <a:ln/>
        </p:spPr>
      </p:sp>
      <p:sp>
        <p:nvSpPr>
          <p:cNvPr id="43" name="Shape 40"/>
          <p:cNvSpPr/>
          <p:nvPr/>
        </p:nvSpPr>
        <p:spPr>
          <a:xfrm>
            <a:off x="8884514" y="6190488"/>
            <a:ext cx="54864" cy="54864"/>
          </a:xfrm>
          <a:prstGeom prst="ellipse">
            <a:avLst/>
          </a:prstGeom>
          <a:solidFill>
            <a:srgbClr val="7F95A3"/>
          </a:solidFill>
          <a:ln/>
        </p:spPr>
      </p:sp>
      <p:sp>
        <p:nvSpPr>
          <p:cNvPr id="44" name="Shape 41"/>
          <p:cNvSpPr/>
          <p:nvPr/>
        </p:nvSpPr>
        <p:spPr>
          <a:xfrm>
            <a:off x="8970895" y="6190488"/>
            <a:ext cx="54864" cy="54864"/>
          </a:xfrm>
          <a:prstGeom prst="ellipse">
            <a:avLst/>
          </a:prstGeom>
          <a:solidFill>
            <a:srgbClr val="7F95A3"/>
          </a:solidFill>
          <a:ln/>
        </p:spPr>
      </p:sp>
      <p:sp>
        <p:nvSpPr>
          <p:cNvPr id="45" name="Shape 42"/>
          <p:cNvSpPr/>
          <p:nvPr/>
        </p:nvSpPr>
        <p:spPr>
          <a:xfrm>
            <a:off x="9057275" y="6190488"/>
            <a:ext cx="54864" cy="54864"/>
          </a:xfrm>
          <a:prstGeom prst="ellipse">
            <a:avLst/>
          </a:prstGeom>
          <a:solidFill>
            <a:srgbClr val="7F95A3"/>
          </a:solidFill>
          <a:ln/>
        </p:spPr>
      </p:sp>
      <p:sp>
        <p:nvSpPr>
          <p:cNvPr id="46" name="Shape 43"/>
          <p:cNvSpPr/>
          <p:nvPr/>
        </p:nvSpPr>
        <p:spPr>
          <a:xfrm>
            <a:off x="9143656" y="6190488"/>
            <a:ext cx="54864" cy="54864"/>
          </a:xfrm>
          <a:prstGeom prst="ellipse">
            <a:avLst/>
          </a:prstGeom>
          <a:solidFill>
            <a:srgbClr val="7F95A3"/>
          </a:solidFill>
          <a:ln/>
        </p:spPr>
      </p:sp>
      <p:sp>
        <p:nvSpPr>
          <p:cNvPr id="47" name="Shape 44"/>
          <p:cNvSpPr/>
          <p:nvPr/>
        </p:nvSpPr>
        <p:spPr>
          <a:xfrm>
            <a:off x="9230036" y="6190488"/>
            <a:ext cx="54864" cy="54864"/>
          </a:xfrm>
          <a:prstGeom prst="ellipse">
            <a:avLst/>
          </a:prstGeom>
          <a:solidFill>
            <a:srgbClr val="7F95A3"/>
          </a:solidFill>
          <a:ln/>
        </p:spPr>
      </p:sp>
      <p:sp>
        <p:nvSpPr>
          <p:cNvPr id="48" name="Shape 45"/>
          <p:cNvSpPr/>
          <p:nvPr/>
        </p:nvSpPr>
        <p:spPr>
          <a:xfrm>
            <a:off x="9316417" y="6190488"/>
            <a:ext cx="54864" cy="54864"/>
          </a:xfrm>
          <a:prstGeom prst="ellipse">
            <a:avLst/>
          </a:prstGeom>
          <a:solidFill>
            <a:srgbClr val="7F95A3"/>
          </a:solidFill>
          <a:ln/>
        </p:spPr>
      </p:sp>
      <p:sp>
        <p:nvSpPr>
          <p:cNvPr id="49" name="Shape 46"/>
          <p:cNvSpPr/>
          <p:nvPr/>
        </p:nvSpPr>
        <p:spPr>
          <a:xfrm>
            <a:off x="9402798" y="6190488"/>
            <a:ext cx="54864" cy="54864"/>
          </a:xfrm>
          <a:prstGeom prst="ellipse">
            <a:avLst/>
          </a:prstGeom>
          <a:solidFill>
            <a:srgbClr val="7F95A3"/>
          </a:solidFill>
          <a:ln/>
        </p:spPr>
      </p:sp>
      <p:sp>
        <p:nvSpPr>
          <p:cNvPr id="50" name="Shape 47"/>
          <p:cNvSpPr/>
          <p:nvPr/>
        </p:nvSpPr>
        <p:spPr>
          <a:xfrm>
            <a:off x="9489178" y="6190488"/>
            <a:ext cx="54864" cy="54864"/>
          </a:xfrm>
          <a:prstGeom prst="ellipse">
            <a:avLst/>
          </a:prstGeom>
          <a:solidFill>
            <a:srgbClr val="7F95A3"/>
          </a:solidFill>
          <a:ln/>
        </p:spPr>
      </p:sp>
      <p:sp>
        <p:nvSpPr>
          <p:cNvPr id="51" name="Shape 48"/>
          <p:cNvSpPr/>
          <p:nvPr/>
        </p:nvSpPr>
        <p:spPr>
          <a:xfrm>
            <a:off x="9525267" y="6140196"/>
            <a:ext cx="155448" cy="155448"/>
          </a:xfrm>
          <a:prstGeom prst="ellipse">
            <a:avLst/>
          </a:prstGeom>
          <a:solidFill>
            <a:srgbClr val="8F5E12"/>
          </a:solidFill>
          <a:ln/>
        </p:spPr>
      </p:sp>
      <p:sp>
        <p:nvSpPr>
          <p:cNvPr id="52" name="Shape 49"/>
          <p:cNvSpPr/>
          <p:nvPr/>
        </p:nvSpPr>
        <p:spPr>
          <a:xfrm>
            <a:off x="9661940" y="6190488"/>
            <a:ext cx="54864" cy="54864"/>
          </a:xfrm>
          <a:prstGeom prst="ellipse">
            <a:avLst/>
          </a:prstGeom>
          <a:solidFill>
            <a:srgbClr val="CFD9DF"/>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Step 40 image" descr="Step 40: Even out the beach">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09928" cy="292608"/>
          </a:xfrm>
          <a:prstGeom prst="roundRect">
            <a:avLst>
              <a:gd name="adj" fmla="val 31250"/>
            </a:avLst>
          </a:prstGeom>
          <a:solidFill>
            <a:srgbClr val="8F5E12"/>
          </a:solidFill>
          <a:ln/>
        </p:spPr>
        <p:txBody>
          <a:bodyPr wrap="square" lIns="0" tIns="0" rIns="0" bIns="0" rtlCol="0" anchor="ctr"/>
          <a:lstStyle/>
          <a:p>
            <a:pPr algn="ctr" indent="0" marL="0">
              <a:buNone/>
            </a:pPr>
            <a:r>
              <a:rPr lang="en-US" sz="1100" b="1" dirty="0">
                <a:solidFill>
                  <a:srgbClr val="FFFFFF"/>
                </a:solidFill>
              </a:rPr>
              <a:t>STAGE 7 · BEACH</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40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Even out the beach</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Step back and look: the sand should be a smooth, golden band across the bottom.</a:t>
            </a:r>
            <a:endParaRPr lang="en-US" sz="1500" dirty="0"/>
          </a:p>
          <a:p>
            <a:pPr marL="203200" indent="-203200">
              <a:spcAft>
                <a:spcPts val="600"/>
              </a:spcAft>
              <a:buSzPct val="100000"/>
              <a:buChar char="•"/>
            </a:pPr>
            <a:r>
              <a:rPr lang="en-US" sz="1500" dirty="0">
                <a:solidFill>
                  <a:schemeClr val="tx1"/>
                </a:solidFill>
              </a:rPr>
              <a:t>Touch up any streaks with a slightly damp brush.</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Fix only what bothers you. Overworking watercolor often does more harm than good.</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Raw sienna"/>
          <p:cNvSpPr/>
          <p:nvPr/>
        </p:nvSpPr>
        <p:spPr>
          <a:xfrm>
            <a:off x="6277336" y="5532120"/>
            <a:ext cx="329184" cy="329184"/>
          </a:xfrm>
          <a:prstGeom prst="ellipse">
            <a:avLst/>
          </a:prstGeom>
          <a:solidFill>
            <a:srgbClr val="D7B47C"/>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Raw sienna</a:t>
            </a:r>
            <a:endParaRPr lang="en-US" sz="1100" dirty="0"/>
          </a:p>
          <a:p>
            <a:pPr indent="0" marL="0">
              <a:buNone/>
            </a:pPr>
            <a:r>
              <a:rPr lang="en-US" sz="1000" dirty="0">
                <a:solidFill>
                  <a:srgbClr val="4A5058"/>
                </a:solidFill>
              </a:rPr>
              <a:t>#D7B47C</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66230" y="6190488"/>
            <a:ext cx="54864" cy="54864"/>
          </a:xfrm>
          <a:prstGeom prst="ellipse">
            <a:avLst/>
          </a:prstGeom>
          <a:solidFill>
            <a:srgbClr val="7F95A3"/>
          </a:solidFill>
          <a:ln/>
        </p:spPr>
      </p:sp>
      <p:sp>
        <p:nvSpPr>
          <p:cNvPr id="38" name="Shape 35"/>
          <p:cNvSpPr/>
          <p:nvPr/>
        </p:nvSpPr>
        <p:spPr>
          <a:xfrm>
            <a:off x="8452611" y="6190488"/>
            <a:ext cx="54864" cy="54864"/>
          </a:xfrm>
          <a:prstGeom prst="ellipse">
            <a:avLst/>
          </a:prstGeom>
          <a:solidFill>
            <a:srgbClr val="7F95A3"/>
          </a:solidFill>
          <a:ln/>
        </p:spPr>
      </p:sp>
      <p:sp>
        <p:nvSpPr>
          <p:cNvPr id="39" name="Shape 36"/>
          <p:cNvSpPr/>
          <p:nvPr/>
        </p:nvSpPr>
        <p:spPr>
          <a:xfrm>
            <a:off x="8538991" y="6190488"/>
            <a:ext cx="54864" cy="54864"/>
          </a:xfrm>
          <a:prstGeom prst="ellipse">
            <a:avLst/>
          </a:prstGeom>
          <a:solidFill>
            <a:srgbClr val="7F95A3"/>
          </a:solidFill>
          <a:ln/>
        </p:spPr>
      </p:sp>
      <p:sp>
        <p:nvSpPr>
          <p:cNvPr id="40" name="Shape 37"/>
          <p:cNvSpPr/>
          <p:nvPr/>
        </p:nvSpPr>
        <p:spPr>
          <a:xfrm>
            <a:off x="8625372" y="6190488"/>
            <a:ext cx="54864" cy="54864"/>
          </a:xfrm>
          <a:prstGeom prst="ellipse">
            <a:avLst/>
          </a:prstGeom>
          <a:solidFill>
            <a:srgbClr val="7F95A3"/>
          </a:solidFill>
          <a:ln/>
        </p:spPr>
      </p:sp>
      <p:sp>
        <p:nvSpPr>
          <p:cNvPr id="41" name="Shape 38"/>
          <p:cNvSpPr/>
          <p:nvPr/>
        </p:nvSpPr>
        <p:spPr>
          <a:xfrm>
            <a:off x="8711753" y="6190488"/>
            <a:ext cx="54864" cy="54864"/>
          </a:xfrm>
          <a:prstGeom prst="ellipse">
            <a:avLst/>
          </a:prstGeom>
          <a:solidFill>
            <a:srgbClr val="7F95A3"/>
          </a:solidFill>
          <a:ln/>
        </p:spPr>
      </p:sp>
      <p:sp>
        <p:nvSpPr>
          <p:cNvPr id="42" name="Shape 39"/>
          <p:cNvSpPr/>
          <p:nvPr/>
        </p:nvSpPr>
        <p:spPr>
          <a:xfrm>
            <a:off x="8798133" y="6190488"/>
            <a:ext cx="54864" cy="54864"/>
          </a:xfrm>
          <a:prstGeom prst="ellipse">
            <a:avLst/>
          </a:prstGeom>
          <a:solidFill>
            <a:srgbClr val="7F95A3"/>
          </a:solidFill>
          <a:ln/>
        </p:spPr>
      </p:sp>
      <p:sp>
        <p:nvSpPr>
          <p:cNvPr id="43" name="Shape 40"/>
          <p:cNvSpPr/>
          <p:nvPr/>
        </p:nvSpPr>
        <p:spPr>
          <a:xfrm>
            <a:off x="8884514" y="6190488"/>
            <a:ext cx="54864" cy="54864"/>
          </a:xfrm>
          <a:prstGeom prst="ellipse">
            <a:avLst/>
          </a:prstGeom>
          <a:solidFill>
            <a:srgbClr val="7F95A3"/>
          </a:solidFill>
          <a:ln/>
        </p:spPr>
      </p:sp>
      <p:sp>
        <p:nvSpPr>
          <p:cNvPr id="44" name="Shape 41"/>
          <p:cNvSpPr/>
          <p:nvPr/>
        </p:nvSpPr>
        <p:spPr>
          <a:xfrm>
            <a:off x="8970895" y="6190488"/>
            <a:ext cx="54864" cy="54864"/>
          </a:xfrm>
          <a:prstGeom prst="ellipse">
            <a:avLst/>
          </a:prstGeom>
          <a:solidFill>
            <a:srgbClr val="7F95A3"/>
          </a:solidFill>
          <a:ln/>
        </p:spPr>
      </p:sp>
      <p:sp>
        <p:nvSpPr>
          <p:cNvPr id="45" name="Shape 42"/>
          <p:cNvSpPr/>
          <p:nvPr/>
        </p:nvSpPr>
        <p:spPr>
          <a:xfrm>
            <a:off x="9057275" y="6190488"/>
            <a:ext cx="54864" cy="54864"/>
          </a:xfrm>
          <a:prstGeom prst="ellipse">
            <a:avLst/>
          </a:prstGeom>
          <a:solidFill>
            <a:srgbClr val="7F95A3"/>
          </a:solidFill>
          <a:ln/>
        </p:spPr>
      </p:sp>
      <p:sp>
        <p:nvSpPr>
          <p:cNvPr id="46" name="Shape 43"/>
          <p:cNvSpPr/>
          <p:nvPr/>
        </p:nvSpPr>
        <p:spPr>
          <a:xfrm>
            <a:off x="9143656" y="6190488"/>
            <a:ext cx="54864" cy="54864"/>
          </a:xfrm>
          <a:prstGeom prst="ellipse">
            <a:avLst/>
          </a:prstGeom>
          <a:solidFill>
            <a:srgbClr val="7F95A3"/>
          </a:solidFill>
          <a:ln/>
        </p:spPr>
      </p:sp>
      <p:sp>
        <p:nvSpPr>
          <p:cNvPr id="47" name="Shape 44"/>
          <p:cNvSpPr/>
          <p:nvPr/>
        </p:nvSpPr>
        <p:spPr>
          <a:xfrm>
            <a:off x="9230036" y="6190488"/>
            <a:ext cx="54864" cy="54864"/>
          </a:xfrm>
          <a:prstGeom prst="ellipse">
            <a:avLst/>
          </a:prstGeom>
          <a:solidFill>
            <a:srgbClr val="7F95A3"/>
          </a:solidFill>
          <a:ln/>
        </p:spPr>
      </p:sp>
      <p:sp>
        <p:nvSpPr>
          <p:cNvPr id="48" name="Shape 45"/>
          <p:cNvSpPr/>
          <p:nvPr/>
        </p:nvSpPr>
        <p:spPr>
          <a:xfrm>
            <a:off x="9316417" y="6190488"/>
            <a:ext cx="54864" cy="54864"/>
          </a:xfrm>
          <a:prstGeom prst="ellipse">
            <a:avLst/>
          </a:prstGeom>
          <a:solidFill>
            <a:srgbClr val="7F95A3"/>
          </a:solidFill>
          <a:ln/>
        </p:spPr>
      </p:sp>
      <p:sp>
        <p:nvSpPr>
          <p:cNvPr id="49" name="Shape 46"/>
          <p:cNvSpPr/>
          <p:nvPr/>
        </p:nvSpPr>
        <p:spPr>
          <a:xfrm>
            <a:off x="9402798" y="6190488"/>
            <a:ext cx="54864" cy="54864"/>
          </a:xfrm>
          <a:prstGeom prst="ellipse">
            <a:avLst/>
          </a:prstGeom>
          <a:solidFill>
            <a:srgbClr val="7F95A3"/>
          </a:solidFill>
          <a:ln/>
        </p:spPr>
      </p:sp>
      <p:sp>
        <p:nvSpPr>
          <p:cNvPr id="50" name="Shape 47"/>
          <p:cNvSpPr/>
          <p:nvPr/>
        </p:nvSpPr>
        <p:spPr>
          <a:xfrm>
            <a:off x="9489178" y="6190488"/>
            <a:ext cx="54864" cy="54864"/>
          </a:xfrm>
          <a:prstGeom prst="ellipse">
            <a:avLst/>
          </a:prstGeom>
          <a:solidFill>
            <a:srgbClr val="7F95A3"/>
          </a:solidFill>
          <a:ln/>
        </p:spPr>
      </p:sp>
      <p:sp>
        <p:nvSpPr>
          <p:cNvPr id="51" name="Shape 48"/>
          <p:cNvSpPr/>
          <p:nvPr/>
        </p:nvSpPr>
        <p:spPr>
          <a:xfrm>
            <a:off x="9575559" y="6190488"/>
            <a:ext cx="54864" cy="54864"/>
          </a:xfrm>
          <a:prstGeom prst="ellipse">
            <a:avLst/>
          </a:prstGeom>
          <a:solidFill>
            <a:srgbClr val="7F95A3"/>
          </a:solidFill>
          <a:ln/>
        </p:spPr>
      </p:sp>
      <p:sp>
        <p:nvSpPr>
          <p:cNvPr id="52" name="Shape 49"/>
          <p:cNvSpPr/>
          <p:nvPr/>
        </p:nvSpPr>
        <p:spPr>
          <a:xfrm>
            <a:off x="9611648" y="6140196"/>
            <a:ext cx="155448" cy="155448"/>
          </a:xfrm>
          <a:prstGeom prst="ellipse">
            <a:avLst/>
          </a:prstGeom>
          <a:solidFill>
            <a:srgbClr val="8F5E12"/>
          </a:solidFill>
          <a:ln/>
        </p:spPr>
      </p:sp>
      <p:sp>
        <p:nvSpPr>
          <p:cNvPr id="53" name="Shape 50"/>
          <p:cNvSpPr/>
          <p:nvPr/>
        </p:nvSpPr>
        <p:spPr>
          <a:xfrm>
            <a:off x="9748320" y="6190488"/>
            <a:ext cx="54864" cy="54864"/>
          </a:xfrm>
          <a:prstGeom prst="ellipse">
            <a:avLst/>
          </a:prstGeom>
          <a:solidFill>
            <a:srgbClr val="CFD9DF"/>
          </a:solidFill>
          <a:ln/>
        </p:spPr>
      </p:sp>
      <p:sp>
        <p:nvSpPr>
          <p:cNvPr id="54" name="Shape 51"/>
          <p:cNvSpPr/>
          <p:nvPr/>
        </p:nvSpPr>
        <p:spPr>
          <a:xfrm>
            <a:off x="9834701" y="6190488"/>
            <a:ext cx="54864" cy="54864"/>
          </a:xfrm>
          <a:prstGeom prst="ellipse">
            <a:avLst/>
          </a:prstGeom>
          <a:solidFill>
            <a:srgbClr val="CFD9DF"/>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Step 41 image" descr="Step 41: Decide whether to deepen the color">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695651" cy="292608"/>
          </a:xfrm>
          <a:prstGeom prst="roundRect">
            <a:avLst>
              <a:gd name="adj" fmla="val 31250"/>
            </a:avLst>
          </a:prstGeom>
          <a:solidFill>
            <a:srgbClr val="1E5A86"/>
          </a:solidFill>
          <a:ln/>
        </p:spPr>
        <p:txBody>
          <a:bodyPr wrap="square" lIns="0" tIns="0" rIns="0" bIns="0" rtlCol="0" anchor="ctr"/>
          <a:lstStyle/>
          <a:p>
            <a:pPr algn="ctr" indent="0" marL="0">
              <a:buNone/>
            </a:pPr>
            <a:r>
              <a:rPr lang="en-US" sz="1100" b="1" dirty="0">
                <a:solidFill>
                  <a:srgbClr val="FFFFFF"/>
                </a:solidFill>
              </a:rPr>
              <a:t>STAGE 8 · DEEPEN THE COLOR</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41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Decide whether to deepen the color</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Look at the sea and sand. If they look too pale, plan one more thin layer.</a:t>
            </a:r>
            <a:endParaRPr lang="en-US" sz="1500" dirty="0"/>
          </a:p>
          <a:p>
            <a:pPr marL="203200" indent="-203200">
              <a:spcAft>
                <a:spcPts val="600"/>
              </a:spcAft>
              <a:buSzPct val="100000"/>
              <a:buChar char="•"/>
            </a:pPr>
            <a:r>
              <a:rPr lang="en-US" sz="1500" dirty="0">
                <a:solidFill>
                  <a:schemeClr val="tx1"/>
                </a:solidFill>
              </a:rPr>
              <a:t>The artist jokes in the caption that this layer probably wasn't needed.</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A second layer works best over paint that has already dried.</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hthalo blue"/>
          <p:cNvSpPr/>
          <p:nvPr/>
        </p:nvSpPr>
        <p:spPr>
          <a:xfrm>
            <a:off x="6277336" y="5532120"/>
            <a:ext cx="329184" cy="329184"/>
          </a:xfrm>
          <a:prstGeom prst="ellipse">
            <a:avLst/>
          </a:prstGeom>
          <a:solidFill>
            <a:srgbClr val="67A6CC"/>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Phthalo blue</a:t>
            </a:r>
            <a:endParaRPr lang="en-US" sz="1100" dirty="0"/>
          </a:p>
          <a:p>
            <a:pPr indent="0" marL="0">
              <a:buNone/>
            </a:pPr>
            <a:r>
              <a:rPr lang="en-US" sz="1000" dirty="0">
                <a:solidFill>
                  <a:srgbClr val="4A5058"/>
                </a:solidFill>
              </a:rPr>
              <a:t>#67A6CC</a:t>
            </a:r>
            <a:endParaRPr lang="en-US" sz="1100" dirty="0"/>
          </a:p>
        </p:txBody>
      </p:sp>
      <p:sp>
        <p:nvSpPr>
          <p:cNvPr id="13" name="Swatch Raw sienna"/>
          <p:cNvSpPr/>
          <p:nvPr/>
        </p:nvSpPr>
        <p:spPr>
          <a:xfrm>
            <a:off x="8004949" y="5532120"/>
            <a:ext cx="329184" cy="329184"/>
          </a:xfrm>
          <a:prstGeom prst="ellipse">
            <a:avLst/>
          </a:prstGeom>
          <a:solidFill>
            <a:srgbClr val="D7B47C"/>
          </a:solidFill>
          <a:ln w="9525">
            <a:solidFill>
              <a:srgbClr val="C9D3D9"/>
            </a:solidFill>
            <a:prstDash val="solid"/>
          </a:ln>
        </p:spPr>
      </p:sp>
      <p:sp>
        <p:nvSpPr>
          <p:cNvPr id="14" name="Text 11"/>
          <p:cNvSpPr txBox="1"/>
          <p:nvPr/>
        </p:nvSpPr>
        <p:spPr>
          <a:xfrm>
            <a:off x="8416429"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Raw sienna</a:t>
            </a:r>
            <a:endParaRPr lang="en-US" sz="1100" dirty="0"/>
          </a:p>
          <a:p>
            <a:pPr indent="0" marL="0">
              <a:buNone/>
            </a:pPr>
            <a:r>
              <a:rPr lang="en-US" sz="1000" dirty="0">
                <a:solidFill>
                  <a:srgbClr val="4A5058"/>
                </a:solidFill>
              </a:rPr>
              <a:t>#D7B47C</a:t>
            </a:r>
            <a:endParaRPr lang="en-US" sz="1100" dirty="0"/>
          </a:p>
        </p:txBody>
      </p:sp>
      <p:sp>
        <p:nvSpPr>
          <p:cNvPr id="15" name="Shape 12"/>
          <p:cNvSpPr/>
          <p:nvPr/>
        </p:nvSpPr>
        <p:spPr>
          <a:xfrm>
            <a:off x="6293094" y="6190488"/>
            <a:ext cx="54864" cy="54864"/>
          </a:xfrm>
          <a:prstGeom prst="ellipse">
            <a:avLst/>
          </a:prstGeom>
          <a:solidFill>
            <a:srgbClr val="7F95A3"/>
          </a:solidFill>
          <a:ln/>
        </p:spPr>
      </p:sp>
      <p:sp>
        <p:nvSpPr>
          <p:cNvPr id="16" name="Shape 13"/>
          <p:cNvSpPr/>
          <p:nvPr/>
        </p:nvSpPr>
        <p:spPr>
          <a:xfrm>
            <a:off x="6379475" y="6190488"/>
            <a:ext cx="54864" cy="54864"/>
          </a:xfrm>
          <a:prstGeom prst="ellipse">
            <a:avLst/>
          </a:prstGeom>
          <a:solidFill>
            <a:srgbClr val="7F95A3"/>
          </a:solidFill>
          <a:ln/>
        </p:spPr>
      </p:sp>
      <p:sp>
        <p:nvSpPr>
          <p:cNvPr id="17" name="Shape 14"/>
          <p:cNvSpPr/>
          <p:nvPr/>
        </p:nvSpPr>
        <p:spPr>
          <a:xfrm>
            <a:off x="6465855" y="6190488"/>
            <a:ext cx="54864" cy="54864"/>
          </a:xfrm>
          <a:prstGeom prst="ellipse">
            <a:avLst/>
          </a:prstGeom>
          <a:solidFill>
            <a:srgbClr val="7F95A3"/>
          </a:solidFill>
          <a:ln/>
        </p:spPr>
      </p:sp>
      <p:sp>
        <p:nvSpPr>
          <p:cNvPr id="18" name="Shape 15"/>
          <p:cNvSpPr/>
          <p:nvPr/>
        </p:nvSpPr>
        <p:spPr>
          <a:xfrm>
            <a:off x="6552236" y="6190488"/>
            <a:ext cx="54864" cy="54864"/>
          </a:xfrm>
          <a:prstGeom prst="ellipse">
            <a:avLst/>
          </a:prstGeom>
          <a:solidFill>
            <a:srgbClr val="7F95A3"/>
          </a:solidFill>
          <a:ln/>
        </p:spPr>
      </p:sp>
      <p:sp>
        <p:nvSpPr>
          <p:cNvPr id="19" name="Shape 16"/>
          <p:cNvSpPr/>
          <p:nvPr/>
        </p:nvSpPr>
        <p:spPr>
          <a:xfrm>
            <a:off x="6638617" y="6190488"/>
            <a:ext cx="54864" cy="54864"/>
          </a:xfrm>
          <a:prstGeom prst="ellipse">
            <a:avLst/>
          </a:prstGeom>
          <a:solidFill>
            <a:srgbClr val="7F95A3"/>
          </a:solidFill>
          <a:ln/>
        </p:spPr>
      </p:sp>
      <p:sp>
        <p:nvSpPr>
          <p:cNvPr id="20" name="Shape 17"/>
          <p:cNvSpPr/>
          <p:nvPr/>
        </p:nvSpPr>
        <p:spPr>
          <a:xfrm>
            <a:off x="6724997" y="6190488"/>
            <a:ext cx="54864" cy="54864"/>
          </a:xfrm>
          <a:prstGeom prst="ellipse">
            <a:avLst/>
          </a:prstGeom>
          <a:solidFill>
            <a:srgbClr val="7F95A3"/>
          </a:solidFill>
          <a:ln/>
        </p:spPr>
      </p:sp>
      <p:sp>
        <p:nvSpPr>
          <p:cNvPr id="21" name="Shape 18"/>
          <p:cNvSpPr/>
          <p:nvPr/>
        </p:nvSpPr>
        <p:spPr>
          <a:xfrm>
            <a:off x="6811378" y="6190488"/>
            <a:ext cx="54864" cy="54864"/>
          </a:xfrm>
          <a:prstGeom prst="ellipse">
            <a:avLst/>
          </a:prstGeom>
          <a:solidFill>
            <a:srgbClr val="7F95A3"/>
          </a:solidFill>
          <a:ln/>
        </p:spPr>
      </p:sp>
      <p:sp>
        <p:nvSpPr>
          <p:cNvPr id="22" name="Shape 19"/>
          <p:cNvSpPr/>
          <p:nvPr/>
        </p:nvSpPr>
        <p:spPr>
          <a:xfrm>
            <a:off x="6897759" y="6190488"/>
            <a:ext cx="54864" cy="54864"/>
          </a:xfrm>
          <a:prstGeom prst="ellipse">
            <a:avLst/>
          </a:prstGeom>
          <a:solidFill>
            <a:srgbClr val="7F95A3"/>
          </a:solidFill>
          <a:ln/>
        </p:spPr>
      </p:sp>
      <p:sp>
        <p:nvSpPr>
          <p:cNvPr id="23" name="Shape 20"/>
          <p:cNvSpPr/>
          <p:nvPr/>
        </p:nvSpPr>
        <p:spPr>
          <a:xfrm>
            <a:off x="6984139" y="6190488"/>
            <a:ext cx="54864" cy="54864"/>
          </a:xfrm>
          <a:prstGeom prst="ellipse">
            <a:avLst/>
          </a:prstGeom>
          <a:solidFill>
            <a:srgbClr val="7F95A3"/>
          </a:solidFill>
          <a:ln/>
        </p:spPr>
      </p:sp>
      <p:sp>
        <p:nvSpPr>
          <p:cNvPr id="24" name="Shape 21"/>
          <p:cNvSpPr/>
          <p:nvPr/>
        </p:nvSpPr>
        <p:spPr>
          <a:xfrm>
            <a:off x="7070520" y="6190488"/>
            <a:ext cx="54864" cy="54864"/>
          </a:xfrm>
          <a:prstGeom prst="ellipse">
            <a:avLst/>
          </a:prstGeom>
          <a:solidFill>
            <a:srgbClr val="7F95A3"/>
          </a:solidFill>
          <a:ln/>
        </p:spPr>
      </p:sp>
      <p:sp>
        <p:nvSpPr>
          <p:cNvPr id="25" name="Shape 22"/>
          <p:cNvSpPr/>
          <p:nvPr/>
        </p:nvSpPr>
        <p:spPr>
          <a:xfrm>
            <a:off x="7156901" y="6190488"/>
            <a:ext cx="54864" cy="54864"/>
          </a:xfrm>
          <a:prstGeom prst="ellipse">
            <a:avLst/>
          </a:prstGeom>
          <a:solidFill>
            <a:srgbClr val="7F95A3"/>
          </a:solidFill>
          <a:ln/>
        </p:spPr>
      </p:sp>
      <p:sp>
        <p:nvSpPr>
          <p:cNvPr id="26" name="Shape 23"/>
          <p:cNvSpPr/>
          <p:nvPr/>
        </p:nvSpPr>
        <p:spPr>
          <a:xfrm>
            <a:off x="7243281" y="6190488"/>
            <a:ext cx="54864" cy="54864"/>
          </a:xfrm>
          <a:prstGeom prst="ellipse">
            <a:avLst/>
          </a:prstGeom>
          <a:solidFill>
            <a:srgbClr val="7F95A3"/>
          </a:solidFill>
          <a:ln/>
        </p:spPr>
      </p:sp>
      <p:sp>
        <p:nvSpPr>
          <p:cNvPr id="27" name="Shape 24"/>
          <p:cNvSpPr/>
          <p:nvPr/>
        </p:nvSpPr>
        <p:spPr>
          <a:xfrm>
            <a:off x="7329662" y="6190488"/>
            <a:ext cx="54864" cy="54864"/>
          </a:xfrm>
          <a:prstGeom prst="ellipse">
            <a:avLst/>
          </a:prstGeom>
          <a:solidFill>
            <a:srgbClr val="7F95A3"/>
          </a:solidFill>
          <a:ln/>
        </p:spPr>
      </p:sp>
      <p:sp>
        <p:nvSpPr>
          <p:cNvPr id="28" name="Shape 25"/>
          <p:cNvSpPr/>
          <p:nvPr/>
        </p:nvSpPr>
        <p:spPr>
          <a:xfrm>
            <a:off x="7416043" y="6190488"/>
            <a:ext cx="54864" cy="54864"/>
          </a:xfrm>
          <a:prstGeom prst="ellipse">
            <a:avLst/>
          </a:prstGeom>
          <a:solidFill>
            <a:srgbClr val="7F95A3"/>
          </a:solidFill>
          <a:ln/>
        </p:spPr>
      </p:sp>
      <p:sp>
        <p:nvSpPr>
          <p:cNvPr id="29" name="Shape 26"/>
          <p:cNvSpPr/>
          <p:nvPr/>
        </p:nvSpPr>
        <p:spPr>
          <a:xfrm>
            <a:off x="7502423" y="6190488"/>
            <a:ext cx="54864" cy="54864"/>
          </a:xfrm>
          <a:prstGeom prst="ellipse">
            <a:avLst/>
          </a:prstGeom>
          <a:solidFill>
            <a:srgbClr val="7F95A3"/>
          </a:solidFill>
          <a:ln/>
        </p:spPr>
      </p:sp>
      <p:sp>
        <p:nvSpPr>
          <p:cNvPr id="30" name="Shape 27"/>
          <p:cNvSpPr/>
          <p:nvPr/>
        </p:nvSpPr>
        <p:spPr>
          <a:xfrm>
            <a:off x="7588804" y="6190488"/>
            <a:ext cx="54864" cy="54864"/>
          </a:xfrm>
          <a:prstGeom prst="ellipse">
            <a:avLst/>
          </a:prstGeom>
          <a:solidFill>
            <a:srgbClr val="7F95A3"/>
          </a:solidFill>
          <a:ln/>
        </p:spPr>
      </p:sp>
      <p:sp>
        <p:nvSpPr>
          <p:cNvPr id="31" name="Shape 28"/>
          <p:cNvSpPr/>
          <p:nvPr/>
        </p:nvSpPr>
        <p:spPr>
          <a:xfrm>
            <a:off x="7675185" y="6190488"/>
            <a:ext cx="54864" cy="54864"/>
          </a:xfrm>
          <a:prstGeom prst="ellipse">
            <a:avLst/>
          </a:prstGeom>
          <a:solidFill>
            <a:srgbClr val="7F95A3"/>
          </a:solidFill>
          <a:ln/>
        </p:spPr>
      </p:sp>
      <p:sp>
        <p:nvSpPr>
          <p:cNvPr id="32" name="Shape 29"/>
          <p:cNvSpPr/>
          <p:nvPr/>
        </p:nvSpPr>
        <p:spPr>
          <a:xfrm>
            <a:off x="7761565" y="6190488"/>
            <a:ext cx="54864" cy="54864"/>
          </a:xfrm>
          <a:prstGeom prst="ellipse">
            <a:avLst/>
          </a:prstGeom>
          <a:solidFill>
            <a:srgbClr val="7F95A3"/>
          </a:solidFill>
          <a:ln/>
        </p:spPr>
      </p:sp>
      <p:sp>
        <p:nvSpPr>
          <p:cNvPr id="33" name="Shape 30"/>
          <p:cNvSpPr/>
          <p:nvPr/>
        </p:nvSpPr>
        <p:spPr>
          <a:xfrm>
            <a:off x="7847946" y="6190488"/>
            <a:ext cx="54864" cy="54864"/>
          </a:xfrm>
          <a:prstGeom prst="ellipse">
            <a:avLst/>
          </a:prstGeom>
          <a:solidFill>
            <a:srgbClr val="7F95A3"/>
          </a:solidFill>
          <a:ln/>
        </p:spPr>
      </p:sp>
      <p:sp>
        <p:nvSpPr>
          <p:cNvPr id="34" name="Shape 31"/>
          <p:cNvSpPr/>
          <p:nvPr/>
        </p:nvSpPr>
        <p:spPr>
          <a:xfrm>
            <a:off x="7934327" y="6190488"/>
            <a:ext cx="54864" cy="54864"/>
          </a:xfrm>
          <a:prstGeom prst="ellipse">
            <a:avLst/>
          </a:prstGeom>
          <a:solidFill>
            <a:srgbClr val="7F95A3"/>
          </a:solidFill>
          <a:ln/>
        </p:spPr>
      </p:sp>
      <p:sp>
        <p:nvSpPr>
          <p:cNvPr id="35" name="Shape 32"/>
          <p:cNvSpPr/>
          <p:nvPr/>
        </p:nvSpPr>
        <p:spPr>
          <a:xfrm>
            <a:off x="8020707" y="6190488"/>
            <a:ext cx="54864" cy="54864"/>
          </a:xfrm>
          <a:prstGeom prst="ellipse">
            <a:avLst/>
          </a:prstGeom>
          <a:solidFill>
            <a:srgbClr val="7F95A3"/>
          </a:solidFill>
          <a:ln/>
        </p:spPr>
      </p:sp>
      <p:sp>
        <p:nvSpPr>
          <p:cNvPr id="36" name="Shape 33"/>
          <p:cNvSpPr/>
          <p:nvPr/>
        </p:nvSpPr>
        <p:spPr>
          <a:xfrm>
            <a:off x="8107088" y="6190488"/>
            <a:ext cx="54864" cy="54864"/>
          </a:xfrm>
          <a:prstGeom prst="ellipse">
            <a:avLst/>
          </a:prstGeom>
          <a:solidFill>
            <a:srgbClr val="7F95A3"/>
          </a:solidFill>
          <a:ln/>
        </p:spPr>
      </p:sp>
      <p:sp>
        <p:nvSpPr>
          <p:cNvPr id="37" name="Shape 34"/>
          <p:cNvSpPr/>
          <p:nvPr/>
        </p:nvSpPr>
        <p:spPr>
          <a:xfrm>
            <a:off x="8193469" y="6190488"/>
            <a:ext cx="54864" cy="54864"/>
          </a:xfrm>
          <a:prstGeom prst="ellipse">
            <a:avLst/>
          </a:prstGeom>
          <a:solidFill>
            <a:srgbClr val="7F95A3"/>
          </a:solidFill>
          <a:ln/>
        </p:spPr>
      </p:sp>
      <p:sp>
        <p:nvSpPr>
          <p:cNvPr id="38" name="Shape 35"/>
          <p:cNvSpPr/>
          <p:nvPr/>
        </p:nvSpPr>
        <p:spPr>
          <a:xfrm>
            <a:off x="8279849" y="6190488"/>
            <a:ext cx="54864" cy="54864"/>
          </a:xfrm>
          <a:prstGeom prst="ellipse">
            <a:avLst/>
          </a:prstGeom>
          <a:solidFill>
            <a:srgbClr val="7F95A3"/>
          </a:solidFill>
          <a:ln/>
        </p:spPr>
      </p:sp>
      <p:sp>
        <p:nvSpPr>
          <p:cNvPr id="39" name="Shape 36"/>
          <p:cNvSpPr/>
          <p:nvPr/>
        </p:nvSpPr>
        <p:spPr>
          <a:xfrm>
            <a:off x="8366230" y="6190488"/>
            <a:ext cx="54864" cy="54864"/>
          </a:xfrm>
          <a:prstGeom prst="ellipse">
            <a:avLst/>
          </a:prstGeom>
          <a:solidFill>
            <a:srgbClr val="7F95A3"/>
          </a:solidFill>
          <a:ln/>
        </p:spPr>
      </p:sp>
      <p:sp>
        <p:nvSpPr>
          <p:cNvPr id="40" name="Shape 37"/>
          <p:cNvSpPr/>
          <p:nvPr/>
        </p:nvSpPr>
        <p:spPr>
          <a:xfrm>
            <a:off x="8452611" y="6190488"/>
            <a:ext cx="54864" cy="54864"/>
          </a:xfrm>
          <a:prstGeom prst="ellipse">
            <a:avLst/>
          </a:prstGeom>
          <a:solidFill>
            <a:srgbClr val="7F95A3"/>
          </a:solidFill>
          <a:ln/>
        </p:spPr>
      </p:sp>
      <p:sp>
        <p:nvSpPr>
          <p:cNvPr id="41" name="Shape 38"/>
          <p:cNvSpPr/>
          <p:nvPr/>
        </p:nvSpPr>
        <p:spPr>
          <a:xfrm>
            <a:off x="8538991" y="6190488"/>
            <a:ext cx="54864" cy="54864"/>
          </a:xfrm>
          <a:prstGeom prst="ellipse">
            <a:avLst/>
          </a:prstGeom>
          <a:solidFill>
            <a:srgbClr val="7F95A3"/>
          </a:solidFill>
          <a:ln/>
        </p:spPr>
      </p:sp>
      <p:sp>
        <p:nvSpPr>
          <p:cNvPr id="42" name="Shape 39"/>
          <p:cNvSpPr/>
          <p:nvPr/>
        </p:nvSpPr>
        <p:spPr>
          <a:xfrm>
            <a:off x="8625372" y="6190488"/>
            <a:ext cx="54864" cy="54864"/>
          </a:xfrm>
          <a:prstGeom prst="ellipse">
            <a:avLst/>
          </a:prstGeom>
          <a:solidFill>
            <a:srgbClr val="7F95A3"/>
          </a:solidFill>
          <a:ln/>
        </p:spPr>
      </p:sp>
      <p:sp>
        <p:nvSpPr>
          <p:cNvPr id="43" name="Shape 40"/>
          <p:cNvSpPr/>
          <p:nvPr/>
        </p:nvSpPr>
        <p:spPr>
          <a:xfrm>
            <a:off x="8711753" y="6190488"/>
            <a:ext cx="54864" cy="54864"/>
          </a:xfrm>
          <a:prstGeom prst="ellipse">
            <a:avLst/>
          </a:prstGeom>
          <a:solidFill>
            <a:srgbClr val="7F95A3"/>
          </a:solidFill>
          <a:ln/>
        </p:spPr>
      </p:sp>
      <p:sp>
        <p:nvSpPr>
          <p:cNvPr id="44" name="Shape 41"/>
          <p:cNvSpPr/>
          <p:nvPr/>
        </p:nvSpPr>
        <p:spPr>
          <a:xfrm>
            <a:off x="8798133" y="6190488"/>
            <a:ext cx="54864" cy="54864"/>
          </a:xfrm>
          <a:prstGeom prst="ellipse">
            <a:avLst/>
          </a:prstGeom>
          <a:solidFill>
            <a:srgbClr val="7F95A3"/>
          </a:solidFill>
          <a:ln/>
        </p:spPr>
      </p:sp>
      <p:sp>
        <p:nvSpPr>
          <p:cNvPr id="45" name="Shape 42"/>
          <p:cNvSpPr/>
          <p:nvPr/>
        </p:nvSpPr>
        <p:spPr>
          <a:xfrm>
            <a:off x="8884514" y="6190488"/>
            <a:ext cx="54864" cy="54864"/>
          </a:xfrm>
          <a:prstGeom prst="ellipse">
            <a:avLst/>
          </a:prstGeom>
          <a:solidFill>
            <a:srgbClr val="7F95A3"/>
          </a:solidFill>
          <a:ln/>
        </p:spPr>
      </p:sp>
      <p:sp>
        <p:nvSpPr>
          <p:cNvPr id="46" name="Shape 43"/>
          <p:cNvSpPr/>
          <p:nvPr/>
        </p:nvSpPr>
        <p:spPr>
          <a:xfrm>
            <a:off x="8970895" y="6190488"/>
            <a:ext cx="54864" cy="54864"/>
          </a:xfrm>
          <a:prstGeom prst="ellipse">
            <a:avLst/>
          </a:prstGeom>
          <a:solidFill>
            <a:srgbClr val="7F95A3"/>
          </a:solidFill>
          <a:ln/>
        </p:spPr>
      </p:sp>
      <p:sp>
        <p:nvSpPr>
          <p:cNvPr id="47" name="Shape 44"/>
          <p:cNvSpPr/>
          <p:nvPr/>
        </p:nvSpPr>
        <p:spPr>
          <a:xfrm>
            <a:off x="9057275" y="6190488"/>
            <a:ext cx="54864" cy="54864"/>
          </a:xfrm>
          <a:prstGeom prst="ellipse">
            <a:avLst/>
          </a:prstGeom>
          <a:solidFill>
            <a:srgbClr val="7F95A3"/>
          </a:solidFill>
          <a:ln/>
        </p:spPr>
      </p:sp>
      <p:sp>
        <p:nvSpPr>
          <p:cNvPr id="48" name="Shape 45"/>
          <p:cNvSpPr/>
          <p:nvPr/>
        </p:nvSpPr>
        <p:spPr>
          <a:xfrm>
            <a:off x="9143656" y="6190488"/>
            <a:ext cx="54864" cy="54864"/>
          </a:xfrm>
          <a:prstGeom prst="ellipse">
            <a:avLst/>
          </a:prstGeom>
          <a:solidFill>
            <a:srgbClr val="7F95A3"/>
          </a:solidFill>
          <a:ln/>
        </p:spPr>
      </p:sp>
      <p:sp>
        <p:nvSpPr>
          <p:cNvPr id="49" name="Shape 46"/>
          <p:cNvSpPr/>
          <p:nvPr/>
        </p:nvSpPr>
        <p:spPr>
          <a:xfrm>
            <a:off x="9230036" y="6190488"/>
            <a:ext cx="54864" cy="54864"/>
          </a:xfrm>
          <a:prstGeom prst="ellipse">
            <a:avLst/>
          </a:prstGeom>
          <a:solidFill>
            <a:srgbClr val="7F95A3"/>
          </a:solidFill>
          <a:ln/>
        </p:spPr>
      </p:sp>
      <p:sp>
        <p:nvSpPr>
          <p:cNvPr id="50" name="Shape 47"/>
          <p:cNvSpPr/>
          <p:nvPr/>
        </p:nvSpPr>
        <p:spPr>
          <a:xfrm>
            <a:off x="9316417" y="6190488"/>
            <a:ext cx="54864" cy="54864"/>
          </a:xfrm>
          <a:prstGeom prst="ellipse">
            <a:avLst/>
          </a:prstGeom>
          <a:solidFill>
            <a:srgbClr val="7F95A3"/>
          </a:solidFill>
          <a:ln/>
        </p:spPr>
      </p:sp>
      <p:sp>
        <p:nvSpPr>
          <p:cNvPr id="51" name="Shape 48"/>
          <p:cNvSpPr/>
          <p:nvPr/>
        </p:nvSpPr>
        <p:spPr>
          <a:xfrm>
            <a:off x="9402798" y="6190488"/>
            <a:ext cx="54864" cy="54864"/>
          </a:xfrm>
          <a:prstGeom prst="ellipse">
            <a:avLst/>
          </a:prstGeom>
          <a:solidFill>
            <a:srgbClr val="7F95A3"/>
          </a:solidFill>
          <a:ln/>
        </p:spPr>
      </p:sp>
      <p:sp>
        <p:nvSpPr>
          <p:cNvPr id="52" name="Shape 49"/>
          <p:cNvSpPr/>
          <p:nvPr/>
        </p:nvSpPr>
        <p:spPr>
          <a:xfrm>
            <a:off x="9489178" y="6190488"/>
            <a:ext cx="54864" cy="54864"/>
          </a:xfrm>
          <a:prstGeom prst="ellipse">
            <a:avLst/>
          </a:prstGeom>
          <a:solidFill>
            <a:srgbClr val="7F95A3"/>
          </a:solidFill>
          <a:ln/>
        </p:spPr>
      </p:sp>
      <p:sp>
        <p:nvSpPr>
          <p:cNvPr id="53" name="Shape 50"/>
          <p:cNvSpPr/>
          <p:nvPr/>
        </p:nvSpPr>
        <p:spPr>
          <a:xfrm>
            <a:off x="9575559" y="6190488"/>
            <a:ext cx="54864" cy="54864"/>
          </a:xfrm>
          <a:prstGeom prst="ellipse">
            <a:avLst/>
          </a:prstGeom>
          <a:solidFill>
            <a:srgbClr val="7F95A3"/>
          </a:solidFill>
          <a:ln/>
        </p:spPr>
      </p:sp>
      <p:sp>
        <p:nvSpPr>
          <p:cNvPr id="54" name="Shape 51"/>
          <p:cNvSpPr/>
          <p:nvPr/>
        </p:nvSpPr>
        <p:spPr>
          <a:xfrm>
            <a:off x="9661940" y="6190488"/>
            <a:ext cx="54864" cy="54864"/>
          </a:xfrm>
          <a:prstGeom prst="ellipse">
            <a:avLst/>
          </a:prstGeom>
          <a:solidFill>
            <a:srgbClr val="7F95A3"/>
          </a:solidFill>
          <a:ln/>
        </p:spPr>
      </p:sp>
      <p:sp>
        <p:nvSpPr>
          <p:cNvPr id="55" name="Shape 52"/>
          <p:cNvSpPr/>
          <p:nvPr/>
        </p:nvSpPr>
        <p:spPr>
          <a:xfrm>
            <a:off x="9698028" y="6140196"/>
            <a:ext cx="155448" cy="155448"/>
          </a:xfrm>
          <a:prstGeom prst="ellipse">
            <a:avLst/>
          </a:prstGeom>
          <a:solidFill>
            <a:srgbClr val="1E5A86"/>
          </a:solidFill>
          <a:ln/>
        </p:spPr>
      </p:sp>
      <p:sp>
        <p:nvSpPr>
          <p:cNvPr id="56" name="Shape 53"/>
          <p:cNvSpPr/>
          <p:nvPr/>
        </p:nvSpPr>
        <p:spPr>
          <a:xfrm>
            <a:off x="9834701" y="6190488"/>
            <a:ext cx="54864" cy="54864"/>
          </a:xfrm>
          <a:prstGeom prst="ellipse">
            <a:avLst/>
          </a:prstGeom>
          <a:solidFill>
            <a:srgbClr val="CFD9DF"/>
          </a:solidFill>
          <a:ln/>
        </p:spPr>
      </p:sp>
      <p:sp>
        <p:nvSpPr>
          <p:cNvPr id="57" name="Shape 54"/>
          <p:cNvSpPr/>
          <p:nvPr/>
        </p:nvSpPr>
        <p:spPr>
          <a:xfrm>
            <a:off x="9921082" y="6190488"/>
            <a:ext cx="54864" cy="54864"/>
          </a:xfrm>
          <a:prstGeom prst="ellipse">
            <a:avLst/>
          </a:prstGeom>
          <a:solidFill>
            <a:srgbClr val="CFD9DF"/>
          </a:solidFill>
          <a:ln/>
        </p:spPr>
      </p:sp>
      <p:sp>
        <p:nvSpPr>
          <p:cNvPr id="58" name="Shape 55"/>
          <p:cNvSpPr/>
          <p:nvPr/>
        </p:nvSpPr>
        <p:spPr>
          <a:xfrm>
            <a:off x="10007462" y="6190488"/>
            <a:ext cx="54864" cy="54864"/>
          </a:xfrm>
          <a:prstGeom prst="ellipse">
            <a:avLst/>
          </a:prstGeom>
          <a:solidFill>
            <a:srgbClr val="CFD9DF"/>
          </a:solidFill>
          <a:ln/>
        </p:spPr>
      </p:sp>
      <p:sp>
        <p:nvSpPr>
          <p:cNvPr id="59" name="Shape 56"/>
          <p:cNvSpPr/>
          <p:nvPr/>
        </p:nvSpPr>
        <p:spPr>
          <a:xfrm>
            <a:off x="10093843" y="6190488"/>
            <a:ext cx="54864" cy="54864"/>
          </a:xfrm>
          <a:prstGeom prst="ellipse">
            <a:avLst/>
          </a:prstGeom>
          <a:solidFill>
            <a:srgbClr val="CFD9DF"/>
          </a:solidFill>
          <a:ln/>
        </p:spPr>
      </p:sp>
      <p:sp>
        <p:nvSpPr>
          <p:cNvPr id="60" name="Shape 57"/>
          <p:cNvSpPr/>
          <p:nvPr/>
        </p:nvSpPr>
        <p:spPr>
          <a:xfrm>
            <a:off x="10180224" y="6190488"/>
            <a:ext cx="54864" cy="54864"/>
          </a:xfrm>
          <a:prstGeom prst="ellipse">
            <a:avLst/>
          </a:prstGeom>
          <a:solidFill>
            <a:srgbClr val="CFD9DF"/>
          </a:solidFill>
          <a:ln/>
        </p:spPr>
      </p:sp>
      <p:sp>
        <p:nvSpPr>
          <p:cNvPr id="61" name="Shape 58"/>
          <p:cNvSpPr/>
          <p:nvPr/>
        </p:nvSpPr>
        <p:spPr>
          <a:xfrm>
            <a:off x="10266604" y="6190488"/>
            <a:ext cx="54864" cy="54864"/>
          </a:xfrm>
          <a:prstGeom prst="ellipse">
            <a:avLst/>
          </a:prstGeom>
          <a:solidFill>
            <a:srgbClr val="CFD9DF"/>
          </a:solidFill>
          <a:ln/>
        </p:spPr>
      </p:sp>
      <p:sp>
        <p:nvSpPr>
          <p:cNvPr id="62" name="Shape 59"/>
          <p:cNvSpPr/>
          <p:nvPr/>
        </p:nvSpPr>
        <p:spPr>
          <a:xfrm>
            <a:off x="10352985" y="6190488"/>
            <a:ext cx="54864" cy="54864"/>
          </a:xfrm>
          <a:prstGeom prst="ellipse">
            <a:avLst/>
          </a:prstGeom>
          <a:solidFill>
            <a:srgbClr val="CFD9DF"/>
          </a:solidFill>
          <a:ln/>
        </p:spPr>
      </p:sp>
      <p:sp>
        <p:nvSpPr>
          <p:cNvPr id="63" name="Shape 60"/>
          <p:cNvSpPr/>
          <p:nvPr/>
        </p:nvSpPr>
        <p:spPr>
          <a:xfrm>
            <a:off x="10439366" y="6190488"/>
            <a:ext cx="54864" cy="54864"/>
          </a:xfrm>
          <a:prstGeom prst="ellipse">
            <a:avLst/>
          </a:prstGeom>
          <a:solidFill>
            <a:srgbClr val="CFD9DF"/>
          </a:solidFill>
          <a:ln/>
        </p:spPr>
      </p:sp>
      <p:sp>
        <p:nvSpPr>
          <p:cNvPr id="64" name="Shape 61"/>
          <p:cNvSpPr/>
          <p:nvPr/>
        </p:nvSpPr>
        <p:spPr>
          <a:xfrm>
            <a:off x="10525746" y="6190488"/>
            <a:ext cx="54864" cy="54864"/>
          </a:xfrm>
          <a:prstGeom prst="ellipse">
            <a:avLst/>
          </a:prstGeom>
          <a:solidFill>
            <a:srgbClr val="CFD9DF"/>
          </a:solidFill>
          <a:ln/>
        </p:spPr>
      </p:sp>
      <p:sp>
        <p:nvSpPr>
          <p:cNvPr id="65" name="Shape 62"/>
          <p:cNvSpPr/>
          <p:nvPr/>
        </p:nvSpPr>
        <p:spPr>
          <a:xfrm>
            <a:off x="10612127" y="6190488"/>
            <a:ext cx="54864" cy="54864"/>
          </a:xfrm>
          <a:prstGeom prst="ellipse">
            <a:avLst/>
          </a:prstGeom>
          <a:solidFill>
            <a:srgbClr val="CFD9DF"/>
          </a:solidFill>
          <a:ln/>
        </p:spPr>
      </p:sp>
      <p:sp>
        <p:nvSpPr>
          <p:cNvPr id="66" name="Shape 63"/>
          <p:cNvSpPr/>
          <p:nvPr/>
        </p:nvSpPr>
        <p:spPr>
          <a:xfrm>
            <a:off x="10698508" y="6190488"/>
            <a:ext cx="54864" cy="54864"/>
          </a:xfrm>
          <a:prstGeom prst="ellipse">
            <a:avLst/>
          </a:prstGeom>
          <a:solidFill>
            <a:srgbClr val="CFD9DF"/>
          </a:solidFill>
          <a:ln/>
        </p:spPr>
      </p:sp>
      <p:sp>
        <p:nvSpPr>
          <p:cNvPr id="67" name="Shape 64"/>
          <p:cNvSpPr/>
          <p:nvPr/>
        </p:nvSpPr>
        <p:spPr>
          <a:xfrm>
            <a:off x="10784888" y="6190488"/>
            <a:ext cx="54864" cy="54864"/>
          </a:xfrm>
          <a:prstGeom prst="ellipse">
            <a:avLst/>
          </a:prstGeom>
          <a:solidFill>
            <a:srgbClr val="CFD9DF"/>
          </a:solidFill>
          <a:ln/>
        </p:spPr>
      </p:sp>
      <p:sp>
        <p:nvSpPr>
          <p:cNvPr id="68" name="Shape 65"/>
          <p:cNvSpPr/>
          <p:nvPr/>
        </p:nvSpPr>
        <p:spPr>
          <a:xfrm>
            <a:off x="10871269" y="6190488"/>
            <a:ext cx="54864" cy="54864"/>
          </a:xfrm>
          <a:prstGeom prst="ellipse">
            <a:avLst/>
          </a:prstGeom>
          <a:solidFill>
            <a:srgbClr val="CFD9DF"/>
          </a:solidFill>
          <a:ln/>
        </p:spPr>
      </p:sp>
      <p:sp>
        <p:nvSpPr>
          <p:cNvPr id="69" name="Shape 66"/>
          <p:cNvSpPr/>
          <p:nvPr/>
        </p:nvSpPr>
        <p:spPr>
          <a:xfrm>
            <a:off x="10957650" y="6190488"/>
            <a:ext cx="54864" cy="54864"/>
          </a:xfrm>
          <a:prstGeom prst="ellipse">
            <a:avLst/>
          </a:prstGeom>
          <a:solidFill>
            <a:srgbClr val="CFD9DF"/>
          </a:solidFill>
          <a:ln/>
        </p:spPr>
      </p:sp>
      <p:sp>
        <p:nvSpPr>
          <p:cNvPr id="70" name="Shape 67"/>
          <p:cNvSpPr/>
          <p:nvPr/>
        </p:nvSpPr>
        <p:spPr>
          <a:xfrm>
            <a:off x="11044030" y="6190488"/>
            <a:ext cx="54864" cy="54864"/>
          </a:xfrm>
          <a:prstGeom prst="ellipse">
            <a:avLst/>
          </a:prstGeom>
          <a:solidFill>
            <a:srgbClr val="CFD9DF"/>
          </a:solidFill>
          <a:ln/>
        </p:spPr>
      </p:sp>
      <p:sp>
        <p:nvSpPr>
          <p:cNvPr id="71" name="Shape 68"/>
          <p:cNvSpPr/>
          <p:nvPr/>
        </p:nvSpPr>
        <p:spPr>
          <a:xfrm>
            <a:off x="11130411" y="6190488"/>
            <a:ext cx="54864" cy="54864"/>
          </a:xfrm>
          <a:prstGeom prst="ellipse">
            <a:avLst/>
          </a:prstGeom>
          <a:solidFill>
            <a:srgbClr val="CFD9DF"/>
          </a:solidFill>
          <a:ln/>
        </p:spPr>
      </p:sp>
      <p:sp>
        <p:nvSpPr>
          <p:cNvPr id="72" name="Shape 69"/>
          <p:cNvSpPr/>
          <p:nvPr/>
        </p:nvSpPr>
        <p:spPr>
          <a:xfrm>
            <a:off x="11216792" y="6190488"/>
            <a:ext cx="54864" cy="54864"/>
          </a:xfrm>
          <a:prstGeom prst="ellipse">
            <a:avLst/>
          </a:prstGeom>
          <a:solidFill>
            <a:srgbClr val="CFD9DF"/>
          </a:solidFill>
          <a:ln/>
        </p:spPr>
      </p:sp>
      <p:sp>
        <p:nvSpPr>
          <p:cNvPr id="73" name="Shape 70"/>
          <p:cNvSpPr/>
          <p:nvPr/>
        </p:nvSpPr>
        <p:spPr>
          <a:xfrm>
            <a:off x="11303172" y="6190488"/>
            <a:ext cx="54864" cy="54864"/>
          </a:xfrm>
          <a:prstGeom prst="ellipse">
            <a:avLst/>
          </a:prstGeom>
          <a:solidFill>
            <a:srgbClr val="CFD9DF"/>
          </a:solidFill>
          <a:ln/>
        </p:spPr>
      </p:sp>
      <p:sp>
        <p:nvSpPr>
          <p:cNvPr id="74" name="Shape 71"/>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pic>
        <p:nvPicPr>
          <p:cNvPr id="2" name="Step 42 image" descr="Step 42: Add a deeper blue at the left of the sea">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695651" cy="292608"/>
          </a:xfrm>
          <a:prstGeom prst="roundRect">
            <a:avLst>
              <a:gd name="adj" fmla="val 31250"/>
            </a:avLst>
          </a:prstGeom>
          <a:solidFill>
            <a:srgbClr val="1E5A86"/>
          </a:solidFill>
          <a:ln/>
        </p:spPr>
        <p:txBody>
          <a:bodyPr wrap="square" lIns="0" tIns="0" rIns="0" bIns="0" rtlCol="0" anchor="ctr"/>
          <a:lstStyle/>
          <a:p>
            <a:pPr algn="ctr" indent="0" marL="0">
              <a:buNone/>
            </a:pPr>
            <a:r>
              <a:rPr lang="en-US" sz="1100" b="1" dirty="0">
                <a:solidFill>
                  <a:srgbClr val="FFFFFF"/>
                </a:solidFill>
              </a:rPr>
              <a:t>STAGE 8 · DEEPEN THE COLOR</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42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Add a deeper blue at the left of the sea</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Take a thin brush with phthalo blue and glaze a darker band along the left of the horizon.</a:t>
            </a:r>
            <a:endParaRPr lang="en-US" sz="1500" dirty="0"/>
          </a:p>
          <a:p>
            <a:pPr marL="203200" indent="-203200">
              <a:spcAft>
                <a:spcPts val="600"/>
              </a:spcAft>
              <a:buSzPct val="100000"/>
              <a:buChar char="•"/>
            </a:pPr>
            <a:r>
              <a:rPr lang="en-US" sz="1500" dirty="0">
                <a:solidFill>
                  <a:schemeClr val="tx1"/>
                </a:solidFill>
              </a:rPr>
              <a:t>Keep the stroke thin and even.</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A glaze is a transparent layer, so the white flecks underneath can still show.</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hthalo blue"/>
          <p:cNvSpPr/>
          <p:nvPr/>
        </p:nvSpPr>
        <p:spPr>
          <a:xfrm>
            <a:off x="6277336" y="5532120"/>
            <a:ext cx="329184" cy="329184"/>
          </a:xfrm>
          <a:prstGeom prst="ellipse">
            <a:avLst/>
          </a:prstGeom>
          <a:solidFill>
            <a:srgbClr val="67A6CC"/>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Phthalo blue</a:t>
            </a:r>
            <a:endParaRPr lang="en-US" sz="1100" dirty="0"/>
          </a:p>
          <a:p>
            <a:pPr indent="0" marL="0">
              <a:buNone/>
            </a:pPr>
            <a:r>
              <a:rPr lang="en-US" sz="1000" dirty="0">
                <a:solidFill>
                  <a:srgbClr val="4A5058"/>
                </a:solidFill>
              </a:rPr>
              <a:t>#67A6CC</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66230" y="6190488"/>
            <a:ext cx="54864" cy="54864"/>
          </a:xfrm>
          <a:prstGeom prst="ellipse">
            <a:avLst/>
          </a:prstGeom>
          <a:solidFill>
            <a:srgbClr val="7F95A3"/>
          </a:solidFill>
          <a:ln/>
        </p:spPr>
      </p:sp>
      <p:sp>
        <p:nvSpPr>
          <p:cNvPr id="38" name="Shape 35"/>
          <p:cNvSpPr/>
          <p:nvPr/>
        </p:nvSpPr>
        <p:spPr>
          <a:xfrm>
            <a:off x="8452611" y="6190488"/>
            <a:ext cx="54864" cy="54864"/>
          </a:xfrm>
          <a:prstGeom prst="ellipse">
            <a:avLst/>
          </a:prstGeom>
          <a:solidFill>
            <a:srgbClr val="7F95A3"/>
          </a:solidFill>
          <a:ln/>
        </p:spPr>
      </p:sp>
      <p:sp>
        <p:nvSpPr>
          <p:cNvPr id="39" name="Shape 36"/>
          <p:cNvSpPr/>
          <p:nvPr/>
        </p:nvSpPr>
        <p:spPr>
          <a:xfrm>
            <a:off x="8538991" y="6190488"/>
            <a:ext cx="54864" cy="54864"/>
          </a:xfrm>
          <a:prstGeom prst="ellipse">
            <a:avLst/>
          </a:prstGeom>
          <a:solidFill>
            <a:srgbClr val="7F95A3"/>
          </a:solidFill>
          <a:ln/>
        </p:spPr>
      </p:sp>
      <p:sp>
        <p:nvSpPr>
          <p:cNvPr id="40" name="Shape 37"/>
          <p:cNvSpPr/>
          <p:nvPr/>
        </p:nvSpPr>
        <p:spPr>
          <a:xfrm>
            <a:off x="8625372" y="6190488"/>
            <a:ext cx="54864" cy="54864"/>
          </a:xfrm>
          <a:prstGeom prst="ellipse">
            <a:avLst/>
          </a:prstGeom>
          <a:solidFill>
            <a:srgbClr val="7F95A3"/>
          </a:solidFill>
          <a:ln/>
        </p:spPr>
      </p:sp>
      <p:sp>
        <p:nvSpPr>
          <p:cNvPr id="41" name="Shape 38"/>
          <p:cNvSpPr/>
          <p:nvPr/>
        </p:nvSpPr>
        <p:spPr>
          <a:xfrm>
            <a:off x="8711753" y="6190488"/>
            <a:ext cx="54864" cy="54864"/>
          </a:xfrm>
          <a:prstGeom prst="ellipse">
            <a:avLst/>
          </a:prstGeom>
          <a:solidFill>
            <a:srgbClr val="7F95A3"/>
          </a:solidFill>
          <a:ln/>
        </p:spPr>
      </p:sp>
      <p:sp>
        <p:nvSpPr>
          <p:cNvPr id="42" name="Shape 39"/>
          <p:cNvSpPr/>
          <p:nvPr/>
        </p:nvSpPr>
        <p:spPr>
          <a:xfrm>
            <a:off x="8798133" y="6190488"/>
            <a:ext cx="54864" cy="54864"/>
          </a:xfrm>
          <a:prstGeom prst="ellipse">
            <a:avLst/>
          </a:prstGeom>
          <a:solidFill>
            <a:srgbClr val="7F95A3"/>
          </a:solidFill>
          <a:ln/>
        </p:spPr>
      </p:sp>
      <p:sp>
        <p:nvSpPr>
          <p:cNvPr id="43" name="Shape 40"/>
          <p:cNvSpPr/>
          <p:nvPr/>
        </p:nvSpPr>
        <p:spPr>
          <a:xfrm>
            <a:off x="8884514" y="6190488"/>
            <a:ext cx="54864" cy="54864"/>
          </a:xfrm>
          <a:prstGeom prst="ellipse">
            <a:avLst/>
          </a:prstGeom>
          <a:solidFill>
            <a:srgbClr val="7F95A3"/>
          </a:solidFill>
          <a:ln/>
        </p:spPr>
      </p:sp>
      <p:sp>
        <p:nvSpPr>
          <p:cNvPr id="44" name="Shape 41"/>
          <p:cNvSpPr/>
          <p:nvPr/>
        </p:nvSpPr>
        <p:spPr>
          <a:xfrm>
            <a:off x="8970895" y="6190488"/>
            <a:ext cx="54864" cy="54864"/>
          </a:xfrm>
          <a:prstGeom prst="ellipse">
            <a:avLst/>
          </a:prstGeom>
          <a:solidFill>
            <a:srgbClr val="7F95A3"/>
          </a:solidFill>
          <a:ln/>
        </p:spPr>
      </p:sp>
      <p:sp>
        <p:nvSpPr>
          <p:cNvPr id="45" name="Shape 42"/>
          <p:cNvSpPr/>
          <p:nvPr/>
        </p:nvSpPr>
        <p:spPr>
          <a:xfrm>
            <a:off x="9057275" y="6190488"/>
            <a:ext cx="54864" cy="54864"/>
          </a:xfrm>
          <a:prstGeom prst="ellipse">
            <a:avLst/>
          </a:prstGeom>
          <a:solidFill>
            <a:srgbClr val="7F95A3"/>
          </a:solidFill>
          <a:ln/>
        </p:spPr>
      </p:sp>
      <p:sp>
        <p:nvSpPr>
          <p:cNvPr id="46" name="Shape 43"/>
          <p:cNvSpPr/>
          <p:nvPr/>
        </p:nvSpPr>
        <p:spPr>
          <a:xfrm>
            <a:off x="9143656" y="6190488"/>
            <a:ext cx="54864" cy="54864"/>
          </a:xfrm>
          <a:prstGeom prst="ellipse">
            <a:avLst/>
          </a:prstGeom>
          <a:solidFill>
            <a:srgbClr val="7F95A3"/>
          </a:solidFill>
          <a:ln/>
        </p:spPr>
      </p:sp>
      <p:sp>
        <p:nvSpPr>
          <p:cNvPr id="47" name="Shape 44"/>
          <p:cNvSpPr/>
          <p:nvPr/>
        </p:nvSpPr>
        <p:spPr>
          <a:xfrm>
            <a:off x="9230036" y="6190488"/>
            <a:ext cx="54864" cy="54864"/>
          </a:xfrm>
          <a:prstGeom prst="ellipse">
            <a:avLst/>
          </a:prstGeom>
          <a:solidFill>
            <a:srgbClr val="7F95A3"/>
          </a:solidFill>
          <a:ln/>
        </p:spPr>
      </p:sp>
      <p:sp>
        <p:nvSpPr>
          <p:cNvPr id="48" name="Shape 45"/>
          <p:cNvSpPr/>
          <p:nvPr/>
        </p:nvSpPr>
        <p:spPr>
          <a:xfrm>
            <a:off x="9316417" y="6190488"/>
            <a:ext cx="54864" cy="54864"/>
          </a:xfrm>
          <a:prstGeom prst="ellipse">
            <a:avLst/>
          </a:prstGeom>
          <a:solidFill>
            <a:srgbClr val="7F95A3"/>
          </a:solidFill>
          <a:ln/>
        </p:spPr>
      </p:sp>
      <p:sp>
        <p:nvSpPr>
          <p:cNvPr id="49" name="Shape 46"/>
          <p:cNvSpPr/>
          <p:nvPr/>
        </p:nvSpPr>
        <p:spPr>
          <a:xfrm>
            <a:off x="9402798" y="6190488"/>
            <a:ext cx="54864" cy="54864"/>
          </a:xfrm>
          <a:prstGeom prst="ellipse">
            <a:avLst/>
          </a:prstGeom>
          <a:solidFill>
            <a:srgbClr val="7F95A3"/>
          </a:solidFill>
          <a:ln/>
        </p:spPr>
      </p:sp>
      <p:sp>
        <p:nvSpPr>
          <p:cNvPr id="50" name="Shape 47"/>
          <p:cNvSpPr/>
          <p:nvPr/>
        </p:nvSpPr>
        <p:spPr>
          <a:xfrm>
            <a:off x="9489178" y="6190488"/>
            <a:ext cx="54864" cy="54864"/>
          </a:xfrm>
          <a:prstGeom prst="ellipse">
            <a:avLst/>
          </a:prstGeom>
          <a:solidFill>
            <a:srgbClr val="7F95A3"/>
          </a:solidFill>
          <a:ln/>
        </p:spPr>
      </p:sp>
      <p:sp>
        <p:nvSpPr>
          <p:cNvPr id="51" name="Shape 48"/>
          <p:cNvSpPr/>
          <p:nvPr/>
        </p:nvSpPr>
        <p:spPr>
          <a:xfrm>
            <a:off x="9575559" y="6190488"/>
            <a:ext cx="54864" cy="54864"/>
          </a:xfrm>
          <a:prstGeom prst="ellipse">
            <a:avLst/>
          </a:prstGeom>
          <a:solidFill>
            <a:srgbClr val="7F95A3"/>
          </a:solidFill>
          <a:ln/>
        </p:spPr>
      </p:sp>
      <p:sp>
        <p:nvSpPr>
          <p:cNvPr id="52" name="Shape 49"/>
          <p:cNvSpPr/>
          <p:nvPr/>
        </p:nvSpPr>
        <p:spPr>
          <a:xfrm>
            <a:off x="9661940" y="6190488"/>
            <a:ext cx="54864" cy="54864"/>
          </a:xfrm>
          <a:prstGeom prst="ellipse">
            <a:avLst/>
          </a:prstGeom>
          <a:solidFill>
            <a:srgbClr val="7F95A3"/>
          </a:solidFill>
          <a:ln/>
        </p:spPr>
      </p:sp>
      <p:sp>
        <p:nvSpPr>
          <p:cNvPr id="53" name="Shape 50"/>
          <p:cNvSpPr/>
          <p:nvPr/>
        </p:nvSpPr>
        <p:spPr>
          <a:xfrm>
            <a:off x="9748320" y="6190488"/>
            <a:ext cx="54864" cy="54864"/>
          </a:xfrm>
          <a:prstGeom prst="ellipse">
            <a:avLst/>
          </a:prstGeom>
          <a:solidFill>
            <a:srgbClr val="7F95A3"/>
          </a:solidFill>
          <a:ln/>
        </p:spPr>
      </p:sp>
      <p:sp>
        <p:nvSpPr>
          <p:cNvPr id="54" name="Shape 51"/>
          <p:cNvSpPr/>
          <p:nvPr/>
        </p:nvSpPr>
        <p:spPr>
          <a:xfrm>
            <a:off x="9784409" y="6140196"/>
            <a:ext cx="155448" cy="155448"/>
          </a:xfrm>
          <a:prstGeom prst="ellipse">
            <a:avLst/>
          </a:prstGeom>
          <a:solidFill>
            <a:srgbClr val="1E5A86"/>
          </a:solidFill>
          <a:ln/>
        </p:spPr>
      </p:sp>
      <p:sp>
        <p:nvSpPr>
          <p:cNvPr id="55" name="Shape 52"/>
          <p:cNvSpPr/>
          <p:nvPr/>
        </p:nvSpPr>
        <p:spPr>
          <a:xfrm>
            <a:off x="9921082" y="6190488"/>
            <a:ext cx="54864" cy="54864"/>
          </a:xfrm>
          <a:prstGeom prst="ellipse">
            <a:avLst/>
          </a:prstGeom>
          <a:solidFill>
            <a:srgbClr val="CFD9DF"/>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pic>
        <p:nvPicPr>
          <p:cNvPr id="2" name="Step 43 image" descr="Step 43: Carry the deeper blue across the water">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695651" cy="292608"/>
          </a:xfrm>
          <a:prstGeom prst="roundRect">
            <a:avLst>
              <a:gd name="adj" fmla="val 31250"/>
            </a:avLst>
          </a:prstGeom>
          <a:solidFill>
            <a:srgbClr val="1E5A86"/>
          </a:solidFill>
          <a:ln/>
        </p:spPr>
        <p:txBody>
          <a:bodyPr wrap="square" lIns="0" tIns="0" rIns="0" bIns="0" rtlCol="0" anchor="ctr"/>
          <a:lstStyle/>
          <a:p>
            <a:pPr algn="ctr" indent="0" marL="0">
              <a:buNone/>
            </a:pPr>
            <a:r>
              <a:rPr lang="en-US" sz="1100" b="1" dirty="0">
                <a:solidFill>
                  <a:srgbClr val="FFFFFF"/>
                </a:solidFill>
              </a:rPr>
              <a:t>STAGE 8 · DEEPEN THE COLOR</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43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Carry the deeper blue across the water</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Continue the glaze toward the right in horizontal strokes.</a:t>
            </a:r>
            <a:endParaRPr lang="en-US" sz="1500" dirty="0"/>
          </a:p>
          <a:p>
            <a:pPr marL="203200" indent="-203200">
              <a:spcAft>
                <a:spcPts val="600"/>
              </a:spcAft>
              <a:buSzPct val="100000"/>
              <a:buChar char="•"/>
            </a:pPr>
            <a:r>
              <a:rPr lang="en-US" sz="1500" dirty="0">
                <a:solidFill>
                  <a:schemeClr val="tx1"/>
                </a:solidFill>
              </a:rPr>
              <a:t>Skip over the brightest wave flecks.</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You don't need to cover everything. Leave some of the first layer showing.</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hthalo blue"/>
          <p:cNvSpPr/>
          <p:nvPr/>
        </p:nvSpPr>
        <p:spPr>
          <a:xfrm>
            <a:off x="6277336" y="5532120"/>
            <a:ext cx="329184" cy="329184"/>
          </a:xfrm>
          <a:prstGeom prst="ellipse">
            <a:avLst/>
          </a:prstGeom>
          <a:solidFill>
            <a:srgbClr val="67A6CC"/>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Phthalo blue</a:t>
            </a:r>
            <a:endParaRPr lang="en-US" sz="1100" dirty="0"/>
          </a:p>
          <a:p>
            <a:pPr indent="0" marL="0">
              <a:buNone/>
            </a:pPr>
            <a:r>
              <a:rPr lang="en-US" sz="1000" dirty="0">
                <a:solidFill>
                  <a:srgbClr val="4A5058"/>
                </a:solidFill>
              </a:rPr>
              <a:t>#67A6CC</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66230" y="6190488"/>
            <a:ext cx="54864" cy="54864"/>
          </a:xfrm>
          <a:prstGeom prst="ellipse">
            <a:avLst/>
          </a:prstGeom>
          <a:solidFill>
            <a:srgbClr val="7F95A3"/>
          </a:solidFill>
          <a:ln/>
        </p:spPr>
      </p:sp>
      <p:sp>
        <p:nvSpPr>
          <p:cNvPr id="38" name="Shape 35"/>
          <p:cNvSpPr/>
          <p:nvPr/>
        </p:nvSpPr>
        <p:spPr>
          <a:xfrm>
            <a:off x="8452611" y="6190488"/>
            <a:ext cx="54864" cy="54864"/>
          </a:xfrm>
          <a:prstGeom prst="ellipse">
            <a:avLst/>
          </a:prstGeom>
          <a:solidFill>
            <a:srgbClr val="7F95A3"/>
          </a:solidFill>
          <a:ln/>
        </p:spPr>
      </p:sp>
      <p:sp>
        <p:nvSpPr>
          <p:cNvPr id="39" name="Shape 36"/>
          <p:cNvSpPr/>
          <p:nvPr/>
        </p:nvSpPr>
        <p:spPr>
          <a:xfrm>
            <a:off x="8538991" y="6190488"/>
            <a:ext cx="54864" cy="54864"/>
          </a:xfrm>
          <a:prstGeom prst="ellipse">
            <a:avLst/>
          </a:prstGeom>
          <a:solidFill>
            <a:srgbClr val="7F95A3"/>
          </a:solidFill>
          <a:ln/>
        </p:spPr>
      </p:sp>
      <p:sp>
        <p:nvSpPr>
          <p:cNvPr id="40" name="Shape 37"/>
          <p:cNvSpPr/>
          <p:nvPr/>
        </p:nvSpPr>
        <p:spPr>
          <a:xfrm>
            <a:off x="8625372" y="6190488"/>
            <a:ext cx="54864" cy="54864"/>
          </a:xfrm>
          <a:prstGeom prst="ellipse">
            <a:avLst/>
          </a:prstGeom>
          <a:solidFill>
            <a:srgbClr val="7F95A3"/>
          </a:solidFill>
          <a:ln/>
        </p:spPr>
      </p:sp>
      <p:sp>
        <p:nvSpPr>
          <p:cNvPr id="41" name="Shape 38"/>
          <p:cNvSpPr/>
          <p:nvPr/>
        </p:nvSpPr>
        <p:spPr>
          <a:xfrm>
            <a:off x="8711753" y="6190488"/>
            <a:ext cx="54864" cy="54864"/>
          </a:xfrm>
          <a:prstGeom prst="ellipse">
            <a:avLst/>
          </a:prstGeom>
          <a:solidFill>
            <a:srgbClr val="7F95A3"/>
          </a:solidFill>
          <a:ln/>
        </p:spPr>
      </p:sp>
      <p:sp>
        <p:nvSpPr>
          <p:cNvPr id="42" name="Shape 39"/>
          <p:cNvSpPr/>
          <p:nvPr/>
        </p:nvSpPr>
        <p:spPr>
          <a:xfrm>
            <a:off x="8798133" y="6190488"/>
            <a:ext cx="54864" cy="54864"/>
          </a:xfrm>
          <a:prstGeom prst="ellipse">
            <a:avLst/>
          </a:prstGeom>
          <a:solidFill>
            <a:srgbClr val="7F95A3"/>
          </a:solidFill>
          <a:ln/>
        </p:spPr>
      </p:sp>
      <p:sp>
        <p:nvSpPr>
          <p:cNvPr id="43" name="Shape 40"/>
          <p:cNvSpPr/>
          <p:nvPr/>
        </p:nvSpPr>
        <p:spPr>
          <a:xfrm>
            <a:off x="8884514" y="6190488"/>
            <a:ext cx="54864" cy="54864"/>
          </a:xfrm>
          <a:prstGeom prst="ellipse">
            <a:avLst/>
          </a:prstGeom>
          <a:solidFill>
            <a:srgbClr val="7F95A3"/>
          </a:solidFill>
          <a:ln/>
        </p:spPr>
      </p:sp>
      <p:sp>
        <p:nvSpPr>
          <p:cNvPr id="44" name="Shape 41"/>
          <p:cNvSpPr/>
          <p:nvPr/>
        </p:nvSpPr>
        <p:spPr>
          <a:xfrm>
            <a:off x="8970895" y="6190488"/>
            <a:ext cx="54864" cy="54864"/>
          </a:xfrm>
          <a:prstGeom prst="ellipse">
            <a:avLst/>
          </a:prstGeom>
          <a:solidFill>
            <a:srgbClr val="7F95A3"/>
          </a:solidFill>
          <a:ln/>
        </p:spPr>
      </p:sp>
      <p:sp>
        <p:nvSpPr>
          <p:cNvPr id="45" name="Shape 42"/>
          <p:cNvSpPr/>
          <p:nvPr/>
        </p:nvSpPr>
        <p:spPr>
          <a:xfrm>
            <a:off x="9057275" y="6190488"/>
            <a:ext cx="54864" cy="54864"/>
          </a:xfrm>
          <a:prstGeom prst="ellipse">
            <a:avLst/>
          </a:prstGeom>
          <a:solidFill>
            <a:srgbClr val="7F95A3"/>
          </a:solidFill>
          <a:ln/>
        </p:spPr>
      </p:sp>
      <p:sp>
        <p:nvSpPr>
          <p:cNvPr id="46" name="Shape 43"/>
          <p:cNvSpPr/>
          <p:nvPr/>
        </p:nvSpPr>
        <p:spPr>
          <a:xfrm>
            <a:off x="9143656" y="6190488"/>
            <a:ext cx="54864" cy="54864"/>
          </a:xfrm>
          <a:prstGeom prst="ellipse">
            <a:avLst/>
          </a:prstGeom>
          <a:solidFill>
            <a:srgbClr val="7F95A3"/>
          </a:solidFill>
          <a:ln/>
        </p:spPr>
      </p:sp>
      <p:sp>
        <p:nvSpPr>
          <p:cNvPr id="47" name="Shape 44"/>
          <p:cNvSpPr/>
          <p:nvPr/>
        </p:nvSpPr>
        <p:spPr>
          <a:xfrm>
            <a:off x="9230036" y="6190488"/>
            <a:ext cx="54864" cy="54864"/>
          </a:xfrm>
          <a:prstGeom prst="ellipse">
            <a:avLst/>
          </a:prstGeom>
          <a:solidFill>
            <a:srgbClr val="7F95A3"/>
          </a:solidFill>
          <a:ln/>
        </p:spPr>
      </p:sp>
      <p:sp>
        <p:nvSpPr>
          <p:cNvPr id="48" name="Shape 45"/>
          <p:cNvSpPr/>
          <p:nvPr/>
        </p:nvSpPr>
        <p:spPr>
          <a:xfrm>
            <a:off x="9316417" y="6190488"/>
            <a:ext cx="54864" cy="54864"/>
          </a:xfrm>
          <a:prstGeom prst="ellipse">
            <a:avLst/>
          </a:prstGeom>
          <a:solidFill>
            <a:srgbClr val="7F95A3"/>
          </a:solidFill>
          <a:ln/>
        </p:spPr>
      </p:sp>
      <p:sp>
        <p:nvSpPr>
          <p:cNvPr id="49" name="Shape 46"/>
          <p:cNvSpPr/>
          <p:nvPr/>
        </p:nvSpPr>
        <p:spPr>
          <a:xfrm>
            <a:off x="9402798" y="6190488"/>
            <a:ext cx="54864" cy="54864"/>
          </a:xfrm>
          <a:prstGeom prst="ellipse">
            <a:avLst/>
          </a:prstGeom>
          <a:solidFill>
            <a:srgbClr val="7F95A3"/>
          </a:solidFill>
          <a:ln/>
        </p:spPr>
      </p:sp>
      <p:sp>
        <p:nvSpPr>
          <p:cNvPr id="50" name="Shape 47"/>
          <p:cNvSpPr/>
          <p:nvPr/>
        </p:nvSpPr>
        <p:spPr>
          <a:xfrm>
            <a:off x="9489178" y="6190488"/>
            <a:ext cx="54864" cy="54864"/>
          </a:xfrm>
          <a:prstGeom prst="ellipse">
            <a:avLst/>
          </a:prstGeom>
          <a:solidFill>
            <a:srgbClr val="7F95A3"/>
          </a:solidFill>
          <a:ln/>
        </p:spPr>
      </p:sp>
      <p:sp>
        <p:nvSpPr>
          <p:cNvPr id="51" name="Shape 48"/>
          <p:cNvSpPr/>
          <p:nvPr/>
        </p:nvSpPr>
        <p:spPr>
          <a:xfrm>
            <a:off x="9575559" y="6190488"/>
            <a:ext cx="54864" cy="54864"/>
          </a:xfrm>
          <a:prstGeom prst="ellipse">
            <a:avLst/>
          </a:prstGeom>
          <a:solidFill>
            <a:srgbClr val="7F95A3"/>
          </a:solidFill>
          <a:ln/>
        </p:spPr>
      </p:sp>
      <p:sp>
        <p:nvSpPr>
          <p:cNvPr id="52" name="Shape 49"/>
          <p:cNvSpPr/>
          <p:nvPr/>
        </p:nvSpPr>
        <p:spPr>
          <a:xfrm>
            <a:off x="9661940" y="6190488"/>
            <a:ext cx="54864" cy="54864"/>
          </a:xfrm>
          <a:prstGeom prst="ellipse">
            <a:avLst/>
          </a:prstGeom>
          <a:solidFill>
            <a:srgbClr val="7F95A3"/>
          </a:solidFill>
          <a:ln/>
        </p:spPr>
      </p:sp>
      <p:sp>
        <p:nvSpPr>
          <p:cNvPr id="53" name="Shape 50"/>
          <p:cNvSpPr/>
          <p:nvPr/>
        </p:nvSpPr>
        <p:spPr>
          <a:xfrm>
            <a:off x="9748320" y="6190488"/>
            <a:ext cx="54864" cy="54864"/>
          </a:xfrm>
          <a:prstGeom prst="ellipse">
            <a:avLst/>
          </a:prstGeom>
          <a:solidFill>
            <a:srgbClr val="7F95A3"/>
          </a:solidFill>
          <a:ln/>
        </p:spPr>
      </p:sp>
      <p:sp>
        <p:nvSpPr>
          <p:cNvPr id="54" name="Shape 51"/>
          <p:cNvSpPr/>
          <p:nvPr/>
        </p:nvSpPr>
        <p:spPr>
          <a:xfrm>
            <a:off x="9834701" y="6190488"/>
            <a:ext cx="54864" cy="54864"/>
          </a:xfrm>
          <a:prstGeom prst="ellipse">
            <a:avLst/>
          </a:prstGeom>
          <a:solidFill>
            <a:srgbClr val="7F95A3"/>
          </a:solidFill>
          <a:ln/>
        </p:spPr>
      </p:sp>
      <p:sp>
        <p:nvSpPr>
          <p:cNvPr id="55" name="Shape 52"/>
          <p:cNvSpPr/>
          <p:nvPr/>
        </p:nvSpPr>
        <p:spPr>
          <a:xfrm>
            <a:off x="9870790" y="6140196"/>
            <a:ext cx="155448" cy="155448"/>
          </a:xfrm>
          <a:prstGeom prst="ellipse">
            <a:avLst/>
          </a:prstGeom>
          <a:solidFill>
            <a:srgbClr val="1E5A86"/>
          </a:solidFill>
          <a:ln/>
        </p:spPr>
      </p:sp>
      <p:sp>
        <p:nvSpPr>
          <p:cNvPr id="56" name="Shape 53"/>
          <p:cNvSpPr/>
          <p:nvPr/>
        </p:nvSpPr>
        <p:spPr>
          <a:xfrm>
            <a:off x="10007462" y="6190488"/>
            <a:ext cx="54864" cy="54864"/>
          </a:xfrm>
          <a:prstGeom prst="ellipse">
            <a:avLst/>
          </a:prstGeom>
          <a:solidFill>
            <a:srgbClr val="CFD9DF"/>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pic>
        <p:nvPicPr>
          <p:cNvPr id="2" name="Step 44 image" descr="Step 44: Keep layering across the middle">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695651" cy="292608"/>
          </a:xfrm>
          <a:prstGeom prst="roundRect">
            <a:avLst>
              <a:gd name="adj" fmla="val 31250"/>
            </a:avLst>
          </a:prstGeom>
          <a:solidFill>
            <a:srgbClr val="1E5A86"/>
          </a:solidFill>
          <a:ln/>
        </p:spPr>
        <p:txBody>
          <a:bodyPr wrap="square" lIns="0" tIns="0" rIns="0" bIns="0" rtlCol="0" anchor="ctr"/>
          <a:lstStyle/>
          <a:p>
            <a:pPr algn="ctr" indent="0" marL="0">
              <a:buNone/>
            </a:pPr>
            <a:r>
              <a:rPr lang="en-US" sz="1100" b="1" dirty="0">
                <a:solidFill>
                  <a:srgbClr val="FFFFFF"/>
                </a:solidFill>
              </a:rPr>
              <a:t>STAGE 8 · DEEPEN THE COLOR</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44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Keep layering across the middle</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Work across the middle of the sea, again in horizontal strokes.</a:t>
            </a:r>
            <a:endParaRPr lang="en-US" sz="1500" dirty="0"/>
          </a:p>
          <a:p>
            <a:pPr marL="203200" indent="-203200">
              <a:spcAft>
                <a:spcPts val="600"/>
              </a:spcAft>
              <a:buSzPct val="100000"/>
              <a:buChar char="•"/>
            </a:pPr>
            <a:r>
              <a:rPr lang="en-US" sz="1500" dirty="0">
                <a:solidFill>
                  <a:schemeClr val="tx1"/>
                </a:solidFill>
              </a:rPr>
              <a:t>Let the glaze overlap the edges of the first layer.</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Your hand may hide the water here. Check the result when you lift it.</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hthalo blue"/>
          <p:cNvSpPr/>
          <p:nvPr/>
        </p:nvSpPr>
        <p:spPr>
          <a:xfrm>
            <a:off x="6277336" y="5532120"/>
            <a:ext cx="329184" cy="329184"/>
          </a:xfrm>
          <a:prstGeom prst="ellipse">
            <a:avLst/>
          </a:prstGeom>
          <a:solidFill>
            <a:srgbClr val="67A6CC"/>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Phthalo blue</a:t>
            </a:r>
            <a:endParaRPr lang="en-US" sz="1100" dirty="0"/>
          </a:p>
          <a:p>
            <a:pPr indent="0" marL="0">
              <a:buNone/>
            </a:pPr>
            <a:r>
              <a:rPr lang="en-US" sz="1000" dirty="0">
                <a:solidFill>
                  <a:srgbClr val="4A5058"/>
                </a:solidFill>
              </a:rPr>
              <a:t>#67A6CC</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66230" y="6190488"/>
            <a:ext cx="54864" cy="54864"/>
          </a:xfrm>
          <a:prstGeom prst="ellipse">
            <a:avLst/>
          </a:prstGeom>
          <a:solidFill>
            <a:srgbClr val="7F95A3"/>
          </a:solidFill>
          <a:ln/>
        </p:spPr>
      </p:sp>
      <p:sp>
        <p:nvSpPr>
          <p:cNvPr id="38" name="Shape 35"/>
          <p:cNvSpPr/>
          <p:nvPr/>
        </p:nvSpPr>
        <p:spPr>
          <a:xfrm>
            <a:off x="8452611" y="6190488"/>
            <a:ext cx="54864" cy="54864"/>
          </a:xfrm>
          <a:prstGeom prst="ellipse">
            <a:avLst/>
          </a:prstGeom>
          <a:solidFill>
            <a:srgbClr val="7F95A3"/>
          </a:solidFill>
          <a:ln/>
        </p:spPr>
      </p:sp>
      <p:sp>
        <p:nvSpPr>
          <p:cNvPr id="39" name="Shape 36"/>
          <p:cNvSpPr/>
          <p:nvPr/>
        </p:nvSpPr>
        <p:spPr>
          <a:xfrm>
            <a:off x="8538991" y="6190488"/>
            <a:ext cx="54864" cy="54864"/>
          </a:xfrm>
          <a:prstGeom prst="ellipse">
            <a:avLst/>
          </a:prstGeom>
          <a:solidFill>
            <a:srgbClr val="7F95A3"/>
          </a:solidFill>
          <a:ln/>
        </p:spPr>
      </p:sp>
      <p:sp>
        <p:nvSpPr>
          <p:cNvPr id="40" name="Shape 37"/>
          <p:cNvSpPr/>
          <p:nvPr/>
        </p:nvSpPr>
        <p:spPr>
          <a:xfrm>
            <a:off x="8625372" y="6190488"/>
            <a:ext cx="54864" cy="54864"/>
          </a:xfrm>
          <a:prstGeom prst="ellipse">
            <a:avLst/>
          </a:prstGeom>
          <a:solidFill>
            <a:srgbClr val="7F95A3"/>
          </a:solidFill>
          <a:ln/>
        </p:spPr>
      </p:sp>
      <p:sp>
        <p:nvSpPr>
          <p:cNvPr id="41" name="Shape 38"/>
          <p:cNvSpPr/>
          <p:nvPr/>
        </p:nvSpPr>
        <p:spPr>
          <a:xfrm>
            <a:off x="8711753" y="6190488"/>
            <a:ext cx="54864" cy="54864"/>
          </a:xfrm>
          <a:prstGeom prst="ellipse">
            <a:avLst/>
          </a:prstGeom>
          <a:solidFill>
            <a:srgbClr val="7F95A3"/>
          </a:solidFill>
          <a:ln/>
        </p:spPr>
      </p:sp>
      <p:sp>
        <p:nvSpPr>
          <p:cNvPr id="42" name="Shape 39"/>
          <p:cNvSpPr/>
          <p:nvPr/>
        </p:nvSpPr>
        <p:spPr>
          <a:xfrm>
            <a:off x="8798133" y="6190488"/>
            <a:ext cx="54864" cy="54864"/>
          </a:xfrm>
          <a:prstGeom prst="ellipse">
            <a:avLst/>
          </a:prstGeom>
          <a:solidFill>
            <a:srgbClr val="7F95A3"/>
          </a:solidFill>
          <a:ln/>
        </p:spPr>
      </p:sp>
      <p:sp>
        <p:nvSpPr>
          <p:cNvPr id="43" name="Shape 40"/>
          <p:cNvSpPr/>
          <p:nvPr/>
        </p:nvSpPr>
        <p:spPr>
          <a:xfrm>
            <a:off x="8884514" y="6190488"/>
            <a:ext cx="54864" cy="54864"/>
          </a:xfrm>
          <a:prstGeom prst="ellipse">
            <a:avLst/>
          </a:prstGeom>
          <a:solidFill>
            <a:srgbClr val="7F95A3"/>
          </a:solidFill>
          <a:ln/>
        </p:spPr>
      </p:sp>
      <p:sp>
        <p:nvSpPr>
          <p:cNvPr id="44" name="Shape 41"/>
          <p:cNvSpPr/>
          <p:nvPr/>
        </p:nvSpPr>
        <p:spPr>
          <a:xfrm>
            <a:off x="8970895" y="6190488"/>
            <a:ext cx="54864" cy="54864"/>
          </a:xfrm>
          <a:prstGeom prst="ellipse">
            <a:avLst/>
          </a:prstGeom>
          <a:solidFill>
            <a:srgbClr val="7F95A3"/>
          </a:solidFill>
          <a:ln/>
        </p:spPr>
      </p:sp>
      <p:sp>
        <p:nvSpPr>
          <p:cNvPr id="45" name="Shape 42"/>
          <p:cNvSpPr/>
          <p:nvPr/>
        </p:nvSpPr>
        <p:spPr>
          <a:xfrm>
            <a:off x="9057275" y="6190488"/>
            <a:ext cx="54864" cy="54864"/>
          </a:xfrm>
          <a:prstGeom prst="ellipse">
            <a:avLst/>
          </a:prstGeom>
          <a:solidFill>
            <a:srgbClr val="7F95A3"/>
          </a:solidFill>
          <a:ln/>
        </p:spPr>
      </p:sp>
      <p:sp>
        <p:nvSpPr>
          <p:cNvPr id="46" name="Shape 43"/>
          <p:cNvSpPr/>
          <p:nvPr/>
        </p:nvSpPr>
        <p:spPr>
          <a:xfrm>
            <a:off x="9143656" y="6190488"/>
            <a:ext cx="54864" cy="54864"/>
          </a:xfrm>
          <a:prstGeom prst="ellipse">
            <a:avLst/>
          </a:prstGeom>
          <a:solidFill>
            <a:srgbClr val="7F95A3"/>
          </a:solidFill>
          <a:ln/>
        </p:spPr>
      </p:sp>
      <p:sp>
        <p:nvSpPr>
          <p:cNvPr id="47" name="Shape 44"/>
          <p:cNvSpPr/>
          <p:nvPr/>
        </p:nvSpPr>
        <p:spPr>
          <a:xfrm>
            <a:off x="9230036" y="6190488"/>
            <a:ext cx="54864" cy="54864"/>
          </a:xfrm>
          <a:prstGeom prst="ellipse">
            <a:avLst/>
          </a:prstGeom>
          <a:solidFill>
            <a:srgbClr val="7F95A3"/>
          </a:solidFill>
          <a:ln/>
        </p:spPr>
      </p:sp>
      <p:sp>
        <p:nvSpPr>
          <p:cNvPr id="48" name="Shape 45"/>
          <p:cNvSpPr/>
          <p:nvPr/>
        </p:nvSpPr>
        <p:spPr>
          <a:xfrm>
            <a:off x="9316417" y="6190488"/>
            <a:ext cx="54864" cy="54864"/>
          </a:xfrm>
          <a:prstGeom prst="ellipse">
            <a:avLst/>
          </a:prstGeom>
          <a:solidFill>
            <a:srgbClr val="7F95A3"/>
          </a:solidFill>
          <a:ln/>
        </p:spPr>
      </p:sp>
      <p:sp>
        <p:nvSpPr>
          <p:cNvPr id="49" name="Shape 46"/>
          <p:cNvSpPr/>
          <p:nvPr/>
        </p:nvSpPr>
        <p:spPr>
          <a:xfrm>
            <a:off x="9402798" y="6190488"/>
            <a:ext cx="54864" cy="54864"/>
          </a:xfrm>
          <a:prstGeom prst="ellipse">
            <a:avLst/>
          </a:prstGeom>
          <a:solidFill>
            <a:srgbClr val="7F95A3"/>
          </a:solidFill>
          <a:ln/>
        </p:spPr>
      </p:sp>
      <p:sp>
        <p:nvSpPr>
          <p:cNvPr id="50" name="Shape 47"/>
          <p:cNvSpPr/>
          <p:nvPr/>
        </p:nvSpPr>
        <p:spPr>
          <a:xfrm>
            <a:off x="9489178" y="6190488"/>
            <a:ext cx="54864" cy="54864"/>
          </a:xfrm>
          <a:prstGeom prst="ellipse">
            <a:avLst/>
          </a:prstGeom>
          <a:solidFill>
            <a:srgbClr val="7F95A3"/>
          </a:solidFill>
          <a:ln/>
        </p:spPr>
      </p:sp>
      <p:sp>
        <p:nvSpPr>
          <p:cNvPr id="51" name="Shape 48"/>
          <p:cNvSpPr/>
          <p:nvPr/>
        </p:nvSpPr>
        <p:spPr>
          <a:xfrm>
            <a:off x="9575559" y="6190488"/>
            <a:ext cx="54864" cy="54864"/>
          </a:xfrm>
          <a:prstGeom prst="ellipse">
            <a:avLst/>
          </a:prstGeom>
          <a:solidFill>
            <a:srgbClr val="7F95A3"/>
          </a:solidFill>
          <a:ln/>
        </p:spPr>
      </p:sp>
      <p:sp>
        <p:nvSpPr>
          <p:cNvPr id="52" name="Shape 49"/>
          <p:cNvSpPr/>
          <p:nvPr/>
        </p:nvSpPr>
        <p:spPr>
          <a:xfrm>
            <a:off x="9661940" y="6190488"/>
            <a:ext cx="54864" cy="54864"/>
          </a:xfrm>
          <a:prstGeom prst="ellipse">
            <a:avLst/>
          </a:prstGeom>
          <a:solidFill>
            <a:srgbClr val="7F95A3"/>
          </a:solidFill>
          <a:ln/>
        </p:spPr>
      </p:sp>
      <p:sp>
        <p:nvSpPr>
          <p:cNvPr id="53" name="Shape 50"/>
          <p:cNvSpPr/>
          <p:nvPr/>
        </p:nvSpPr>
        <p:spPr>
          <a:xfrm>
            <a:off x="9748320" y="6190488"/>
            <a:ext cx="54864" cy="54864"/>
          </a:xfrm>
          <a:prstGeom prst="ellipse">
            <a:avLst/>
          </a:prstGeom>
          <a:solidFill>
            <a:srgbClr val="7F95A3"/>
          </a:solidFill>
          <a:ln/>
        </p:spPr>
      </p:sp>
      <p:sp>
        <p:nvSpPr>
          <p:cNvPr id="54" name="Shape 51"/>
          <p:cNvSpPr/>
          <p:nvPr/>
        </p:nvSpPr>
        <p:spPr>
          <a:xfrm>
            <a:off x="9834701" y="6190488"/>
            <a:ext cx="54864" cy="54864"/>
          </a:xfrm>
          <a:prstGeom prst="ellipse">
            <a:avLst/>
          </a:prstGeom>
          <a:solidFill>
            <a:srgbClr val="7F95A3"/>
          </a:solidFill>
          <a:ln/>
        </p:spPr>
      </p:sp>
      <p:sp>
        <p:nvSpPr>
          <p:cNvPr id="55" name="Shape 52"/>
          <p:cNvSpPr/>
          <p:nvPr/>
        </p:nvSpPr>
        <p:spPr>
          <a:xfrm>
            <a:off x="9921082" y="6190488"/>
            <a:ext cx="54864" cy="54864"/>
          </a:xfrm>
          <a:prstGeom prst="ellipse">
            <a:avLst/>
          </a:prstGeom>
          <a:solidFill>
            <a:srgbClr val="7F95A3"/>
          </a:solidFill>
          <a:ln/>
        </p:spPr>
      </p:sp>
      <p:sp>
        <p:nvSpPr>
          <p:cNvPr id="56" name="Shape 53"/>
          <p:cNvSpPr/>
          <p:nvPr/>
        </p:nvSpPr>
        <p:spPr>
          <a:xfrm>
            <a:off x="9957170" y="6140196"/>
            <a:ext cx="155448" cy="155448"/>
          </a:xfrm>
          <a:prstGeom prst="ellipse">
            <a:avLst/>
          </a:prstGeom>
          <a:solidFill>
            <a:srgbClr val="1E5A86"/>
          </a:solidFill>
          <a:ln/>
        </p:spPr>
      </p:sp>
      <p:sp>
        <p:nvSpPr>
          <p:cNvPr id="57" name="Shape 54"/>
          <p:cNvSpPr/>
          <p:nvPr/>
        </p:nvSpPr>
        <p:spPr>
          <a:xfrm>
            <a:off x="10093843" y="6190488"/>
            <a:ext cx="54864" cy="54864"/>
          </a:xfrm>
          <a:prstGeom prst="ellipse">
            <a:avLst/>
          </a:prstGeom>
          <a:solidFill>
            <a:srgbClr val="CFD9DF"/>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pic>
        <p:nvPicPr>
          <p:cNvPr id="2" name="Step 45 image" descr="Step 45: Check the deeper sea">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695651" cy="292608"/>
          </a:xfrm>
          <a:prstGeom prst="roundRect">
            <a:avLst>
              <a:gd name="adj" fmla="val 31250"/>
            </a:avLst>
          </a:prstGeom>
          <a:solidFill>
            <a:srgbClr val="1E5A86"/>
          </a:solidFill>
          <a:ln/>
        </p:spPr>
        <p:txBody>
          <a:bodyPr wrap="square" lIns="0" tIns="0" rIns="0" bIns="0" rtlCol="0" anchor="ctr"/>
          <a:lstStyle/>
          <a:p>
            <a:pPr algn="ctr" indent="0" marL="0">
              <a:buNone/>
            </a:pPr>
            <a:r>
              <a:rPr lang="en-US" sz="1100" b="1" dirty="0">
                <a:solidFill>
                  <a:srgbClr val="FFFFFF"/>
                </a:solidFill>
              </a:rPr>
              <a:t>STAGE 8 · DEEPEN THE COLOR</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45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Check the deeper sea</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Look at the sea: it should now be a richer blue, with bright wave flecks still visible.</a:t>
            </a:r>
            <a:endParaRPr lang="en-US" sz="1500" dirty="0"/>
          </a:p>
          <a:p>
            <a:pPr marL="203200" indent="-203200">
              <a:spcAft>
                <a:spcPts val="600"/>
              </a:spcAft>
              <a:buSzPct val="100000"/>
              <a:buChar char="•"/>
            </a:pPr>
            <a:r>
              <a:rPr lang="en-US" sz="1500" dirty="0">
                <a:solidFill>
                  <a:schemeClr val="tx1"/>
                </a:solidFill>
              </a:rPr>
              <a:t>Stop adding color if it already looks right.</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More layers are not always better. It is easy to lose the white flecks.</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hthalo blue"/>
          <p:cNvSpPr/>
          <p:nvPr/>
        </p:nvSpPr>
        <p:spPr>
          <a:xfrm>
            <a:off x="6277336" y="5532120"/>
            <a:ext cx="329184" cy="329184"/>
          </a:xfrm>
          <a:prstGeom prst="ellipse">
            <a:avLst/>
          </a:prstGeom>
          <a:solidFill>
            <a:srgbClr val="67A6CC"/>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Phthalo blue</a:t>
            </a:r>
            <a:endParaRPr lang="en-US" sz="1100" dirty="0"/>
          </a:p>
          <a:p>
            <a:pPr indent="0" marL="0">
              <a:buNone/>
            </a:pPr>
            <a:r>
              <a:rPr lang="en-US" sz="1000" dirty="0">
                <a:solidFill>
                  <a:srgbClr val="4A5058"/>
                </a:solidFill>
              </a:rPr>
              <a:t>#67A6CC</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66230" y="6190488"/>
            <a:ext cx="54864" cy="54864"/>
          </a:xfrm>
          <a:prstGeom prst="ellipse">
            <a:avLst/>
          </a:prstGeom>
          <a:solidFill>
            <a:srgbClr val="7F95A3"/>
          </a:solidFill>
          <a:ln/>
        </p:spPr>
      </p:sp>
      <p:sp>
        <p:nvSpPr>
          <p:cNvPr id="38" name="Shape 35"/>
          <p:cNvSpPr/>
          <p:nvPr/>
        </p:nvSpPr>
        <p:spPr>
          <a:xfrm>
            <a:off x="8452611" y="6190488"/>
            <a:ext cx="54864" cy="54864"/>
          </a:xfrm>
          <a:prstGeom prst="ellipse">
            <a:avLst/>
          </a:prstGeom>
          <a:solidFill>
            <a:srgbClr val="7F95A3"/>
          </a:solidFill>
          <a:ln/>
        </p:spPr>
      </p:sp>
      <p:sp>
        <p:nvSpPr>
          <p:cNvPr id="39" name="Shape 36"/>
          <p:cNvSpPr/>
          <p:nvPr/>
        </p:nvSpPr>
        <p:spPr>
          <a:xfrm>
            <a:off x="8538991" y="6190488"/>
            <a:ext cx="54864" cy="54864"/>
          </a:xfrm>
          <a:prstGeom prst="ellipse">
            <a:avLst/>
          </a:prstGeom>
          <a:solidFill>
            <a:srgbClr val="7F95A3"/>
          </a:solidFill>
          <a:ln/>
        </p:spPr>
      </p:sp>
      <p:sp>
        <p:nvSpPr>
          <p:cNvPr id="40" name="Shape 37"/>
          <p:cNvSpPr/>
          <p:nvPr/>
        </p:nvSpPr>
        <p:spPr>
          <a:xfrm>
            <a:off x="8625372" y="6190488"/>
            <a:ext cx="54864" cy="54864"/>
          </a:xfrm>
          <a:prstGeom prst="ellipse">
            <a:avLst/>
          </a:prstGeom>
          <a:solidFill>
            <a:srgbClr val="7F95A3"/>
          </a:solidFill>
          <a:ln/>
        </p:spPr>
      </p:sp>
      <p:sp>
        <p:nvSpPr>
          <p:cNvPr id="41" name="Shape 38"/>
          <p:cNvSpPr/>
          <p:nvPr/>
        </p:nvSpPr>
        <p:spPr>
          <a:xfrm>
            <a:off x="8711753" y="6190488"/>
            <a:ext cx="54864" cy="54864"/>
          </a:xfrm>
          <a:prstGeom prst="ellipse">
            <a:avLst/>
          </a:prstGeom>
          <a:solidFill>
            <a:srgbClr val="7F95A3"/>
          </a:solidFill>
          <a:ln/>
        </p:spPr>
      </p:sp>
      <p:sp>
        <p:nvSpPr>
          <p:cNvPr id="42" name="Shape 39"/>
          <p:cNvSpPr/>
          <p:nvPr/>
        </p:nvSpPr>
        <p:spPr>
          <a:xfrm>
            <a:off x="8798133" y="6190488"/>
            <a:ext cx="54864" cy="54864"/>
          </a:xfrm>
          <a:prstGeom prst="ellipse">
            <a:avLst/>
          </a:prstGeom>
          <a:solidFill>
            <a:srgbClr val="7F95A3"/>
          </a:solidFill>
          <a:ln/>
        </p:spPr>
      </p:sp>
      <p:sp>
        <p:nvSpPr>
          <p:cNvPr id="43" name="Shape 40"/>
          <p:cNvSpPr/>
          <p:nvPr/>
        </p:nvSpPr>
        <p:spPr>
          <a:xfrm>
            <a:off x="8884514" y="6190488"/>
            <a:ext cx="54864" cy="54864"/>
          </a:xfrm>
          <a:prstGeom prst="ellipse">
            <a:avLst/>
          </a:prstGeom>
          <a:solidFill>
            <a:srgbClr val="7F95A3"/>
          </a:solidFill>
          <a:ln/>
        </p:spPr>
      </p:sp>
      <p:sp>
        <p:nvSpPr>
          <p:cNvPr id="44" name="Shape 41"/>
          <p:cNvSpPr/>
          <p:nvPr/>
        </p:nvSpPr>
        <p:spPr>
          <a:xfrm>
            <a:off x="8970895" y="6190488"/>
            <a:ext cx="54864" cy="54864"/>
          </a:xfrm>
          <a:prstGeom prst="ellipse">
            <a:avLst/>
          </a:prstGeom>
          <a:solidFill>
            <a:srgbClr val="7F95A3"/>
          </a:solidFill>
          <a:ln/>
        </p:spPr>
      </p:sp>
      <p:sp>
        <p:nvSpPr>
          <p:cNvPr id="45" name="Shape 42"/>
          <p:cNvSpPr/>
          <p:nvPr/>
        </p:nvSpPr>
        <p:spPr>
          <a:xfrm>
            <a:off x="9057275" y="6190488"/>
            <a:ext cx="54864" cy="54864"/>
          </a:xfrm>
          <a:prstGeom prst="ellipse">
            <a:avLst/>
          </a:prstGeom>
          <a:solidFill>
            <a:srgbClr val="7F95A3"/>
          </a:solidFill>
          <a:ln/>
        </p:spPr>
      </p:sp>
      <p:sp>
        <p:nvSpPr>
          <p:cNvPr id="46" name="Shape 43"/>
          <p:cNvSpPr/>
          <p:nvPr/>
        </p:nvSpPr>
        <p:spPr>
          <a:xfrm>
            <a:off x="9143656" y="6190488"/>
            <a:ext cx="54864" cy="54864"/>
          </a:xfrm>
          <a:prstGeom prst="ellipse">
            <a:avLst/>
          </a:prstGeom>
          <a:solidFill>
            <a:srgbClr val="7F95A3"/>
          </a:solidFill>
          <a:ln/>
        </p:spPr>
      </p:sp>
      <p:sp>
        <p:nvSpPr>
          <p:cNvPr id="47" name="Shape 44"/>
          <p:cNvSpPr/>
          <p:nvPr/>
        </p:nvSpPr>
        <p:spPr>
          <a:xfrm>
            <a:off x="9230036" y="6190488"/>
            <a:ext cx="54864" cy="54864"/>
          </a:xfrm>
          <a:prstGeom prst="ellipse">
            <a:avLst/>
          </a:prstGeom>
          <a:solidFill>
            <a:srgbClr val="7F95A3"/>
          </a:solidFill>
          <a:ln/>
        </p:spPr>
      </p:sp>
      <p:sp>
        <p:nvSpPr>
          <p:cNvPr id="48" name="Shape 45"/>
          <p:cNvSpPr/>
          <p:nvPr/>
        </p:nvSpPr>
        <p:spPr>
          <a:xfrm>
            <a:off x="9316417" y="6190488"/>
            <a:ext cx="54864" cy="54864"/>
          </a:xfrm>
          <a:prstGeom prst="ellipse">
            <a:avLst/>
          </a:prstGeom>
          <a:solidFill>
            <a:srgbClr val="7F95A3"/>
          </a:solidFill>
          <a:ln/>
        </p:spPr>
      </p:sp>
      <p:sp>
        <p:nvSpPr>
          <p:cNvPr id="49" name="Shape 46"/>
          <p:cNvSpPr/>
          <p:nvPr/>
        </p:nvSpPr>
        <p:spPr>
          <a:xfrm>
            <a:off x="9402798" y="6190488"/>
            <a:ext cx="54864" cy="54864"/>
          </a:xfrm>
          <a:prstGeom prst="ellipse">
            <a:avLst/>
          </a:prstGeom>
          <a:solidFill>
            <a:srgbClr val="7F95A3"/>
          </a:solidFill>
          <a:ln/>
        </p:spPr>
      </p:sp>
      <p:sp>
        <p:nvSpPr>
          <p:cNvPr id="50" name="Shape 47"/>
          <p:cNvSpPr/>
          <p:nvPr/>
        </p:nvSpPr>
        <p:spPr>
          <a:xfrm>
            <a:off x="9489178" y="6190488"/>
            <a:ext cx="54864" cy="54864"/>
          </a:xfrm>
          <a:prstGeom prst="ellipse">
            <a:avLst/>
          </a:prstGeom>
          <a:solidFill>
            <a:srgbClr val="7F95A3"/>
          </a:solidFill>
          <a:ln/>
        </p:spPr>
      </p:sp>
      <p:sp>
        <p:nvSpPr>
          <p:cNvPr id="51" name="Shape 48"/>
          <p:cNvSpPr/>
          <p:nvPr/>
        </p:nvSpPr>
        <p:spPr>
          <a:xfrm>
            <a:off x="9575559" y="6190488"/>
            <a:ext cx="54864" cy="54864"/>
          </a:xfrm>
          <a:prstGeom prst="ellipse">
            <a:avLst/>
          </a:prstGeom>
          <a:solidFill>
            <a:srgbClr val="7F95A3"/>
          </a:solidFill>
          <a:ln/>
        </p:spPr>
      </p:sp>
      <p:sp>
        <p:nvSpPr>
          <p:cNvPr id="52" name="Shape 49"/>
          <p:cNvSpPr/>
          <p:nvPr/>
        </p:nvSpPr>
        <p:spPr>
          <a:xfrm>
            <a:off x="9661940" y="6190488"/>
            <a:ext cx="54864" cy="54864"/>
          </a:xfrm>
          <a:prstGeom prst="ellipse">
            <a:avLst/>
          </a:prstGeom>
          <a:solidFill>
            <a:srgbClr val="7F95A3"/>
          </a:solidFill>
          <a:ln/>
        </p:spPr>
      </p:sp>
      <p:sp>
        <p:nvSpPr>
          <p:cNvPr id="53" name="Shape 50"/>
          <p:cNvSpPr/>
          <p:nvPr/>
        </p:nvSpPr>
        <p:spPr>
          <a:xfrm>
            <a:off x="9748320" y="6190488"/>
            <a:ext cx="54864" cy="54864"/>
          </a:xfrm>
          <a:prstGeom prst="ellipse">
            <a:avLst/>
          </a:prstGeom>
          <a:solidFill>
            <a:srgbClr val="7F95A3"/>
          </a:solidFill>
          <a:ln/>
        </p:spPr>
      </p:sp>
      <p:sp>
        <p:nvSpPr>
          <p:cNvPr id="54" name="Shape 51"/>
          <p:cNvSpPr/>
          <p:nvPr/>
        </p:nvSpPr>
        <p:spPr>
          <a:xfrm>
            <a:off x="9834701" y="6190488"/>
            <a:ext cx="54864" cy="54864"/>
          </a:xfrm>
          <a:prstGeom prst="ellipse">
            <a:avLst/>
          </a:prstGeom>
          <a:solidFill>
            <a:srgbClr val="7F95A3"/>
          </a:solidFill>
          <a:ln/>
        </p:spPr>
      </p:sp>
      <p:sp>
        <p:nvSpPr>
          <p:cNvPr id="55" name="Shape 52"/>
          <p:cNvSpPr/>
          <p:nvPr/>
        </p:nvSpPr>
        <p:spPr>
          <a:xfrm>
            <a:off x="9921082" y="6190488"/>
            <a:ext cx="54864" cy="54864"/>
          </a:xfrm>
          <a:prstGeom prst="ellipse">
            <a:avLst/>
          </a:prstGeom>
          <a:solidFill>
            <a:srgbClr val="7F95A3"/>
          </a:solidFill>
          <a:ln/>
        </p:spPr>
      </p:sp>
      <p:sp>
        <p:nvSpPr>
          <p:cNvPr id="56" name="Shape 53"/>
          <p:cNvSpPr/>
          <p:nvPr/>
        </p:nvSpPr>
        <p:spPr>
          <a:xfrm>
            <a:off x="10007462" y="6190488"/>
            <a:ext cx="54864" cy="54864"/>
          </a:xfrm>
          <a:prstGeom prst="ellipse">
            <a:avLst/>
          </a:prstGeom>
          <a:solidFill>
            <a:srgbClr val="7F95A3"/>
          </a:solidFill>
          <a:ln/>
        </p:spPr>
      </p:sp>
      <p:sp>
        <p:nvSpPr>
          <p:cNvPr id="57" name="Shape 54"/>
          <p:cNvSpPr/>
          <p:nvPr/>
        </p:nvSpPr>
        <p:spPr>
          <a:xfrm>
            <a:off x="10043551" y="6140196"/>
            <a:ext cx="155448" cy="155448"/>
          </a:xfrm>
          <a:prstGeom prst="ellipse">
            <a:avLst/>
          </a:prstGeom>
          <a:solidFill>
            <a:srgbClr val="1E5A86"/>
          </a:solidFill>
          <a:ln/>
        </p:spPr>
      </p:sp>
      <p:sp>
        <p:nvSpPr>
          <p:cNvPr id="58" name="Shape 55"/>
          <p:cNvSpPr/>
          <p:nvPr/>
        </p:nvSpPr>
        <p:spPr>
          <a:xfrm>
            <a:off x="10180224" y="6190488"/>
            <a:ext cx="54864" cy="54864"/>
          </a:xfrm>
          <a:prstGeom prst="ellipse">
            <a:avLst/>
          </a:prstGeom>
          <a:solidFill>
            <a:srgbClr val="CFD9DF"/>
          </a:solidFill>
          <a:ln/>
        </p:spPr>
      </p:sp>
      <p:sp>
        <p:nvSpPr>
          <p:cNvPr id="59" name="Shape 56"/>
          <p:cNvSpPr/>
          <p:nvPr/>
        </p:nvSpPr>
        <p:spPr>
          <a:xfrm>
            <a:off x="10266604" y="6190488"/>
            <a:ext cx="54864" cy="54864"/>
          </a:xfrm>
          <a:prstGeom prst="ellipse">
            <a:avLst/>
          </a:prstGeom>
          <a:solidFill>
            <a:srgbClr val="CFD9DF"/>
          </a:solidFill>
          <a:ln/>
        </p:spPr>
      </p:sp>
      <p:sp>
        <p:nvSpPr>
          <p:cNvPr id="60" name="Shape 57"/>
          <p:cNvSpPr/>
          <p:nvPr/>
        </p:nvSpPr>
        <p:spPr>
          <a:xfrm>
            <a:off x="10352985" y="6190488"/>
            <a:ext cx="54864" cy="54864"/>
          </a:xfrm>
          <a:prstGeom prst="ellipse">
            <a:avLst/>
          </a:prstGeom>
          <a:solidFill>
            <a:srgbClr val="CFD9DF"/>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pic>
        <p:nvPicPr>
          <p:cNvPr id="2" name="Step 46 image" descr="Step 46: Judge the balance of light and dark">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695651" cy="292608"/>
          </a:xfrm>
          <a:prstGeom prst="roundRect">
            <a:avLst>
              <a:gd name="adj" fmla="val 31250"/>
            </a:avLst>
          </a:prstGeom>
          <a:solidFill>
            <a:srgbClr val="1E5A86"/>
          </a:solidFill>
          <a:ln/>
        </p:spPr>
        <p:txBody>
          <a:bodyPr wrap="square" lIns="0" tIns="0" rIns="0" bIns="0" rtlCol="0" anchor="ctr"/>
          <a:lstStyle/>
          <a:p>
            <a:pPr algn="ctr" indent="0" marL="0">
              <a:buNone/>
            </a:pPr>
            <a:r>
              <a:rPr lang="en-US" sz="1100" b="1" dirty="0">
                <a:solidFill>
                  <a:srgbClr val="FFFFFF"/>
                </a:solidFill>
              </a:rPr>
              <a:t>STAGE 8 · DEEPEN THE COLOR</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46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Judge the balance of light and dark</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Compare the sea with the sky and the mountains.</a:t>
            </a:r>
            <a:endParaRPr lang="en-US" sz="1500" dirty="0"/>
          </a:p>
          <a:p>
            <a:pPr marL="203200" indent="-203200">
              <a:spcAft>
                <a:spcPts val="600"/>
              </a:spcAft>
              <a:buSzPct val="100000"/>
              <a:buChar char="•"/>
            </a:pPr>
            <a:r>
              <a:rPr lang="en-US" sz="1500" dirty="0">
                <a:solidFill>
                  <a:schemeClr val="tx1"/>
                </a:solidFill>
              </a:rPr>
              <a:t>The darkest darks should be the near mountains, with the sea a step lighter.</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If the sea is darker than the near mountains, the picture can look top-heavy.</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hthalo blue"/>
          <p:cNvSpPr/>
          <p:nvPr/>
        </p:nvSpPr>
        <p:spPr>
          <a:xfrm>
            <a:off x="6277336" y="5532120"/>
            <a:ext cx="329184" cy="329184"/>
          </a:xfrm>
          <a:prstGeom prst="ellipse">
            <a:avLst/>
          </a:prstGeom>
          <a:solidFill>
            <a:srgbClr val="67A6CC"/>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Phthalo blue</a:t>
            </a:r>
            <a:endParaRPr lang="en-US" sz="1100" dirty="0"/>
          </a:p>
          <a:p>
            <a:pPr indent="0" marL="0">
              <a:buNone/>
            </a:pPr>
            <a:r>
              <a:rPr lang="en-US" sz="1000" dirty="0">
                <a:solidFill>
                  <a:srgbClr val="4A5058"/>
                </a:solidFill>
              </a:rPr>
              <a:t>#67A6CC</a:t>
            </a:r>
            <a:endParaRPr lang="en-US" sz="1100" dirty="0"/>
          </a:p>
        </p:txBody>
      </p:sp>
      <p:sp>
        <p:nvSpPr>
          <p:cNvPr id="13" name="Swatch Payne's grey"/>
          <p:cNvSpPr/>
          <p:nvPr/>
        </p:nvSpPr>
        <p:spPr>
          <a:xfrm>
            <a:off x="8004949" y="5532120"/>
            <a:ext cx="329184" cy="329184"/>
          </a:xfrm>
          <a:prstGeom prst="ellipse">
            <a:avLst/>
          </a:prstGeom>
          <a:solidFill>
            <a:srgbClr val="344556"/>
          </a:solidFill>
          <a:ln w="9525">
            <a:solidFill>
              <a:srgbClr val="C9D3D9"/>
            </a:solidFill>
            <a:prstDash val="solid"/>
          </a:ln>
        </p:spPr>
      </p:sp>
      <p:sp>
        <p:nvSpPr>
          <p:cNvPr id="14" name="Text 11"/>
          <p:cNvSpPr txBox="1"/>
          <p:nvPr/>
        </p:nvSpPr>
        <p:spPr>
          <a:xfrm>
            <a:off x="8416429"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Payne's grey</a:t>
            </a:r>
            <a:endParaRPr lang="en-US" sz="1100" dirty="0"/>
          </a:p>
          <a:p>
            <a:pPr indent="0" marL="0">
              <a:buNone/>
            </a:pPr>
            <a:r>
              <a:rPr lang="en-US" sz="1000" dirty="0">
                <a:solidFill>
                  <a:srgbClr val="4A5058"/>
                </a:solidFill>
              </a:rPr>
              <a:t>#344556</a:t>
            </a:r>
            <a:endParaRPr lang="en-US" sz="1100" dirty="0"/>
          </a:p>
        </p:txBody>
      </p:sp>
      <p:sp>
        <p:nvSpPr>
          <p:cNvPr id="15" name="Shape 12"/>
          <p:cNvSpPr/>
          <p:nvPr/>
        </p:nvSpPr>
        <p:spPr>
          <a:xfrm>
            <a:off x="6293094" y="6190488"/>
            <a:ext cx="54864" cy="54864"/>
          </a:xfrm>
          <a:prstGeom prst="ellipse">
            <a:avLst/>
          </a:prstGeom>
          <a:solidFill>
            <a:srgbClr val="7F95A3"/>
          </a:solidFill>
          <a:ln/>
        </p:spPr>
      </p:sp>
      <p:sp>
        <p:nvSpPr>
          <p:cNvPr id="16" name="Shape 13"/>
          <p:cNvSpPr/>
          <p:nvPr/>
        </p:nvSpPr>
        <p:spPr>
          <a:xfrm>
            <a:off x="6379475" y="6190488"/>
            <a:ext cx="54864" cy="54864"/>
          </a:xfrm>
          <a:prstGeom prst="ellipse">
            <a:avLst/>
          </a:prstGeom>
          <a:solidFill>
            <a:srgbClr val="7F95A3"/>
          </a:solidFill>
          <a:ln/>
        </p:spPr>
      </p:sp>
      <p:sp>
        <p:nvSpPr>
          <p:cNvPr id="17" name="Shape 14"/>
          <p:cNvSpPr/>
          <p:nvPr/>
        </p:nvSpPr>
        <p:spPr>
          <a:xfrm>
            <a:off x="6465855" y="6190488"/>
            <a:ext cx="54864" cy="54864"/>
          </a:xfrm>
          <a:prstGeom prst="ellipse">
            <a:avLst/>
          </a:prstGeom>
          <a:solidFill>
            <a:srgbClr val="7F95A3"/>
          </a:solidFill>
          <a:ln/>
        </p:spPr>
      </p:sp>
      <p:sp>
        <p:nvSpPr>
          <p:cNvPr id="18" name="Shape 15"/>
          <p:cNvSpPr/>
          <p:nvPr/>
        </p:nvSpPr>
        <p:spPr>
          <a:xfrm>
            <a:off x="6552236" y="6190488"/>
            <a:ext cx="54864" cy="54864"/>
          </a:xfrm>
          <a:prstGeom prst="ellipse">
            <a:avLst/>
          </a:prstGeom>
          <a:solidFill>
            <a:srgbClr val="7F95A3"/>
          </a:solidFill>
          <a:ln/>
        </p:spPr>
      </p:sp>
      <p:sp>
        <p:nvSpPr>
          <p:cNvPr id="19" name="Shape 16"/>
          <p:cNvSpPr/>
          <p:nvPr/>
        </p:nvSpPr>
        <p:spPr>
          <a:xfrm>
            <a:off x="6638617" y="6190488"/>
            <a:ext cx="54864" cy="54864"/>
          </a:xfrm>
          <a:prstGeom prst="ellipse">
            <a:avLst/>
          </a:prstGeom>
          <a:solidFill>
            <a:srgbClr val="7F95A3"/>
          </a:solidFill>
          <a:ln/>
        </p:spPr>
      </p:sp>
      <p:sp>
        <p:nvSpPr>
          <p:cNvPr id="20" name="Shape 17"/>
          <p:cNvSpPr/>
          <p:nvPr/>
        </p:nvSpPr>
        <p:spPr>
          <a:xfrm>
            <a:off x="6724997" y="6190488"/>
            <a:ext cx="54864" cy="54864"/>
          </a:xfrm>
          <a:prstGeom prst="ellipse">
            <a:avLst/>
          </a:prstGeom>
          <a:solidFill>
            <a:srgbClr val="7F95A3"/>
          </a:solidFill>
          <a:ln/>
        </p:spPr>
      </p:sp>
      <p:sp>
        <p:nvSpPr>
          <p:cNvPr id="21" name="Shape 18"/>
          <p:cNvSpPr/>
          <p:nvPr/>
        </p:nvSpPr>
        <p:spPr>
          <a:xfrm>
            <a:off x="6811378" y="6190488"/>
            <a:ext cx="54864" cy="54864"/>
          </a:xfrm>
          <a:prstGeom prst="ellipse">
            <a:avLst/>
          </a:prstGeom>
          <a:solidFill>
            <a:srgbClr val="7F95A3"/>
          </a:solidFill>
          <a:ln/>
        </p:spPr>
      </p:sp>
      <p:sp>
        <p:nvSpPr>
          <p:cNvPr id="22" name="Shape 19"/>
          <p:cNvSpPr/>
          <p:nvPr/>
        </p:nvSpPr>
        <p:spPr>
          <a:xfrm>
            <a:off x="6897759" y="6190488"/>
            <a:ext cx="54864" cy="54864"/>
          </a:xfrm>
          <a:prstGeom prst="ellipse">
            <a:avLst/>
          </a:prstGeom>
          <a:solidFill>
            <a:srgbClr val="7F95A3"/>
          </a:solidFill>
          <a:ln/>
        </p:spPr>
      </p:sp>
      <p:sp>
        <p:nvSpPr>
          <p:cNvPr id="23" name="Shape 20"/>
          <p:cNvSpPr/>
          <p:nvPr/>
        </p:nvSpPr>
        <p:spPr>
          <a:xfrm>
            <a:off x="6984139" y="6190488"/>
            <a:ext cx="54864" cy="54864"/>
          </a:xfrm>
          <a:prstGeom prst="ellipse">
            <a:avLst/>
          </a:prstGeom>
          <a:solidFill>
            <a:srgbClr val="7F95A3"/>
          </a:solidFill>
          <a:ln/>
        </p:spPr>
      </p:sp>
      <p:sp>
        <p:nvSpPr>
          <p:cNvPr id="24" name="Shape 21"/>
          <p:cNvSpPr/>
          <p:nvPr/>
        </p:nvSpPr>
        <p:spPr>
          <a:xfrm>
            <a:off x="7070520" y="6190488"/>
            <a:ext cx="54864" cy="54864"/>
          </a:xfrm>
          <a:prstGeom prst="ellipse">
            <a:avLst/>
          </a:prstGeom>
          <a:solidFill>
            <a:srgbClr val="7F95A3"/>
          </a:solidFill>
          <a:ln/>
        </p:spPr>
      </p:sp>
      <p:sp>
        <p:nvSpPr>
          <p:cNvPr id="25" name="Shape 22"/>
          <p:cNvSpPr/>
          <p:nvPr/>
        </p:nvSpPr>
        <p:spPr>
          <a:xfrm>
            <a:off x="7156901" y="6190488"/>
            <a:ext cx="54864" cy="54864"/>
          </a:xfrm>
          <a:prstGeom prst="ellipse">
            <a:avLst/>
          </a:prstGeom>
          <a:solidFill>
            <a:srgbClr val="7F95A3"/>
          </a:solidFill>
          <a:ln/>
        </p:spPr>
      </p:sp>
      <p:sp>
        <p:nvSpPr>
          <p:cNvPr id="26" name="Shape 23"/>
          <p:cNvSpPr/>
          <p:nvPr/>
        </p:nvSpPr>
        <p:spPr>
          <a:xfrm>
            <a:off x="7243281" y="6190488"/>
            <a:ext cx="54864" cy="54864"/>
          </a:xfrm>
          <a:prstGeom prst="ellipse">
            <a:avLst/>
          </a:prstGeom>
          <a:solidFill>
            <a:srgbClr val="7F95A3"/>
          </a:solidFill>
          <a:ln/>
        </p:spPr>
      </p:sp>
      <p:sp>
        <p:nvSpPr>
          <p:cNvPr id="27" name="Shape 24"/>
          <p:cNvSpPr/>
          <p:nvPr/>
        </p:nvSpPr>
        <p:spPr>
          <a:xfrm>
            <a:off x="7329662" y="6190488"/>
            <a:ext cx="54864" cy="54864"/>
          </a:xfrm>
          <a:prstGeom prst="ellipse">
            <a:avLst/>
          </a:prstGeom>
          <a:solidFill>
            <a:srgbClr val="7F95A3"/>
          </a:solidFill>
          <a:ln/>
        </p:spPr>
      </p:sp>
      <p:sp>
        <p:nvSpPr>
          <p:cNvPr id="28" name="Shape 25"/>
          <p:cNvSpPr/>
          <p:nvPr/>
        </p:nvSpPr>
        <p:spPr>
          <a:xfrm>
            <a:off x="7416043" y="6190488"/>
            <a:ext cx="54864" cy="54864"/>
          </a:xfrm>
          <a:prstGeom prst="ellipse">
            <a:avLst/>
          </a:prstGeom>
          <a:solidFill>
            <a:srgbClr val="7F95A3"/>
          </a:solidFill>
          <a:ln/>
        </p:spPr>
      </p:sp>
      <p:sp>
        <p:nvSpPr>
          <p:cNvPr id="29" name="Shape 26"/>
          <p:cNvSpPr/>
          <p:nvPr/>
        </p:nvSpPr>
        <p:spPr>
          <a:xfrm>
            <a:off x="7502423" y="6190488"/>
            <a:ext cx="54864" cy="54864"/>
          </a:xfrm>
          <a:prstGeom prst="ellipse">
            <a:avLst/>
          </a:prstGeom>
          <a:solidFill>
            <a:srgbClr val="7F95A3"/>
          </a:solidFill>
          <a:ln/>
        </p:spPr>
      </p:sp>
      <p:sp>
        <p:nvSpPr>
          <p:cNvPr id="30" name="Shape 27"/>
          <p:cNvSpPr/>
          <p:nvPr/>
        </p:nvSpPr>
        <p:spPr>
          <a:xfrm>
            <a:off x="7588804" y="6190488"/>
            <a:ext cx="54864" cy="54864"/>
          </a:xfrm>
          <a:prstGeom prst="ellipse">
            <a:avLst/>
          </a:prstGeom>
          <a:solidFill>
            <a:srgbClr val="7F95A3"/>
          </a:solidFill>
          <a:ln/>
        </p:spPr>
      </p:sp>
      <p:sp>
        <p:nvSpPr>
          <p:cNvPr id="31" name="Shape 28"/>
          <p:cNvSpPr/>
          <p:nvPr/>
        </p:nvSpPr>
        <p:spPr>
          <a:xfrm>
            <a:off x="7675185" y="6190488"/>
            <a:ext cx="54864" cy="54864"/>
          </a:xfrm>
          <a:prstGeom prst="ellipse">
            <a:avLst/>
          </a:prstGeom>
          <a:solidFill>
            <a:srgbClr val="7F95A3"/>
          </a:solidFill>
          <a:ln/>
        </p:spPr>
      </p:sp>
      <p:sp>
        <p:nvSpPr>
          <p:cNvPr id="32" name="Shape 29"/>
          <p:cNvSpPr/>
          <p:nvPr/>
        </p:nvSpPr>
        <p:spPr>
          <a:xfrm>
            <a:off x="7761565" y="6190488"/>
            <a:ext cx="54864" cy="54864"/>
          </a:xfrm>
          <a:prstGeom prst="ellipse">
            <a:avLst/>
          </a:prstGeom>
          <a:solidFill>
            <a:srgbClr val="7F95A3"/>
          </a:solidFill>
          <a:ln/>
        </p:spPr>
      </p:sp>
      <p:sp>
        <p:nvSpPr>
          <p:cNvPr id="33" name="Shape 30"/>
          <p:cNvSpPr/>
          <p:nvPr/>
        </p:nvSpPr>
        <p:spPr>
          <a:xfrm>
            <a:off x="7847946" y="6190488"/>
            <a:ext cx="54864" cy="54864"/>
          </a:xfrm>
          <a:prstGeom prst="ellipse">
            <a:avLst/>
          </a:prstGeom>
          <a:solidFill>
            <a:srgbClr val="7F95A3"/>
          </a:solidFill>
          <a:ln/>
        </p:spPr>
      </p:sp>
      <p:sp>
        <p:nvSpPr>
          <p:cNvPr id="34" name="Shape 31"/>
          <p:cNvSpPr/>
          <p:nvPr/>
        </p:nvSpPr>
        <p:spPr>
          <a:xfrm>
            <a:off x="7934327" y="6190488"/>
            <a:ext cx="54864" cy="54864"/>
          </a:xfrm>
          <a:prstGeom prst="ellipse">
            <a:avLst/>
          </a:prstGeom>
          <a:solidFill>
            <a:srgbClr val="7F95A3"/>
          </a:solidFill>
          <a:ln/>
        </p:spPr>
      </p:sp>
      <p:sp>
        <p:nvSpPr>
          <p:cNvPr id="35" name="Shape 32"/>
          <p:cNvSpPr/>
          <p:nvPr/>
        </p:nvSpPr>
        <p:spPr>
          <a:xfrm>
            <a:off x="8020707" y="6190488"/>
            <a:ext cx="54864" cy="54864"/>
          </a:xfrm>
          <a:prstGeom prst="ellipse">
            <a:avLst/>
          </a:prstGeom>
          <a:solidFill>
            <a:srgbClr val="7F95A3"/>
          </a:solidFill>
          <a:ln/>
        </p:spPr>
      </p:sp>
      <p:sp>
        <p:nvSpPr>
          <p:cNvPr id="36" name="Shape 33"/>
          <p:cNvSpPr/>
          <p:nvPr/>
        </p:nvSpPr>
        <p:spPr>
          <a:xfrm>
            <a:off x="8107088" y="6190488"/>
            <a:ext cx="54864" cy="54864"/>
          </a:xfrm>
          <a:prstGeom prst="ellipse">
            <a:avLst/>
          </a:prstGeom>
          <a:solidFill>
            <a:srgbClr val="7F95A3"/>
          </a:solidFill>
          <a:ln/>
        </p:spPr>
      </p:sp>
      <p:sp>
        <p:nvSpPr>
          <p:cNvPr id="37" name="Shape 34"/>
          <p:cNvSpPr/>
          <p:nvPr/>
        </p:nvSpPr>
        <p:spPr>
          <a:xfrm>
            <a:off x="8193469" y="6190488"/>
            <a:ext cx="54864" cy="54864"/>
          </a:xfrm>
          <a:prstGeom prst="ellipse">
            <a:avLst/>
          </a:prstGeom>
          <a:solidFill>
            <a:srgbClr val="7F95A3"/>
          </a:solidFill>
          <a:ln/>
        </p:spPr>
      </p:sp>
      <p:sp>
        <p:nvSpPr>
          <p:cNvPr id="38" name="Shape 35"/>
          <p:cNvSpPr/>
          <p:nvPr/>
        </p:nvSpPr>
        <p:spPr>
          <a:xfrm>
            <a:off x="8279849" y="6190488"/>
            <a:ext cx="54864" cy="54864"/>
          </a:xfrm>
          <a:prstGeom prst="ellipse">
            <a:avLst/>
          </a:prstGeom>
          <a:solidFill>
            <a:srgbClr val="7F95A3"/>
          </a:solidFill>
          <a:ln/>
        </p:spPr>
      </p:sp>
      <p:sp>
        <p:nvSpPr>
          <p:cNvPr id="39" name="Shape 36"/>
          <p:cNvSpPr/>
          <p:nvPr/>
        </p:nvSpPr>
        <p:spPr>
          <a:xfrm>
            <a:off x="8366230" y="6190488"/>
            <a:ext cx="54864" cy="54864"/>
          </a:xfrm>
          <a:prstGeom prst="ellipse">
            <a:avLst/>
          </a:prstGeom>
          <a:solidFill>
            <a:srgbClr val="7F95A3"/>
          </a:solidFill>
          <a:ln/>
        </p:spPr>
      </p:sp>
      <p:sp>
        <p:nvSpPr>
          <p:cNvPr id="40" name="Shape 37"/>
          <p:cNvSpPr/>
          <p:nvPr/>
        </p:nvSpPr>
        <p:spPr>
          <a:xfrm>
            <a:off x="8452611" y="6190488"/>
            <a:ext cx="54864" cy="54864"/>
          </a:xfrm>
          <a:prstGeom prst="ellipse">
            <a:avLst/>
          </a:prstGeom>
          <a:solidFill>
            <a:srgbClr val="7F95A3"/>
          </a:solidFill>
          <a:ln/>
        </p:spPr>
      </p:sp>
      <p:sp>
        <p:nvSpPr>
          <p:cNvPr id="41" name="Shape 38"/>
          <p:cNvSpPr/>
          <p:nvPr/>
        </p:nvSpPr>
        <p:spPr>
          <a:xfrm>
            <a:off x="8538991" y="6190488"/>
            <a:ext cx="54864" cy="54864"/>
          </a:xfrm>
          <a:prstGeom prst="ellipse">
            <a:avLst/>
          </a:prstGeom>
          <a:solidFill>
            <a:srgbClr val="7F95A3"/>
          </a:solidFill>
          <a:ln/>
        </p:spPr>
      </p:sp>
      <p:sp>
        <p:nvSpPr>
          <p:cNvPr id="42" name="Shape 39"/>
          <p:cNvSpPr/>
          <p:nvPr/>
        </p:nvSpPr>
        <p:spPr>
          <a:xfrm>
            <a:off x="8625372" y="6190488"/>
            <a:ext cx="54864" cy="54864"/>
          </a:xfrm>
          <a:prstGeom prst="ellipse">
            <a:avLst/>
          </a:prstGeom>
          <a:solidFill>
            <a:srgbClr val="7F95A3"/>
          </a:solidFill>
          <a:ln/>
        </p:spPr>
      </p:sp>
      <p:sp>
        <p:nvSpPr>
          <p:cNvPr id="43" name="Shape 40"/>
          <p:cNvSpPr/>
          <p:nvPr/>
        </p:nvSpPr>
        <p:spPr>
          <a:xfrm>
            <a:off x="8711753" y="6190488"/>
            <a:ext cx="54864" cy="54864"/>
          </a:xfrm>
          <a:prstGeom prst="ellipse">
            <a:avLst/>
          </a:prstGeom>
          <a:solidFill>
            <a:srgbClr val="7F95A3"/>
          </a:solidFill>
          <a:ln/>
        </p:spPr>
      </p:sp>
      <p:sp>
        <p:nvSpPr>
          <p:cNvPr id="44" name="Shape 41"/>
          <p:cNvSpPr/>
          <p:nvPr/>
        </p:nvSpPr>
        <p:spPr>
          <a:xfrm>
            <a:off x="8798133" y="6190488"/>
            <a:ext cx="54864" cy="54864"/>
          </a:xfrm>
          <a:prstGeom prst="ellipse">
            <a:avLst/>
          </a:prstGeom>
          <a:solidFill>
            <a:srgbClr val="7F95A3"/>
          </a:solidFill>
          <a:ln/>
        </p:spPr>
      </p:sp>
      <p:sp>
        <p:nvSpPr>
          <p:cNvPr id="45" name="Shape 42"/>
          <p:cNvSpPr/>
          <p:nvPr/>
        </p:nvSpPr>
        <p:spPr>
          <a:xfrm>
            <a:off x="8884514" y="6190488"/>
            <a:ext cx="54864" cy="54864"/>
          </a:xfrm>
          <a:prstGeom prst="ellipse">
            <a:avLst/>
          </a:prstGeom>
          <a:solidFill>
            <a:srgbClr val="7F95A3"/>
          </a:solidFill>
          <a:ln/>
        </p:spPr>
      </p:sp>
      <p:sp>
        <p:nvSpPr>
          <p:cNvPr id="46" name="Shape 43"/>
          <p:cNvSpPr/>
          <p:nvPr/>
        </p:nvSpPr>
        <p:spPr>
          <a:xfrm>
            <a:off x="8970895" y="6190488"/>
            <a:ext cx="54864" cy="54864"/>
          </a:xfrm>
          <a:prstGeom prst="ellipse">
            <a:avLst/>
          </a:prstGeom>
          <a:solidFill>
            <a:srgbClr val="7F95A3"/>
          </a:solidFill>
          <a:ln/>
        </p:spPr>
      </p:sp>
      <p:sp>
        <p:nvSpPr>
          <p:cNvPr id="47" name="Shape 44"/>
          <p:cNvSpPr/>
          <p:nvPr/>
        </p:nvSpPr>
        <p:spPr>
          <a:xfrm>
            <a:off x="9057275" y="6190488"/>
            <a:ext cx="54864" cy="54864"/>
          </a:xfrm>
          <a:prstGeom prst="ellipse">
            <a:avLst/>
          </a:prstGeom>
          <a:solidFill>
            <a:srgbClr val="7F95A3"/>
          </a:solidFill>
          <a:ln/>
        </p:spPr>
      </p:sp>
      <p:sp>
        <p:nvSpPr>
          <p:cNvPr id="48" name="Shape 45"/>
          <p:cNvSpPr/>
          <p:nvPr/>
        </p:nvSpPr>
        <p:spPr>
          <a:xfrm>
            <a:off x="9143656" y="6190488"/>
            <a:ext cx="54864" cy="54864"/>
          </a:xfrm>
          <a:prstGeom prst="ellipse">
            <a:avLst/>
          </a:prstGeom>
          <a:solidFill>
            <a:srgbClr val="7F95A3"/>
          </a:solidFill>
          <a:ln/>
        </p:spPr>
      </p:sp>
      <p:sp>
        <p:nvSpPr>
          <p:cNvPr id="49" name="Shape 46"/>
          <p:cNvSpPr/>
          <p:nvPr/>
        </p:nvSpPr>
        <p:spPr>
          <a:xfrm>
            <a:off x="9230036" y="6190488"/>
            <a:ext cx="54864" cy="54864"/>
          </a:xfrm>
          <a:prstGeom prst="ellipse">
            <a:avLst/>
          </a:prstGeom>
          <a:solidFill>
            <a:srgbClr val="7F95A3"/>
          </a:solidFill>
          <a:ln/>
        </p:spPr>
      </p:sp>
      <p:sp>
        <p:nvSpPr>
          <p:cNvPr id="50" name="Shape 47"/>
          <p:cNvSpPr/>
          <p:nvPr/>
        </p:nvSpPr>
        <p:spPr>
          <a:xfrm>
            <a:off x="9316417" y="6190488"/>
            <a:ext cx="54864" cy="54864"/>
          </a:xfrm>
          <a:prstGeom prst="ellipse">
            <a:avLst/>
          </a:prstGeom>
          <a:solidFill>
            <a:srgbClr val="7F95A3"/>
          </a:solidFill>
          <a:ln/>
        </p:spPr>
      </p:sp>
      <p:sp>
        <p:nvSpPr>
          <p:cNvPr id="51" name="Shape 48"/>
          <p:cNvSpPr/>
          <p:nvPr/>
        </p:nvSpPr>
        <p:spPr>
          <a:xfrm>
            <a:off x="9402798" y="6190488"/>
            <a:ext cx="54864" cy="54864"/>
          </a:xfrm>
          <a:prstGeom prst="ellipse">
            <a:avLst/>
          </a:prstGeom>
          <a:solidFill>
            <a:srgbClr val="7F95A3"/>
          </a:solidFill>
          <a:ln/>
        </p:spPr>
      </p:sp>
      <p:sp>
        <p:nvSpPr>
          <p:cNvPr id="52" name="Shape 49"/>
          <p:cNvSpPr/>
          <p:nvPr/>
        </p:nvSpPr>
        <p:spPr>
          <a:xfrm>
            <a:off x="9489178" y="6190488"/>
            <a:ext cx="54864" cy="54864"/>
          </a:xfrm>
          <a:prstGeom prst="ellipse">
            <a:avLst/>
          </a:prstGeom>
          <a:solidFill>
            <a:srgbClr val="7F95A3"/>
          </a:solidFill>
          <a:ln/>
        </p:spPr>
      </p:sp>
      <p:sp>
        <p:nvSpPr>
          <p:cNvPr id="53" name="Shape 50"/>
          <p:cNvSpPr/>
          <p:nvPr/>
        </p:nvSpPr>
        <p:spPr>
          <a:xfrm>
            <a:off x="9575559" y="6190488"/>
            <a:ext cx="54864" cy="54864"/>
          </a:xfrm>
          <a:prstGeom prst="ellipse">
            <a:avLst/>
          </a:prstGeom>
          <a:solidFill>
            <a:srgbClr val="7F95A3"/>
          </a:solidFill>
          <a:ln/>
        </p:spPr>
      </p:sp>
      <p:sp>
        <p:nvSpPr>
          <p:cNvPr id="54" name="Shape 51"/>
          <p:cNvSpPr/>
          <p:nvPr/>
        </p:nvSpPr>
        <p:spPr>
          <a:xfrm>
            <a:off x="9661940" y="6190488"/>
            <a:ext cx="54864" cy="54864"/>
          </a:xfrm>
          <a:prstGeom prst="ellipse">
            <a:avLst/>
          </a:prstGeom>
          <a:solidFill>
            <a:srgbClr val="7F95A3"/>
          </a:solidFill>
          <a:ln/>
        </p:spPr>
      </p:sp>
      <p:sp>
        <p:nvSpPr>
          <p:cNvPr id="55" name="Shape 52"/>
          <p:cNvSpPr/>
          <p:nvPr/>
        </p:nvSpPr>
        <p:spPr>
          <a:xfrm>
            <a:off x="9748320" y="6190488"/>
            <a:ext cx="54864" cy="54864"/>
          </a:xfrm>
          <a:prstGeom prst="ellipse">
            <a:avLst/>
          </a:prstGeom>
          <a:solidFill>
            <a:srgbClr val="7F95A3"/>
          </a:solidFill>
          <a:ln/>
        </p:spPr>
      </p:sp>
      <p:sp>
        <p:nvSpPr>
          <p:cNvPr id="56" name="Shape 53"/>
          <p:cNvSpPr/>
          <p:nvPr/>
        </p:nvSpPr>
        <p:spPr>
          <a:xfrm>
            <a:off x="9834701" y="6190488"/>
            <a:ext cx="54864" cy="54864"/>
          </a:xfrm>
          <a:prstGeom prst="ellipse">
            <a:avLst/>
          </a:prstGeom>
          <a:solidFill>
            <a:srgbClr val="7F95A3"/>
          </a:solidFill>
          <a:ln/>
        </p:spPr>
      </p:sp>
      <p:sp>
        <p:nvSpPr>
          <p:cNvPr id="57" name="Shape 54"/>
          <p:cNvSpPr/>
          <p:nvPr/>
        </p:nvSpPr>
        <p:spPr>
          <a:xfrm>
            <a:off x="9921082" y="6190488"/>
            <a:ext cx="54864" cy="54864"/>
          </a:xfrm>
          <a:prstGeom prst="ellipse">
            <a:avLst/>
          </a:prstGeom>
          <a:solidFill>
            <a:srgbClr val="7F95A3"/>
          </a:solidFill>
          <a:ln/>
        </p:spPr>
      </p:sp>
      <p:sp>
        <p:nvSpPr>
          <p:cNvPr id="58" name="Shape 55"/>
          <p:cNvSpPr/>
          <p:nvPr/>
        </p:nvSpPr>
        <p:spPr>
          <a:xfrm>
            <a:off x="10007462" y="6190488"/>
            <a:ext cx="54864" cy="54864"/>
          </a:xfrm>
          <a:prstGeom prst="ellipse">
            <a:avLst/>
          </a:prstGeom>
          <a:solidFill>
            <a:srgbClr val="7F95A3"/>
          </a:solidFill>
          <a:ln/>
        </p:spPr>
      </p:sp>
      <p:sp>
        <p:nvSpPr>
          <p:cNvPr id="59" name="Shape 56"/>
          <p:cNvSpPr/>
          <p:nvPr/>
        </p:nvSpPr>
        <p:spPr>
          <a:xfrm>
            <a:off x="10093843" y="6190488"/>
            <a:ext cx="54864" cy="54864"/>
          </a:xfrm>
          <a:prstGeom prst="ellipse">
            <a:avLst/>
          </a:prstGeom>
          <a:solidFill>
            <a:srgbClr val="7F95A3"/>
          </a:solidFill>
          <a:ln/>
        </p:spPr>
      </p:sp>
      <p:sp>
        <p:nvSpPr>
          <p:cNvPr id="60" name="Shape 57"/>
          <p:cNvSpPr/>
          <p:nvPr/>
        </p:nvSpPr>
        <p:spPr>
          <a:xfrm>
            <a:off x="10129932" y="6140196"/>
            <a:ext cx="155448" cy="155448"/>
          </a:xfrm>
          <a:prstGeom prst="ellipse">
            <a:avLst/>
          </a:prstGeom>
          <a:solidFill>
            <a:srgbClr val="1E5A86"/>
          </a:solidFill>
          <a:ln/>
        </p:spPr>
      </p:sp>
      <p:sp>
        <p:nvSpPr>
          <p:cNvPr id="61" name="Shape 58"/>
          <p:cNvSpPr/>
          <p:nvPr/>
        </p:nvSpPr>
        <p:spPr>
          <a:xfrm>
            <a:off x="10266604" y="6190488"/>
            <a:ext cx="54864" cy="54864"/>
          </a:xfrm>
          <a:prstGeom prst="ellipse">
            <a:avLst/>
          </a:prstGeom>
          <a:solidFill>
            <a:srgbClr val="CFD9DF"/>
          </a:solidFill>
          <a:ln/>
        </p:spPr>
      </p:sp>
      <p:sp>
        <p:nvSpPr>
          <p:cNvPr id="62" name="Shape 59"/>
          <p:cNvSpPr/>
          <p:nvPr/>
        </p:nvSpPr>
        <p:spPr>
          <a:xfrm>
            <a:off x="10352985" y="6190488"/>
            <a:ext cx="54864" cy="54864"/>
          </a:xfrm>
          <a:prstGeom prst="ellipse">
            <a:avLst/>
          </a:prstGeom>
          <a:solidFill>
            <a:srgbClr val="CFD9DF"/>
          </a:solidFill>
          <a:ln/>
        </p:spPr>
      </p:sp>
      <p:sp>
        <p:nvSpPr>
          <p:cNvPr id="63" name="Shape 60"/>
          <p:cNvSpPr/>
          <p:nvPr/>
        </p:nvSpPr>
        <p:spPr>
          <a:xfrm>
            <a:off x="10439366" y="6190488"/>
            <a:ext cx="54864" cy="54864"/>
          </a:xfrm>
          <a:prstGeom prst="ellipse">
            <a:avLst/>
          </a:prstGeom>
          <a:solidFill>
            <a:srgbClr val="CFD9DF"/>
          </a:solidFill>
          <a:ln/>
        </p:spPr>
      </p:sp>
      <p:sp>
        <p:nvSpPr>
          <p:cNvPr id="64" name="Shape 61"/>
          <p:cNvSpPr/>
          <p:nvPr/>
        </p:nvSpPr>
        <p:spPr>
          <a:xfrm>
            <a:off x="10525746" y="6190488"/>
            <a:ext cx="54864" cy="54864"/>
          </a:xfrm>
          <a:prstGeom prst="ellipse">
            <a:avLst/>
          </a:prstGeom>
          <a:solidFill>
            <a:srgbClr val="CFD9DF"/>
          </a:solidFill>
          <a:ln/>
        </p:spPr>
      </p:sp>
      <p:sp>
        <p:nvSpPr>
          <p:cNvPr id="65" name="Shape 62"/>
          <p:cNvSpPr/>
          <p:nvPr/>
        </p:nvSpPr>
        <p:spPr>
          <a:xfrm>
            <a:off x="10612127" y="6190488"/>
            <a:ext cx="54864" cy="54864"/>
          </a:xfrm>
          <a:prstGeom prst="ellipse">
            <a:avLst/>
          </a:prstGeom>
          <a:solidFill>
            <a:srgbClr val="CFD9DF"/>
          </a:solidFill>
          <a:ln/>
        </p:spPr>
      </p:sp>
      <p:sp>
        <p:nvSpPr>
          <p:cNvPr id="66" name="Shape 63"/>
          <p:cNvSpPr/>
          <p:nvPr/>
        </p:nvSpPr>
        <p:spPr>
          <a:xfrm>
            <a:off x="10698508" y="6190488"/>
            <a:ext cx="54864" cy="54864"/>
          </a:xfrm>
          <a:prstGeom prst="ellipse">
            <a:avLst/>
          </a:prstGeom>
          <a:solidFill>
            <a:srgbClr val="CFD9DF"/>
          </a:solidFill>
          <a:ln/>
        </p:spPr>
      </p:sp>
      <p:sp>
        <p:nvSpPr>
          <p:cNvPr id="67" name="Shape 64"/>
          <p:cNvSpPr/>
          <p:nvPr/>
        </p:nvSpPr>
        <p:spPr>
          <a:xfrm>
            <a:off x="10784888" y="6190488"/>
            <a:ext cx="54864" cy="54864"/>
          </a:xfrm>
          <a:prstGeom prst="ellipse">
            <a:avLst/>
          </a:prstGeom>
          <a:solidFill>
            <a:srgbClr val="CFD9DF"/>
          </a:solidFill>
          <a:ln/>
        </p:spPr>
      </p:sp>
      <p:sp>
        <p:nvSpPr>
          <p:cNvPr id="68" name="Shape 65"/>
          <p:cNvSpPr/>
          <p:nvPr/>
        </p:nvSpPr>
        <p:spPr>
          <a:xfrm>
            <a:off x="10871269" y="6190488"/>
            <a:ext cx="54864" cy="54864"/>
          </a:xfrm>
          <a:prstGeom prst="ellipse">
            <a:avLst/>
          </a:prstGeom>
          <a:solidFill>
            <a:srgbClr val="CFD9DF"/>
          </a:solidFill>
          <a:ln/>
        </p:spPr>
      </p:sp>
      <p:sp>
        <p:nvSpPr>
          <p:cNvPr id="69" name="Shape 66"/>
          <p:cNvSpPr/>
          <p:nvPr/>
        </p:nvSpPr>
        <p:spPr>
          <a:xfrm>
            <a:off x="10957650" y="6190488"/>
            <a:ext cx="54864" cy="54864"/>
          </a:xfrm>
          <a:prstGeom prst="ellipse">
            <a:avLst/>
          </a:prstGeom>
          <a:solidFill>
            <a:srgbClr val="CFD9DF"/>
          </a:solidFill>
          <a:ln/>
        </p:spPr>
      </p:sp>
      <p:sp>
        <p:nvSpPr>
          <p:cNvPr id="70" name="Shape 67"/>
          <p:cNvSpPr/>
          <p:nvPr/>
        </p:nvSpPr>
        <p:spPr>
          <a:xfrm>
            <a:off x="11044030" y="6190488"/>
            <a:ext cx="54864" cy="54864"/>
          </a:xfrm>
          <a:prstGeom prst="ellipse">
            <a:avLst/>
          </a:prstGeom>
          <a:solidFill>
            <a:srgbClr val="CFD9DF"/>
          </a:solidFill>
          <a:ln/>
        </p:spPr>
      </p:sp>
      <p:sp>
        <p:nvSpPr>
          <p:cNvPr id="71" name="Shape 68"/>
          <p:cNvSpPr/>
          <p:nvPr/>
        </p:nvSpPr>
        <p:spPr>
          <a:xfrm>
            <a:off x="11130411" y="6190488"/>
            <a:ext cx="54864" cy="54864"/>
          </a:xfrm>
          <a:prstGeom prst="ellipse">
            <a:avLst/>
          </a:prstGeom>
          <a:solidFill>
            <a:srgbClr val="CFD9DF"/>
          </a:solidFill>
          <a:ln/>
        </p:spPr>
      </p:sp>
      <p:sp>
        <p:nvSpPr>
          <p:cNvPr id="72" name="Shape 69"/>
          <p:cNvSpPr/>
          <p:nvPr/>
        </p:nvSpPr>
        <p:spPr>
          <a:xfrm>
            <a:off x="11216792" y="6190488"/>
            <a:ext cx="54864" cy="54864"/>
          </a:xfrm>
          <a:prstGeom prst="ellipse">
            <a:avLst/>
          </a:prstGeom>
          <a:solidFill>
            <a:srgbClr val="CFD9DF"/>
          </a:solidFill>
          <a:ln/>
        </p:spPr>
      </p:sp>
      <p:sp>
        <p:nvSpPr>
          <p:cNvPr id="73" name="Shape 70"/>
          <p:cNvSpPr/>
          <p:nvPr/>
        </p:nvSpPr>
        <p:spPr>
          <a:xfrm>
            <a:off x="11303172" y="6190488"/>
            <a:ext cx="54864" cy="54864"/>
          </a:xfrm>
          <a:prstGeom prst="ellipse">
            <a:avLst/>
          </a:prstGeom>
          <a:solidFill>
            <a:srgbClr val="CFD9DF"/>
          </a:solidFill>
          <a:ln/>
        </p:spPr>
      </p:sp>
      <p:sp>
        <p:nvSpPr>
          <p:cNvPr id="74" name="Shape 71"/>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pic>
        <p:nvPicPr>
          <p:cNvPr id="2" name="Step 47 image" descr="Step 47: Small touch-ups near the shore">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695651" cy="292608"/>
          </a:xfrm>
          <a:prstGeom prst="roundRect">
            <a:avLst>
              <a:gd name="adj" fmla="val 31250"/>
            </a:avLst>
          </a:prstGeom>
          <a:solidFill>
            <a:srgbClr val="1E5A86"/>
          </a:solidFill>
          <a:ln/>
        </p:spPr>
        <p:txBody>
          <a:bodyPr wrap="square" lIns="0" tIns="0" rIns="0" bIns="0" rtlCol="0" anchor="ctr"/>
          <a:lstStyle/>
          <a:p>
            <a:pPr algn="ctr" indent="0" marL="0">
              <a:buNone/>
            </a:pPr>
            <a:r>
              <a:rPr lang="en-US" sz="1100" b="1" dirty="0">
                <a:solidFill>
                  <a:srgbClr val="FFFFFF"/>
                </a:solidFill>
              </a:rPr>
              <a:t>STAGE 8 · DEEPEN THE COLOR</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47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Small touch-ups near the shore</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Use a thin brush to tidy any rough spots where the sea meets the sand.</a:t>
            </a:r>
            <a:endParaRPr lang="en-US" sz="1500" dirty="0"/>
          </a:p>
          <a:p>
            <a:pPr marL="203200" indent="-203200">
              <a:spcAft>
                <a:spcPts val="600"/>
              </a:spcAft>
              <a:buSzPct val="100000"/>
              <a:buChar char="•"/>
            </a:pPr>
            <a:r>
              <a:rPr lang="en-US" sz="1500" dirty="0">
                <a:solidFill>
                  <a:schemeClr val="tx1"/>
                </a:solidFill>
              </a:rPr>
              <a:t>Add a hint of deeper blue just above the waterline if needed.</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Small touches only. The big shapes are already in place.</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hthalo blue"/>
          <p:cNvSpPr/>
          <p:nvPr/>
        </p:nvSpPr>
        <p:spPr>
          <a:xfrm>
            <a:off x="6277336" y="5532120"/>
            <a:ext cx="329184" cy="329184"/>
          </a:xfrm>
          <a:prstGeom prst="ellipse">
            <a:avLst/>
          </a:prstGeom>
          <a:solidFill>
            <a:srgbClr val="67A6CC"/>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Phthalo blue</a:t>
            </a:r>
            <a:endParaRPr lang="en-US" sz="1100" dirty="0"/>
          </a:p>
          <a:p>
            <a:pPr indent="0" marL="0">
              <a:buNone/>
            </a:pPr>
            <a:r>
              <a:rPr lang="en-US" sz="1000" dirty="0">
                <a:solidFill>
                  <a:srgbClr val="4A5058"/>
                </a:solidFill>
              </a:rPr>
              <a:t>#67A6CC</a:t>
            </a:r>
            <a:endParaRPr lang="en-US" sz="1100" dirty="0"/>
          </a:p>
        </p:txBody>
      </p:sp>
      <p:sp>
        <p:nvSpPr>
          <p:cNvPr id="13" name="Swatch Raw sienna"/>
          <p:cNvSpPr/>
          <p:nvPr/>
        </p:nvSpPr>
        <p:spPr>
          <a:xfrm>
            <a:off x="8004949" y="5532120"/>
            <a:ext cx="329184" cy="329184"/>
          </a:xfrm>
          <a:prstGeom prst="ellipse">
            <a:avLst/>
          </a:prstGeom>
          <a:solidFill>
            <a:srgbClr val="D7B47C"/>
          </a:solidFill>
          <a:ln w="9525">
            <a:solidFill>
              <a:srgbClr val="C9D3D9"/>
            </a:solidFill>
            <a:prstDash val="solid"/>
          </a:ln>
        </p:spPr>
      </p:sp>
      <p:sp>
        <p:nvSpPr>
          <p:cNvPr id="14" name="Text 11"/>
          <p:cNvSpPr txBox="1"/>
          <p:nvPr/>
        </p:nvSpPr>
        <p:spPr>
          <a:xfrm>
            <a:off x="8416429"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Raw sienna</a:t>
            </a:r>
            <a:endParaRPr lang="en-US" sz="1100" dirty="0"/>
          </a:p>
          <a:p>
            <a:pPr indent="0" marL="0">
              <a:buNone/>
            </a:pPr>
            <a:r>
              <a:rPr lang="en-US" sz="1000" dirty="0">
                <a:solidFill>
                  <a:srgbClr val="4A5058"/>
                </a:solidFill>
              </a:rPr>
              <a:t>#D7B47C</a:t>
            </a:r>
            <a:endParaRPr lang="en-US" sz="1100" dirty="0"/>
          </a:p>
        </p:txBody>
      </p:sp>
      <p:sp>
        <p:nvSpPr>
          <p:cNvPr id="15" name="Shape 12"/>
          <p:cNvSpPr/>
          <p:nvPr/>
        </p:nvSpPr>
        <p:spPr>
          <a:xfrm>
            <a:off x="6293094" y="6190488"/>
            <a:ext cx="54864" cy="54864"/>
          </a:xfrm>
          <a:prstGeom prst="ellipse">
            <a:avLst/>
          </a:prstGeom>
          <a:solidFill>
            <a:srgbClr val="7F95A3"/>
          </a:solidFill>
          <a:ln/>
        </p:spPr>
      </p:sp>
      <p:sp>
        <p:nvSpPr>
          <p:cNvPr id="16" name="Shape 13"/>
          <p:cNvSpPr/>
          <p:nvPr/>
        </p:nvSpPr>
        <p:spPr>
          <a:xfrm>
            <a:off x="6379475" y="6190488"/>
            <a:ext cx="54864" cy="54864"/>
          </a:xfrm>
          <a:prstGeom prst="ellipse">
            <a:avLst/>
          </a:prstGeom>
          <a:solidFill>
            <a:srgbClr val="7F95A3"/>
          </a:solidFill>
          <a:ln/>
        </p:spPr>
      </p:sp>
      <p:sp>
        <p:nvSpPr>
          <p:cNvPr id="17" name="Shape 14"/>
          <p:cNvSpPr/>
          <p:nvPr/>
        </p:nvSpPr>
        <p:spPr>
          <a:xfrm>
            <a:off x="6465855" y="6190488"/>
            <a:ext cx="54864" cy="54864"/>
          </a:xfrm>
          <a:prstGeom prst="ellipse">
            <a:avLst/>
          </a:prstGeom>
          <a:solidFill>
            <a:srgbClr val="7F95A3"/>
          </a:solidFill>
          <a:ln/>
        </p:spPr>
      </p:sp>
      <p:sp>
        <p:nvSpPr>
          <p:cNvPr id="18" name="Shape 15"/>
          <p:cNvSpPr/>
          <p:nvPr/>
        </p:nvSpPr>
        <p:spPr>
          <a:xfrm>
            <a:off x="6552236" y="6190488"/>
            <a:ext cx="54864" cy="54864"/>
          </a:xfrm>
          <a:prstGeom prst="ellipse">
            <a:avLst/>
          </a:prstGeom>
          <a:solidFill>
            <a:srgbClr val="7F95A3"/>
          </a:solidFill>
          <a:ln/>
        </p:spPr>
      </p:sp>
      <p:sp>
        <p:nvSpPr>
          <p:cNvPr id="19" name="Shape 16"/>
          <p:cNvSpPr/>
          <p:nvPr/>
        </p:nvSpPr>
        <p:spPr>
          <a:xfrm>
            <a:off x="6638617" y="6190488"/>
            <a:ext cx="54864" cy="54864"/>
          </a:xfrm>
          <a:prstGeom prst="ellipse">
            <a:avLst/>
          </a:prstGeom>
          <a:solidFill>
            <a:srgbClr val="7F95A3"/>
          </a:solidFill>
          <a:ln/>
        </p:spPr>
      </p:sp>
      <p:sp>
        <p:nvSpPr>
          <p:cNvPr id="20" name="Shape 17"/>
          <p:cNvSpPr/>
          <p:nvPr/>
        </p:nvSpPr>
        <p:spPr>
          <a:xfrm>
            <a:off x="6724997" y="6190488"/>
            <a:ext cx="54864" cy="54864"/>
          </a:xfrm>
          <a:prstGeom prst="ellipse">
            <a:avLst/>
          </a:prstGeom>
          <a:solidFill>
            <a:srgbClr val="7F95A3"/>
          </a:solidFill>
          <a:ln/>
        </p:spPr>
      </p:sp>
      <p:sp>
        <p:nvSpPr>
          <p:cNvPr id="21" name="Shape 18"/>
          <p:cNvSpPr/>
          <p:nvPr/>
        </p:nvSpPr>
        <p:spPr>
          <a:xfrm>
            <a:off x="6811378" y="6190488"/>
            <a:ext cx="54864" cy="54864"/>
          </a:xfrm>
          <a:prstGeom prst="ellipse">
            <a:avLst/>
          </a:prstGeom>
          <a:solidFill>
            <a:srgbClr val="7F95A3"/>
          </a:solidFill>
          <a:ln/>
        </p:spPr>
      </p:sp>
      <p:sp>
        <p:nvSpPr>
          <p:cNvPr id="22" name="Shape 19"/>
          <p:cNvSpPr/>
          <p:nvPr/>
        </p:nvSpPr>
        <p:spPr>
          <a:xfrm>
            <a:off x="6897759" y="6190488"/>
            <a:ext cx="54864" cy="54864"/>
          </a:xfrm>
          <a:prstGeom prst="ellipse">
            <a:avLst/>
          </a:prstGeom>
          <a:solidFill>
            <a:srgbClr val="7F95A3"/>
          </a:solidFill>
          <a:ln/>
        </p:spPr>
      </p:sp>
      <p:sp>
        <p:nvSpPr>
          <p:cNvPr id="23" name="Shape 20"/>
          <p:cNvSpPr/>
          <p:nvPr/>
        </p:nvSpPr>
        <p:spPr>
          <a:xfrm>
            <a:off x="6984139" y="6190488"/>
            <a:ext cx="54864" cy="54864"/>
          </a:xfrm>
          <a:prstGeom prst="ellipse">
            <a:avLst/>
          </a:prstGeom>
          <a:solidFill>
            <a:srgbClr val="7F95A3"/>
          </a:solidFill>
          <a:ln/>
        </p:spPr>
      </p:sp>
      <p:sp>
        <p:nvSpPr>
          <p:cNvPr id="24" name="Shape 21"/>
          <p:cNvSpPr/>
          <p:nvPr/>
        </p:nvSpPr>
        <p:spPr>
          <a:xfrm>
            <a:off x="7070520" y="6190488"/>
            <a:ext cx="54864" cy="54864"/>
          </a:xfrm>
          <a:prstGeom prst="ellipse">
            <a:avLst/>
          </a:prstGeom>
          <a:solidFill>
            <a:srgbClr val="7F95A3"/>
          </a:solidFill>
          <a:ln/>
        </p:spPr>
      </p:sp>
      <p:sp>
        <p:nvSpPr>
          <p:cNvPr id="25" name="Shape 22"/>
          <p:cNvSpPr/>
          <p:nvPr/>
        </p:nvSpPr>
        <p:spPr>
          <a:xfrm>
            <a:off x="7156901" y="6190488"/>
            <a:ext cx="54864" cy="54864"/>
          </a:xfrm>
          <a:prstGeom prst="ellipse">
            <a:avLst/>
          </a:prstGeom>
          <a:solidFill>
            <a:srgbClr val="7F95A3"/>
          </a:solidFill>
          <a:ln/>
        </p:spPr>
      </p:sp>
      <p:sp>
        <p:nvSpPr>
          <p:cNvPr id="26" name="Shape 23"/>
          <p:cNvSpPr/>
          <p:nvPr/>
        </p:nvSpPr>
        <p:spPr>
          <a:xfrm>
            <a:off x="7243281" y="6190488"/>
            <a:ext cx="54864" cy="54864"/>
          </a:xfrm>
          <a:prstGeom prst="ellipse">
            <a:avLst/>
          </a:prstGeom>
          <a:solidFill>
            <a:srgbClr val="7F95A3"/>
          </a:solidFill>
          <a:ln/>
        </p:spPr>
      </p:sp>
      <p:sp>
        <p:nvSpPr>
          <p:cNvPr id="27" name="Shape 24"/>
          <p:cNvSpPr/>
          <p:nvPr/>
        </p:nvSpPr>
        <p:spPr>
          <a:xfrm>
            <a:off x="7329662" y="6190488"/>
            <a:ext cx="54864" cy="54864"/>
          </a:xfrm>
          <a:prstGeom prst="ellipse">
            <a:avLst/>
          </a:prstGeom>
          <a:solidFill>
            <a:srgbClr val="7F95A3"/>
          </a:solidFill>
          <a:ln/>
        </p:spPr>
      </p:sp>
      <p:sp>
        <p:nvSpPr>
          <p:cNvPr id="28" name="Shape 25"/>
          <p:cNvSpPr/>
          <p:nvPr/>
        </p:nvSpPr>
        <p:spPr>
          <a:xfrm>
            <a:off x="7416043" y="6190488"/>
            <a:ext cx="54864" cy="54864"/>
          </a:xfrm>
          <a:prstGeom prst="ellipse">
            <a:avLst/>
          </a:prstGeom>
          <a:solidFill>
            <a:srgbClr val="7F95A3"/>
          </a:solidFill>
          <a:ln/>
        </p:spPr>
      </p:sp>
      <p:sp>
        <p:nvSpPr>
          <p:cNvPr id="29" name="Shape 26"/>
          <p:cNvSpPr/>
          <p:nvPr/>
        </p:nvSpPr>
        <p:spPr>
          <a:xfrm>
            <a:off x="7502423" y="6190488"/>
            <a:ext cx="54864" cy="54864"/>
          </a:xfrm>
          <a:prstGeom prst="ellipse">
            <a:avLst/>
          </a:prstGeom>
          <a:solidFill>
            <a:srgbClr val="7F95A3"/>
          </a:solidFill>
          <a:ln/>
        </p:spPr>
      </p:sp>
      <p:sp>
        <p:nvSpPr>
          <p:cNvPr id="30" name="Shape 27"/>
          <p:cNvSpPr/>
          <p:nvPr/>
        </p:nvSpPr>
        <p:spPr>
          <a:xfrm>
            <a:off x="7588804" y="6190488"/>
            <a:ext cx="54864" cy="54864"/>
          </a:xfrm>
          <a:prstGeom prst="ellipse">
            <a:avLst/>
          </a:prstGeom>
          <a:solidFill>
            <a:srgbClr val="7F95A3"/>
          </a:solidFill>
          <a:ln/>
        </p:spPr>
      </p:sp>
      <p:sp>
        <p:nvSpPr>
          <p:cNvPr id="31" name="Shape 28"/>
          <p:cNvSpPr/>
          <p:nvPr/>
        </p:nvSpPr>
        <p:spPr>
          <a:xfrm>
            <a:off x="7675185" y="6190488"/>
            <a:ext cx="54864" cy="54864"/>
          </a:xfrm>
          <a:prstGeom prst="ellipse">
            <a:avLst/>
          </a:prstGeom>
          <a:solidFill>
            <a:srgbClr val="7F95A3"/>
          </a:solidFill>
          <a:ln/>
        </p:spPr>
      </p:sp>
      <p:sp>
        <p:nvSpPr>
          <p:cNvPr id="32" name="Shape 29"/>
          <p:cNvSpPr/>
          <p:nvPr/>
        </p:nvSpPr>
        <p:spPr>
          <a:xfrm>
            <a:off x="7761565" y="6190488"/>
            <a:ext cx="54864" cy="54864"/>
          </a:xfrm>
          <a:prstGeom prst="ellipse">
            <a:avLst/>
          </a:prstGeom>
          <a:solidFill>
            <a:srgbClr val="7F95A3"/>
          </a:solidFill>
          <a:ln/>
        </p:spPr>
      </p:sp>
      <p:sp>
        <p:nvSpPr>
          <p:cNvPr id="33" name="Shape 30"/>
          <p:cNvSpPr/>
          <p:nvPr/>
        </p:nvSpPr>
        <p:spPr>
          <a:xfrm>
            <a:off x="7847946" y="6190488"/>
            <a:ext cx="54864" cy="54864"/>
          </a:xfrm>
          <a:prstGeom prst="ellipse">
            <a:avLst/>
          </a:prstGeom>
          <a:solidFill>
            <a:srgbClr val="7F95A3"/>
          </a:solidFill>
          <a:ln/>
        </p:spPr>
      </p:sp>
      <p:sp>
        <p:nvSpPr>
          <p:cNvPr id="34" name="Shape 31"/>
          <p:cNvSpPr/>
          <p:nvPr/>
        </p:nvSpPr>
        <p:spPr>
          <a:xfrm>
            <a:off x="7934327" y="6190488"/>
            <a:ext cx="54864" cy="54864"/>
          </a:xfrm>
          <a:prstGeom prst="ellipse">
            <a:avLst/>
          </a:prstGeom>
          <a:solidFill>
            <a:srgbClr val="7F95A3"/>
          </a:solidFill>
          <a:ln/>
        </p:spPr>
      </p:sp>
      <p:sp>
        <p:nvSpPr>
          <p:cNvPr id="35" name="Shape 32"/>
          <p:cNvSpPr/>
          <p:nvPr/>
        </p:nvSpPr>
        <p:spPr>
          <a:xfrm>
            <a:off x="8020707" y="6190488"/>
            <a:ext cx="54864" cy="54864"/>
          </a:xfrm>
          <a:prstGeom prst="ellipse">
            <a:avLst/>
          </a:prstGeom>
          <a:solidFill>
            <a:srgbClr val="7F95A3"/>
          </a:solidFill>
          <a:ln/>
        </p:spPr>
      </p:sp>
      <p:sp>
        <p:nvSpPr>
          <p:cNvPr id="36" name="Shape 33"/>
          <p:cNvSpPr/>
          <p:nvPr/>
        </p:nvSpPr>
        <p:spPr>
          <a:xfrm>
            <a:off x="8107088" y="6190488"/>
            <a:ext cx="54864" cy="54864"/>
          </a:xfrm>
          <a:prstGeom prst="ellipse">
            <a:avLst/>
          </a:prstGeom>
          <a:solidFill>
            <a:srgbClr val="7F95A3"/>
          </a:solidFill>
          <a:ln/>
        </p:spPr>
      </p:sp>
      <p:sp>
        <p:nvSpPr>
          <p:cNvPr id="37" name="Shape 34"/>
          <p:cNvSpPr/>
          <p:nvPr/>
        </p:nvSpPr>
        <p:spPr>
          <a:xfrm>
            <a:off x="8193469" y="6190488"/>
            <a:ext cx="54864" cy="54864"/>
          </a:xfrm>
          <a:prstGeom prst="ellipse">
            <a:avLst/>
          </a:prstGeom>
          <a:solidFill>
            <a:srgbClr val="7F95A3"/>
          </a:solidFill>
          <a:ln/>
        </p:spPr>
      </p:sp>
      <p:sp>
        <p:nvSpPr>
          <p:cNvPr id="38" name="Shape 35"/>
          <p:cNvSpPr/>
          <p:nvPr/>
        </p:nvSpPr>
        <p:spPr>
          <a:xfrm>
            <a:off x="8279849" y="6190488"/>
            <a:ext cx="54864" cy="54864"/>
          </a:xfrm>
          <a:prstGeom prst="ellipse">
            <a:avLst/>
          </a:prstGeom>
          <a:solidFill>
            <a:srgbClr val="7F95A3"/>
          </a:solidFill>
          <a:ln/>
        </p:spPr>
      </p:sp>
      <p:sp>
        <p:nvSpPr>
          <p:cNvPr id="39" name="Shape 36"/>
          <p:cNvSpPr/>
          <p:nvPr/>
        </p:nvSpPr>
        <p:spPr>
          <a:xfrm>
            <a:off x="8366230" y="6190488"/>
            <a:ext cx="54864" cy="54864"/>
          </a:xfrm>
          <a:prstGeom prst="ellipse">
            <a:avLst/>
          </a:prstGeom>
          <a:solidFill>
            <a:srgbClr val="7F95A3"/>
          </a:solidFill>
          <a:ln/>
        </p:spPr>
      </p:sp>
      <p:sp>
        <p:nvSpPr>
          <p:cNvPr id="40" name="Shape 37"/>
          <p:cNvSpPr/>
          <p:nvPr/>
        </p:nvSpPr>
        <p:spPr>
          <a:xfrm>
            <a:off x="8452611" y="6190488"/>
            <a:ext cx="54864" cy="54864"/>
          </a:xfrm>
          <a:prstGeom prst="ellipse">
            <a:avLst/>
          </a:prstGeom>
          <a:solidFill>
            <a:srgbClr val="7F95A3"/>
          </a:solidFill>
          <a:ln/>
        </p:spPr>
      </p:sp>
      <p:sp>
        <p:nvSpPr>
          <p:cNvPr id="41" name="Shape 38"/>
          <p:cNvSpPr/>
          <p:nvPr/>
        </p:nvSpPr>
        <p:spPr>
          <a:xfrm>
            <a:off x="8538991" y="6190488"/>
            <a:ext cx="54864" cy="54864"/>
          </a:xfrm>
          <a:prstGeom prst="ellipse">
            <a:avLst/>
          </a:prstGeom>
          <a:solidFill>
            <a:srgbClr val="7F95A3"/>
          </a:solidFill>
          <a:ln/>
        </p:spPr>
      </p:sp>
      <p:sp>
        <p:nvSpPr>
          <p:cNvPr id="42" name="Shape 39"/>
          <p:cNvSpPr/>
          <p:nvPr/>
        </p:nvSpPr>
        <p:spPr>
          <a:xfrm>
            <a:off x="8625372" y="6190488"/>
            <a:ext cx="54864" cy="54864"/>
          </a:xfrm>
          <a:prstGeom prst="ellipse">
            <a:avLst/>
          </a:prstGeom>
          <a:solidFill>
            <a:srgbClr val="7F95A3"/>
          </a:solidFill>
          <a:ln/>
        </p:spPr>
      </p:sp>
      <p:sp>
        <p:nvSpPr>
          <p:cNvPr id="43" name="Shape 40"/>
          <p:cNvSpPr/>
          <p:nvPr/>
        </p:nvSpPr>
        <p:spPr>
          <a:xfrm>
            <a:off x="8711753" y="6190488"/>
            <a:ext cx="54864" cy="54864"/>
          </a:xfrm>
          <a:prstGeom prst="ellipse">
            <a:avLst/>
          </a:prstGeom>
          <a:solidFill>
            <a:srgbClr val="7F95A3"/>
          </a:solidFill>
          <a:ln/>
        </p:spPr>
      </p:sp>
      <p:sp>
        <p:nvSpPr>
          <p:cNvPr id="44" name="Shape 41"/>
          <p:cNvSpPr/>
          <p:nvPr/>
        </p:nvSpPr>
        <p:spPr>
          <a:xfrm>
            <a:off x="8798133" y="6190488"/>
            <a:ext cx="54864" cy="54864"/>
          </a:xfrm>
          <a:prstGeom prst="ellipse">
            <a:avLst/>
          </a:prstGeom>
          <a:solidFill>
            <a:srgbClr val="7F95A3"/>
          </a:solidFill>
          <a:ln/>
        </p:spPr>
      </p:sp>
      <p:sp>
        <p:nvSpPr>
          <p:cNvPr id="45" name="Shape 42"/>
          <p:cNvSpPr/>
          <p:nvPr/>
        </p:nvSpPr>
        <p:spPr>
          <a:xfrm>
            <a:off x="8884514" y="6190488"/>
            <a:ext cx="54864" cy="54864"/>
          </a:xfrm>
          <a:prstGeom prst="ellipse">
            <a:avLst/>
          </a:prstGeom>
          <a:solidFill>
            <a:srgbClr val="7F95A3"/>
          </a:solidFill>
          <a:ln/>
        </p:spPr>
      </p:sp>
      <p:sp>
        <p:nvSpPr>
          <p:cNvPr id="46" name="Shape 43"/>
          <p:cNvSpPr/>
          <p:nvPr/>
        </p:nvSpPr>
        <p:spPr>
          <a:xfrm>
            <a:off x="8970895" y="6190488"/>
            <a:ext cx="54864" cy="54864"/>
          </a:xfrm>
          <a:prstGeom prst="ellipse">
            <a:avLst/>
          </a:prstGeom>
          <a:solidFill>
            <a:srgbClr val="7F95A3"/>
          </a:solidFill>
          <a:ln/>
        </p:spPr>
      </p:sp>
      <p:sp>
        <p:nvSpPr>
          <p:cNvPr id="47" name="Shape 44"/>
          <p:cNvSpPr/>
          <p:nvPr/>
        </p:nvSpPr>
        <p:spPr>
          <a:xfrm>
            <a:off x="9057275" y="6190488"/>
            <a:ext cx="54864" cy="54864"/>
          </a:xfrm>
          <a:prstGeom prst="ellipse">
            <a:avLst/>
          </a:prstGeom>
          <a:solidFill>
            <a:srgbClr val="7F95A3"/>
          </a:solidFill>
          <a:ln/>
        </p:spPr>
      </p:sp>
      <p:sp>
        <p:nvSpPr>
          <p:cNvPr id="48" name="Shape 45"/>
          <p:cNvSpPr/>
          <p:nvPr/>
        </p:nvSpPr>
        <p:spPr>
          <a:xfrm>
            <a:off x="9143656" y="6190488"/>
            <a:ext cx="54864" cy="54864"/>
          </a:xfrm>
          <a:prstGeom prst="ellipse">
            <a:avLst/>
          </a:prstGeom>
          <a:solidFill>
            <a:srgbClr val="7F95A3"/>
          </a:solidFill>
          <a:ln/>
        </p:spPr>
      </p:sp>
      <p:sp>
        <p:nvSpPr>
          <p:cNvPr id="49" name="Shape 46"/>
          <p:cNvSpPr/>
          <p:nvPr/>
        </p:nvSpPr>
        <p:spPr>
          <a:xfrm>
            <a:off x="9230036" y="6190488"/>
            <a:ext cx="54864" cy="54864"/>
          </a:xfrm>
          <a:prstGeom prst="ellipse">
            <a:avLst/>
          </a:prstGeom>
          <a:solidFill>
            <a:srgbClr val="7F95A3"/>
          </a:solidFill>
          <a:ln/>
        </p:spPr>
      </p:sp>
      <p:sp>
        <p:nvSpPr>
          <p:cNvPr id="50" name="Shape 47"/>
          <p:cNvSpPr/>
          <p:nvPr/>
        </p:nvSpPr>
        <p:spPr>
          <a:xfrm>
            <a:off x="9316417" y="6190488"/>
            <a:ext cx="54864" cy="54864"/>
          </a:xfrm>
          <a:prstGeom prst="ellipse">
            <a:avLst/>
          </a:prstGeom>
          <a:solidFill>
            <a:srgbClr val="7F95A3"/>
          </a:solidFill>
          <a:ln/>
        </p:spPr>
      </p:sp>
      <p:sp>
        <p:nvSpPr>
          <p:cNvPr id="51" name="Shape 48"/>
          <p:cNvSpPr/>
          <p:nvPr/>
        </p:nvSpPr>
        <p:spPr>
          <a:xfrm>
            <a:off x="9402798" y="6190488"/>
            <a:ext cx="54864" cy="54864"/>
          </a:xfrm>
          <a:prstGeom prst="ellipse">
            <a:avLst/>
          </a:prstGeom>
          <a:solidFill>
            <a:srgbClr val="7F95A3"/>
          </a:solidFill>
          <a:ln/>
        </p:spPr>
      </p:sp>
      <p:sp>
        <p:nvSpPr>
          <p:cNvPr id="52" name="Shape 49"/>
          <p:cNvSpPr/>
          <p:nvPr/>
        </p:nvSpPr>
        <p:spPr>
          <a:xfrm>
            <a:off x="9489178" y="6190488"/>
            <a:ext cx="54864" cy="54864"/>
          </a:xfrm>
          <a:prstGeom prst="ellipse">
            <a:avLst/>
          </a:prstGeom>
          <a:solidFill>
            <a:srgbClr val="7F95A3"/>
          </a:solidFill>
          <a:ln/>
        </p:spPr>
      </p:sp>
      <p:sp>
        <p:nvSpPr>
          <p:cNvPr id="53" name="Shape 50"/>
          <p:cNvSpPr/>
          <p:nvPr/>
        </p:nvSpPr>
        <p:spPr>
          <a:xfrm>
            <a:off x="9575559" y="6190488"/>
            <a:ext cx="54864" cy="54864"/>
          </a:xfrm>
          <a:prstGeom prst="ellipse">
            <a:avLst/>
          </a:prstGeom>
          <a:solidFill>
            <a:srgbClr val="7F95A3"/>
          </a:solidFill>
          <a:ln/>
        </p:spPr>
      </p:sp>
      <p:sp>
        <p:nvSpPr>
          <p:cNvPr id="54" name="Shape 51"/>
          <p:cNvSpPr/>
          <p:nvPr/>
        </p:nvSpPr>
        <p:spPr>
          <a:xfrm>
            <a:off x="9661940" y="6190488"/>
            <a:ext cx="54864" cy="54864"/>
          </a:xfrm>
          <a:prstGeom prst="ellipse">
            <a:avLst/>
          </a:prstGeom>
          <a:solidFill>
            <a:srgbClr val="7F95A3"/>
          </a:solidFill>
          <a:ln/>
        </p:spPr>
      </p:sp>
      <p:sp>
        <p:nvSpPr>
          <p:cNvPr id="55" name="Shape 52"/>
          <p:cNvSpPr/>
          <p:nvPr/>
        </p:nvSpPr>
        <p:spPr>
          <a:xfrm>
            <a:off x="9748320" y="6190488"/>
            <a:ext cx="54864" cy="54864"/>
          </a:xfrm>
          <a:prstGeom prst="ellipse">
            <a:avLst/>
          </a:prstGeom>
          <a:solidFill>
            <a:srgbClr val="7F95A3"/>
          </a:solidFill>
          <a:ln/>
        </p:spPr>
      </p:sp>
      <p:sp>
        <p:nvSpPr>
          <p:cNvPr id="56" name="Shape 53"/>
          <p:cNvSpPr/>
          <p:nvPr/>
        </p:nvSpPr>
        <p:spPr>
          <a:xfrm>
            <a:off x="9834701" y="6190488"/>
            <a:ext cx="54864" cy="54864"/>
          </a:xfrm>
          <a:prstGeom prst="ellipse">
            <a:avLst/>
          </a:prstGeom>
          <a:solidFill>
            <a:srgbClr val="7F95A3"/>
          </a:solidFill>
          <a:ln/>
        </p:spPr>
      </p:sp>
      <p:sp>
        <p:nvSpPr>
          <p:cNvPr id="57" name="Shape 54"/>
          <p:cNvSpPr/>
          <p:nvPr/>
        </p:nvSpPr>
        <p:spPr>
          <a:xfrm>
            <a:off x="9921082" y="6190488"/>
            <a:ext cx="54864" cy="54864"/>
          </a:xfrm>
          <a:prstGeom prst="ellipse">
            <a:avLst/>
          </a:prstGeom>
          <a:solidFill>
            <a:srgbClr val="7F95A3"/>
          </a:solidFill>
          <a:ln/>
        </p:spPr>
      </p:sp>
      <p:sp>
        <p:nvSpPr>
          <p:cNvPr id="58" name="Shape 55"/>
          <p:cNvSpPr/>
          <p:nvPr/>
        </p:nvSpPr>
        <p:spPr>
          <a:xfrm>
            <a:off x="10007462" y="6190488"/>
            <a:ext cx="54864" cy="54864"/>
          </a:xfrm>
          <a:prstGeom prst="ellipse">
            <a:avLst/>
          </a:prstGeom>
          <a:solidFill>
            <a:srgbClr val="7F95A3"/>
          </a:solidFill>
          <a:ln/>
        </p:spPr>
      </p:sp>
      <p:sp>
        <p:nvSpPr>
          <p:cNvPr id="59" name="Shape 56"/>
          <p:cNvSpPr/>
          <p:nvPr/>
        </p:nvSpPr>
        <p:spPr>
          <a:xfrm>
            <a:off x="10093843" y="6190488"/>
            <a:ext cx="54864" cy="54864"/>
          </a:xfrm>
          <a:prstGeom prst="ellipse">
            <a:avLst/>
          </a:prstGeom>
          <a:solidFill>
            <a:srgbClr val="7F95A3"/>
          </a:solidFill>
          <a:ln/>
        </p:spPr>
      </p:sp>
      <p:sp>
        <p:nvSpPr>
          <p:cNvPr id="60" name="Shape 57"/>
          <p:cNvSpPr/>
          <p:nvPr/>
        </p:nvSpPr>
        <p:spPr>
          <a:xfrm>
            <a:off x="10180224" y="6190488"/>
            <a:ext cx="54864" cy="54864"/>
          </a:xfrm>
          <a:prstGeom prst="ellipse">
            <a:avLst/>
          </a:prstGeom>
          <a:solidFill>
            <a:srgbClr val="7F95A3"/>
          </a:solidFill>
          <a:ln/>
        </p:spPr>
      </p:sp>
      <p:sp>
        <p:nvSpPr>
          <p:cNvPr id="61" name="Shape 58"/>
          <p:cNvSpPr/>
          <p:nvPr/>
        </p:nvSpPr>
        <p:spPr>
          <a:xfrm>
            <a:off x="10216312" y="6140196"/>
            <a:ext cx="155448" cy="155448"/>
          </a:xfrm>
          <a:prstGeom prst="ellipse">
            <a:avLst/>
          </a:prstGeom>
          <a:solidFill>
            <a:srgbClr val="1E5A86"/>
          </a:solidFill>
          <a:ln/>
        </p:spPr>
      </p:sp>
      <p:sp>
        <p:nvSpPr>
          <p:cNvPr id="62" name="Shape 59"/>
          <p:cNvSpPr/>
          <p:nvPr/>
        </p:nvSpPr>
        <p:spPr>
          <a:xfrm>
            <a:off x="10352985" y="6190488"/>
            <a:ext cx="54864" cy="54864"/>
          </a:xfrm>
          <a:prstGeom prst="ellipse">
            <a:avLst/>
          </a:prstGeom>
          <a:solidFill>
            <a:srgbClr val="CFD9DF"/>
          </a:solidFill>
          <a:ln/>
        </p:spPr>
      </p:sp>
      <p:sp>
        <p:nvSpPr>
          <p:cNvPr id="63" name="Shape 60"/>
          <p:cNvSpPr/>
          <p:nvPr/>
        </p:nvSpPr>
        <p:spPr>
          <a:xfrm>
            <a:off x="10439366" y="6190488"/>
            <a:ext cx="54864" cy="54864"/>
          </a:xfrm>
          <a:prstGeom prst="ellipse">
            <a:avLst/>
          </a:prstGeom>
          <a:solidFill>
            <a:srgbClr val="CFD9DF"/>
          </a:solidFill>
          <a:ln/>
        </p:spPr>
      </p:sp>
      <p:sp>
        <p:nvSpPr>
          <p:cNvPr id="64" name="Shape 61"/>
          <p:cNvSpPr/>
          <p:nvPr/>
        </p:nvSpPr>
        <p:spPr>
          <a:xfrm>
            <a:off x="10525746" y="6190488"/>
            <a:ext cx="54864" cy="54864"/>
          </a:xfrm>
          <a:prstGeom prst="ellipse">
            <a:avLst/>
          </a:prstGeom>
          <a:solidFill>
            <a:srgbClr val="CFD9DF"/>
          </a:solidFill>
          <a:ln/>
        </p:spPr>
      </p:sp>
      <p:sp>
        <p:nvSpPr>
          <p:cNvPr id="65" name="Shape 62"/>
          <p:cNvSpPr/>
          <p:nvPr/>
        </p:nvSpPr>
        <p:spPr>
          <a:xfrm>
            <a:off x="10612127" y="6190488"/>
            <a:ext cx="54864" cy="54864"/>
          </a:xfrm>
          <a:prstGeom prst="ellipse">
            <a:avLst/>
          </a:prstGeom>
          <a:solidFill>
            <a:srgbClr val="CFD9DF"/>
          </a:solidFill>
          <a:ln/>
        </p:spPr>
      </p:sp>
      <p:sp>
        <p:nvSpPr>
          <p:cNvPr id="66" name="Shape 63"/>
          <p:cNvSpPr/>
          <p:nvPr/>
        </p:nvSpPr>
        <p:spPr>
          <a:xfrm>
            <a:off x="10698508" y="6190488"/>
            <a:ext cx="54864" cy="54864"/>
          </a:xfrm>
          <a:prstGeom prst="ellipse">
            <a:avLst/>
          </a:prstGeom>
          <a:solidFill>
            <a:srgbClr val="CFD9DF"/>
          </a:solidFill>
          <a:ln/>
        </p:spPr>
      </p:sp>
      <p:sp>
        <p:nvSpPr>
          <p:cNvPr id="67" name="Shape 64"/>
          <p:cNvSpPr/>
          <p:nvPr/>
        </p:nvSpPr>
        <p:spPr>
          <a:xfrm>
            <a:off x="10784888" y="6190488"/>
            <a:ext cx="54864" cy="54864"/>
          </a:xfrm>
          <a:prstGeom prst="ellipse">
            <a:avLst/>
          </a:prstGeom>
          <a:solidFill>
            <a:srgbClr val="CFD9DF"/>
          </a:solidFill>
          <a:ln/>
        </p:spPr>
      </p:sp>
      <p:sp>
        <p:nvSpPr>
          <p:cNvPr id="68" name="Shape 65"/>
          <p:cNvSpPr/>
          <p:nvPr/>
        </p:nvSpPr>
        <p:spPr>
          <a:xfrm>
            <a:off x="10871269" y="6190488"/>
            <a:ext cx="54864" cy="54864"/>
          </a:xfrm>
          <a:prstGeom prst="ellipse">
            <a:avLst/>
          </a:prstGeom>
          <a:solidFill>
            <a:srgbClr val="CFD9DF"/>
          </a:solidFill>
          <a:ln/>
        </p:spPr>
      </p:sp>
      <p:sp>
        <p:nvSpPr>
          <p:cNvPr id="69" name="Shape 66"/>
          <p:cNvSpPr/>
          <p:nvPr/>
        </p:nvSpPr>
        <p:spPr>
          <a:xfrm>
            <a:off x="10957650" y="6190488"/>
            <a:ext cx="54864" cy="54864"/>
          </a:xfrm>
          <a:prstGeom prst="ellipse">
            <a:avLst/>
          </a:prstGeom>
          <a:solidFill>
            <a:srgbClr val="CFD9DF"/>
          </a:solidFill>
          <a:ln/>
        </p:spPr>
      </p:sp>
      <p:sp>
        <p:nvSpPr>
          <p:cNvPr id="70" name="Shape 67"/>
          <p:cNvSpPr/>
          <p:nvPr/>
        </p:nvSpPr>
        <p:spPr>
          <a:xfrm>
            <a:off x="11044030" y="6190488"/>
            <a:ext cx="54864" cy="54864"/>
          </a:xfrm>
          <a:prstGeom prst="ellipse">
            <a:avLst/>
          </a:prstGeom>
          <a:solidFill>
            <a:srgbClr val="CFD9DF"/>
          </a:solidFill>
          <a:ln/>
        </p:spPr>
      </p:sp>
      <p:sp>
        <p:nvSpPr>
          <p:cNvPr id="71" name="Shape 68"/>
          <p:cNvSpPr/>
          <p:nvPr/>
        </p:nvSpPr>
        <p:spPr>
          <a:xfrm>
            <a:off x="11130411" y="6190488"/>
            <a:ext cx="54864" cy="54864"/>
          </a:xfrm>
          <a:prstGeom prst="ellipse">
            <a:avLst/>
          </a:prstGeom>
          <a:solidFill>
            <a:srgbClr val="CFD9DF"/>
          </a:solidFill>
          <a:ln/>
        </p:spPr>
      </p:sp>
      <p:sp>
        <p:nvSpPr>
          <p:cNvPr id="72" name="Shape 69"/>
          <p:cNvSpPr/>
          <p:nvPr/>
        </p:nvSpPr>
        <p:spPr>
          <a:xfrm>
            <a:off x="11216792" y="6190488"/>
            <a:ext cx="54864" cy="54864"/>
          </a:xfrm>
          <a:prstGeom prst="ellipse">
            <a:avLst/>
          </a:prstGeom>
          <a:solidFill>
            <a:srgbClr val="CFD9DF"/>
          </a:solidFill>
          <a:ln/>
        </p:spPr>
      </p:sp>
      <p:sp>
        <p:nvSpPr>
          <p:cNvPr id="73" name="Shape 70"/>
          <p:cNvSpPr/>
          <p:nvPr/>
        </p:nvSpPr>
        <p:spPr>
          <a:xfrm>
            <a:off x="11303172" y="6190488"/>
            <a:ext cx="54864" cy="54864"/>
          </a:xfrm>
          <a:prstGeom prst="ellipse">
            <a:avLst/>
          </a:prstGeom>
          <a:solidFill>
            <a:srgbClr val="CFD9DF"/>
          </a:solidFill>
          <a:ln/>
        </p:spPr>
      </p:sp>
      <p:sp>
        <p:nvSpPr>
          <p:cNvPr id="74" name="Shape 71"/>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pic>
        <p:nvPicPr>
          <p:cNvPr id="2" name="Step 48 image" descr="Step 48: Blend the sea edges">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09928" cy="292608"/>
          </a:xfrm>
          <a:prstGeom prst="roundRect">
            <a:avLst>
              <a:gd name="adj" fmla="val 31250"/>
            </a:avLst>
          </a:prstGeom>
          <a:solidFill>
            <a:srgbClr val="2F6B73"/>
          </a:solidFill>
          <a:ln/>
        </p:spPr>
        <p:txBody>
          <a:bodyPr wrap="square" lIns="0" tIns="0" rIns="0" bIns="0" rtlCol="0" anchor="ctr"/>
          <a:lstStyle/>
          <a:p>
            <a:pPr algn="ctr" indent="0" marL="0">
              <a:buNone/>
            </a:pPr>
            <a:r>
              <a:rPr lang="en-US" sz="1100" b="1" dirty="0">
                <a:solidFill>
                  <a:srgbClr val="FFFFFF"/>
                </a:solidFill>
              </a:rPr>
              <a:t>STAGE 9 · BLEND</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48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Blend the sea edges</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Use a damp brush to soften any hard edges in the water.</a:t>
            </a:r>
            <a:endParaRPr lang="en-US" sz="1500" dirty="0"/>
          </a:p>
          <a:p>
            <a:pPr marL="203200" indent="-203200">
              <a:spcAft>
                <a:spcPts val="600"/>
              </a:spcAft>
              <a:buSzPct val="100000"/>
              <a:buChar char="•"/>
            </a:pPr>
            <a:r>
              <a:rPr lang="en-US" sz="1500" dirty="0">
                <a:solidFill>
                  <a:schemeClr val="tx1"/>
                </a:solidFill>
              </a:rPr>
              <a:t>Work gently with short strokes.</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The caption says to keep blending until it feels right to you. Trust your eye.</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hthalo blue"/>
          <p:cNvSpPr/>
          <p:nvPr/>
        </p:nvSpPr>
        <p:spPr>
          <a:xfrm>
            <a:off x="6277336" y="5532120"/>
            <a:ext cx="329184" cy="329184"/>
          </a:xfrm>
          <a:prstGeom prst="ellipse">
            <a:avLst/>
          </a:prstGeom>
          <a:solidFill>
            <a:srgbClr val="67A6CC"/>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Phthalo blue</a:t>
            </a:r>
            <a:endParaRPr lang="en-US" sz="1100" dirty="0"/>
          </a:p>
          <a:p>
            <a:pPr indent="0" marL="0">
              <a:buNone/>
            </a:pPr>
            <a:r>
              <a:rPr lang="en-US" sz="1000" dirty="0">
                <a:solidFill>
                  <a:srgbClr val="4A5058"/>
                </a:solidFill>
              </a:rPr>
              <a:t>#67A6CC</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66230" y="6190488"/>
            <a:ext cx="54864" cy="54864"/>
          </a:xfrm>
          <a:prstGeom prst="ellipse">
            <a:avLst/>
          </a:prstGeom>
          <a:solidFill>
            <a:srgbClr val="7F95A3"/>
          </a:solidFill>
          <a:ln/>
        </p:spPr>
      </p:sp>
      <p:sp>
        <p:nvSpPr>
          <p:cNvPr id="38" name="Shape 35"/>
          <p:cNvSpPr/>
          <p:nvPr/>
        </p:nvSpPr>
        <p:spPr>
          <a:xfrm>
            <a:off x="8452611" y="6190488"/>
            <a:ext cx="54864" cy="54864"/>
          </a:xfrm>
          <a:prstGeom prst="ellipse">
            <a:avLst/>
          </a:prstGeom>
          <a:solidFill>
            <a:srgbClr val="7F95A3"/>
          </a:solidFill>
          <a:ln/>
        </p:spPr>
      </p:sp>
      <p:sp>
        <p:nvSpPr>
          <p:cNvPr id="39" name="Shape 36"/>
          <p:cNvSpPr/>
          <p:nvPr/>
        </p:nvSpPr>
        <p:spPr>
          <a:xfrm>
            <a:off x="8538991" y="6190488"/>
            <a:ext cx="54864" cy="54864"/>
          </a:xfrm>
          <a:prstGeom prst="ellipse">
            <a:avLst/>
          </a:prstGeom>
          <a:solidFill>
            <a:srgbClr val="7F95A3"/>
          </a:solidFill>
          <a:ln/>
        </p:spPr>
      </p:sp>
      <p:sp>
        <p:nvSpPr>
          <p:cNvPr id="40" name="Shape 37"/>
          <p:cNvSpPr/>
          <p:nvPr/>
        </p:nvSpPr>
        <p:spPr>
          <a:xfrm>
            <a:off x="8625372" y="6190488"/>
            <a:ext cx="54864" cy="54864"/>
          </a:xfrm>
          <a:prstGeom prst="ellipse">
            <a:avLst/>
          </a:prstGeom>
          <a:solidFill>
            <a:srgbClr val="7F95A3"/>
          </a:solidFill>
          <a:ln/>
        </p:spPr>
      </p:sp>
      <p:sp>
        <p:nvSpPr>
          <p:cNvPr id="41" name="Shape 38"/>
          <p:cNvSpPr/>
          <p:nvPr/>
        </p:nvSpPr>
        <p:spPr>
          <a:xfrm>
            <a:off x="8711753" y="6190488"/>
            <a:ext cx="54864" cy="54864"/>
          </a:xfrm>
          <a:prstGeom prst="ellipse">
            <a:avLst/>
          </a:prstGeom>
          <a:solidFill>
            <a:srgbClr val="7F95A3"/>
          </a:solidFill>
          <a:ln/>
        </p:spPr>
      </p:sp>
      <p:sp>
        <p:nvSpPr>
          <p:cNvPr id="42" name="Shape 39"/>
          <p:cNvSpPr/>
          <p:nvPr/>
        </p:nvSpPr>
        <p:spPr>
          <a:xfrm>
            <a:off x="8798133" y="6190488"/>
            <a:ext cx="54864" cy="54864"/>
          </a:xfrm>
          <a:prstGeom prst="ellipse">
            <a:avLst/>
          </a:prstGeom>
          <a:solidFill>
            <a:srgbClr val="7F95A3"/>
          </a:solidFill>
          <a:ln/>
        </p:spPr>
      </p:sp>
      <p:sp>
        <p:nvSpPr>
          <p:cNvPr id="43" name="Shape 40"/>
          <p:cNvSpPr/>
          <p:nvPr/>
        </p:nvSpPr>
        <p:spPr>
          <a:xfrm>
            <a:off x="8884514" y="6190488"/>
            <a:ext cx="54864" cy="54864"/>
          </a:xfrm>
          <a:prstGeom prst="ellipse">
            <a:avLst/>
          </a:prstGeom>
          <a:solidFill>
            <a:srgbClr val="7F95A3"/>
          </a:solidFill>
          <a:ln/>
        </p:spPr>
      </p:sp>
      <p:sp>
        <p:nvSpPr>
          <p:cNvPr id="44" name="Shape 41"/>
          <p:cNvSpPr/>
          <p:nvPr/>
        </p:nvSpPr>
        <p:spPr>
          <a:xfrm>
            <a:off x="8970895" y="6190488"/>
            <a:ext cx="54864" cy="54864"/>
          </a:xfrm>
          <a:prstGeom prst="ellipse">
            <a:avLst/>
          </a:prstGeom>
          <a:solidFill>
            <a:srgbClr val="7F95A3"/>
          </a:solidFill>
          <a:ln/>
        </p:spPr>
      </p:sp>
      <p:sp>
        <p:nvSpPr>
          <p:cNvPr id="45" name="Shape 42"/>
          <p:cNvSpPr/>
          <p:nvPr/>
        </p:nvSpPr>
        <p:spPr>
          <a:xfrm>
            <a:off x="9057275" y="6190488"/>
            <a:ext cx="54864" cy="54864"/>
          </a:xfrm>
          <a:prstGeom prst="ellipse">
            <a:avLst/>
          </a:prstGeom>
          <a:solidFill>
            <a:srgbClr val="7F95A3"/>
          </a:solidFill>
          <a:ln/>
        </p:spPr>
      </p:sp>
      <p:sp>
        <p:nvSpPr>
          <p:cNvPr id="46" name="Shape 43"/>
          <p:cNvSpPr/>
          <p:nvPr/>
        </p:nvSpPr>
        <p:spPr>
          <a:xfrm>
            <a:off x="9143656" y="6190488"/>
            <a:ext cx="54864" cy="54864"/>
          </a:xfrm>
          <a:prstGeom prst="ellipse">
            <a:avLst/>
          </a:prstGeom>
          <a:solidFill>
            <a:srgbClr val="7F95A3"/>
          </a:solidFill>
          <a:ln/>
        </p:spPr>
      </p:sp>
      <p:sp>
        <p:nvSpPr>
          <p:cNvPr id="47" name="Shape 44"/>
          <p:cNvSpPr/>
          <p:nvPr/>
        </p:nvSpPr>
        <p:spPr>
          <a:xfrm>
            <a:off x="9230036" y="6190488"/>
            <a:ext cx="54864" cy="54864"/>
          </a:xfrm>
          <a:prstGeom prst="ellipse">
            <a:avLst/>
          </a:prstGeom>
          <a:solidFill>
            <a:srgbClr val="7F95A3"/>
          </a:solidFill>
          <a:ln/>
        </p:spPr>
      </p:sp>
      <p:sp>
        <p:nvSpPr>
          <p:cNvPr id="48" name="Shape 45"/>
          <p:cNvSpPr/>
          <p:nvPr/>
        </p:nvSpPr>
        <p:spPr>
          <a:xfrm>
            <a:off x="9316417" y="6190488"/>
            <a:ext cx="54864" cy="54864"/>
          </a:xfrm>
          <a:prstGeom prst="ellipse">
            <a:avLst/>
          </a:prstGeom>
          <a:solidFill>
            <a:srgbClr val="7F95A3"/>
          </a:solidFill>
          <a:ln/>
        </p:spPr>
      </p:sp>
      <p:sp>
        <p:nvSpPr>
          <p:cNvPr id="49" name="Shape 46"/>
          <p:cNvSpPr/>
          <p:nvPr/>
        </p:nvSpPr>
        <p:spPr>
          <a:xfrm>
            <a:off x="9402798" y="6190488"/>
            <a:ext cx="54864" cy="54864"/>
          </a:xfrm>
          <a:prstGeom prst="ellipse">
            <a:avLst/>
          </a:prstGeom>
          <a:solidFill>
            <a:srgbClr val="7F95A3"/>
          </a:solidFill>
          <a:ln/>
        </p:spPr>
      </p:sp>
      <p:sp>
        <p:nvSpPr>
          <p:cNvPr id="50" name="Shape 47"/>
          <p:cNvSpPr/>
          <p:nvPr/>
        </p:nvSpPr>
        <p:spPr>
          <a:xfrm>
            <a:off x="9489178" y="6190488"/>
            <a:ext cx="54864" cy="54864"/>
          </a:xfrm>
          <a:prstGeom prst="ellipse">
            <a:avLst/>
          </a:prstGeom>
          <a:solidFill>
            <a:srgbClr val="7F95A3"/>
          </a:solidFill>
          <a:ln/>
        </p:spPr>
      </p:sp>
      <p:sp>
        <p:nvSpPr>
          <p:cNvPr id="51" name="Shape 48"/>
          <p:cNvSpPr/>
          <p:nvPr/>
        </p:nvSpPr>
        <p:spPr>
          <a:xfrm>
            <a:off x="9575559" y="6190488"/>
            <a:ext cx="54864" cy="54864"/>
          </a:xfrm>
          <a:prstGeom prst="ellipse">
            <a:avLst/>
          </a:prstGeom>
          <a:solidFill>
            <a:srgbClr val="7F95A3"/>
          </a:solidFill>
          <a:ln/>
        </p:spPr>
      </p:sp>
      <p:sp>
        <p:nvSpPr>
          <p:cNvPr id="52" name="Shape 49"/>
          <p:cNvSpPr/>
          <p:nvPr/>
        </p:nvSpPr>
        <p:spPr>
          <a:xfrm>
            <a:off x="9661940" y="6190488"/>
            <a:ext cx="54864" cy="54864"/>
          </a:xfrm>
          <a:prstGeom prst="ellipse">
            <a:avLst/>
          </a:prstGeom>
          <a:solidFill>
            <a:srgbClr val="7F95A3"/>
          </a:solidFill>
          <a:ln/>
        </p:spPr>
      </p:sp>
      <p:sp>
        <p:nvSpPr>
          <p:cNvPr id="53" name="Shape 50"/>
          <p:cNvSpPr/>
          <p:nvPr/>
        </p:nvSpPr>
        <p:spPr>
          <a:xfrm>
            <a:off x="9748320" y="6190488"/>
            <a:ext cx="54864" cy="54864"/>
          </a:xfrm>
          <a:prstGeom prst="ellipse">
            <a:avLst/>
          </a:prstGeom>
          <a:solidFill>
            <a:srgbClr val="7F95A3"/>
          </a:solidFill>
          <a:ln/>
        </p:spPr>
      </p:sp>
      <p:sp>
        <p:nvSpPr>
          <p:cNvPr id="54" name="Shape 51"/>
          <p:cNvSpPr/>
          <p:nvPr/>
        </p:nvSpPr>
        <p:spPr>
          <a:xfrm>
            <a:off x="9834701" y="6190488"/>
            <a:ext cx="54864" cy="54864"/>
          </a:xfrm>
          <a:prstGeom prst="ellipse">
            <a:avLst/>
          </a:prstGeom>
          <a:solidFill>
            <a:srgbClr val="7F95A3"/>
          </a:solidFill>
          <a:ln/>
        </p:spPr>
      </p:sp>
      <p:sp>
        <p:nvSpPr>
          <p:cNvPr id="55" name="Shape 52"/>
          <p:cNvSpPr/>
          <p:nvPr/>
        </p:nvSpPr>
        <p:spPr>
          <a:xfrm>
            <a:off x="9921082" y="6190488"/>
            <a:ext cx="54864" cy="54864"/>
          </a:xfrm>
          <a:prstGeom prst="ellipse">
            <a:avLst/>
          </a:prstGeom>
          <a:solidFill>
            <a:srgbClr val="7F95A3"/>
          </a:solidFill>
          <a:ln/>
        </p:spPr>
      </p:sp>
      <p:sp>
        <p:nvSpPr>
          <p:cNvPr id="56" name="Shape 53"/>
          <p:cNvSpPr/>
          <p:nvPr/>
        </p:nvSpPr>
        <p:spPr>
          <a:xfrm>
            <a:off x="10007462" y="6190488"/>
            <a:ext cx="54864" cy="54864"/>
          </a:xfrm>
          <a:prstGeom prst="ellipse">
            <a:avLst/>
          </a:prstGeom>
          <a:solidFill>
            <a:srgbClr val="7F95A3"/>
          </a:solidFill>
          <a:ln/>
        </p:spPr>
      </p:sp>
      <p:sp>
        <p:nvSpPr>
          <p:cNvPr id="57" name="Shape 54"/>
          <p:cNvSpPr/>
          <p:nvPr/>
        </p:nvSpPr>
        <p:spPr>
          <a:xfrm>
            <a:off x="10093843" y="6190488"/>
            <a:ext cx="54864" cy="54864"/>
          </a:xfrm>
          <a:prstGeom prst="ellipse">
            <a:avLst/>
          </a:prstGeom>
          <a:solidFill>
            <a:srgbClr val="7F95A3"/>
          </a:solidFill>
          <a:ln/>
        </p:spPr>
      </p:sp>
      <p:sp>
        <p:nvSpPr>
          <p:cNvPr id="58" name="Shape 55"/>
          <p:cNvSpPr/>
          <p:nvPr/>
        </p:nvSpPr>
        <p:spPr>
          <a:xfrm>
            <a:off x="10180224" y="6190488"/>
            <a:ext cx="54864" cy="54864"/>
          </a:xfrm>
          <a:prstGeom prst="ellipse">
            <a:avLst/>
          </a:prstGeom>
          <a:solidFill>
            <a:srgbClr val="7F95A3"/>
          </a:solidFill>
          <a:ln/>
        </p:spPr>
      </p:sp>
      <p:sp>
        <p:nvSpPr>
          <p:cNvPr id="59" name="Shape 56"/>
          <p:cNvSpPr/>
          <p:nvPr/>
        </p:nvSpPr>
        <p:spPr>
          <a:xfrm>
            <a:off x="10266604" y="6190488"/>
            <a:ext cx="54864" cy="54864"/>
          </a:xfrm>
          <a:prstGeom prst="ellipse">
            <a:avLst/>
          </a:prstGeom>
          <a:solidFill>
            <a:srgbClr val="7F95A3"/>
          </a:solidFill>
          <a:ln/>
        </p:spPr>
      </p:sp>
      <p:sp>
        <p:nvSpPr>
          <p:cNvPr id="60" name="Shape 57"/>
          <p:cNvSpPr/>
          <p:nvPr/>
        </p:nvSpPr>
        <p:spPr>
          <a:xfrm>
            <a:off x="10302693" y="6140196"/>
            <a:ext cx="155448" cy="155448"/>
          </a:xfrm>
          <a:prstGeom prst="ellipse">
            <a:avLst/>
          </a:prstGeom>
          <a:solidFill>
            <a:srgbClr val="2F6B73"/>
          </a:solidFill>
          <a:ln/>
        </p:spPr>
      </p:sp>
      <p:sp>
        <p:nvSpPr>
          <p:cNvPr id="61" name="Shape 58"/>
          <p:cNvSpPr/>
          <p:nvPr/>
        </p:nvSpPr>
        <p:spPr>
          <a:xfrm>
            <a:off x="10439366" y="6190488"/>
            <a:ext cx="54864" cy="54864"/>
          </a:xfrm>
          <a:prstGeom prst="ellipse">
            <a:avLst/>
          </a:prstGeom>
          <a:solidFill>
            <a:srgbClr val="CFD9DF"/>
          </a:solidFill>
          <a:ln/>
        </p:spPr>
      </p:sp>
      <p:sp>
        <p:nvSpPr>
          <p:cNvPr id="62" name="Shape 59"/>
          <p:cNvSpPr/>
          <p:nvPr/>
        </p:nvSpPr>
        <p:spPr>
          <a:xfrm>
            <a:off x="10525746" y="6190488"/>
            <a:ext cx="54864" cy="54864"/>
          </a:xfrm>
          <a:prstGeom prst="ellipse">
            <a:avLst/>
          </a:prstGeom>
          <a:solidFill>
            <a:srgbClr val="CFD9DF"/>
          </a:solidFill>
          <a:ln/>
        </p:spPr>
      </p:sp>
      <p:sp>
        <p:nvSpPr>
          <p:cNvPr id="63" name="Shape 60"/>
          <p:cNvSpPr/>
          <p:nvPr/>
        </p:nvSpPr>
        <p:spPr>
          <a:xfrm>
            <a:off x="10612127" y="6190488"/>
            <a:ext cx="54864" cy="54864"/>
          </a:xfrm>
          <a:prstGeom prst="ellipse">
            <a:avLst/>
          </a:prstGeom>
          <a:solidFill>
            <a:srgbClr val="CFD9DF"/>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pic>
        <p:nvPicPr>
          <p:cNvPr id="2" name="Step 49 image" descr="Step 49: Soften where sand meets water">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09928" cy="292608"/>
          </a:xfrm>
          <a:prstGeom prst="roundRect">
            <a:avLst>
              <a:gd name="adj" fmla="val 31250"/>
            </a:avLst>
          </a:prstGeom>
          <a:solidFill>
            <a:srgbClr val="2F6B73"/>
          </a:solidFill>
          <a:ln/>
        </p:spPr>
        <p:txBody>
          <a:bodyPr wrap="square" lIns="0" tIns="0" rIns="0" bIns="0" rtlCol="0" anchor="ctr"/>
          <a:lstStyle/>
          <a:p>
            <a:pPr algn="ctr" indent="0" marL="0">
              <a:buNone/>
            </a:pPr>
            <a:r>
              <a:rPr lang="en-US" sz="1100" b="1" dirty="0">
                <a:solidFill>
                  <a:srgbClr val="FFFFFF"/>
                </a:solidFill>
              </a:rPr>
              <a:t>STAGE 9 · BLEND</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49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Soften where sand meets water</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Blend the lower edge of the sea into the sand a little more.</a:t>
            </a:r>
            <a:endParaRPr lang="en-US" sz="1500" dirty="0"/>
          </a:p>
          <a:p>
            <a:pPr marL="203200" indent="-203200">
              <a:spcAft>
                <a:spcPts val="600"/>
              </a:spcAft>
              <a:buSzPct val="100000"/>
              <a:buChar char="•"/>
            </a:pPr>
            <a:r>
              <a:rPr lang="en-US" sz="1500" dirty="0">
                <a:solidFill>
                  <a:schemeClr val="tx1"/>
                </a:solidFill>
              </a:rPr>
              <a:t>Keep a soft, wavy edge rather than a ruled line.</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A soft shoreline looks natural. A hard line looks painted on.</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hthalo blue"/>
          <p:cNvSpPr/>
          <p:nvPr/>
        </p:nvSpPr>
        <p:spPr>
          <a:xfrm>
            <a:off x="6277336" y="5532120"/>
            <a:ext cx="329184" cy="329184"/>
          </a:xfrm>
          <a:prstGeom prst="ellipse">
            <a:avLst/>
          </a:prstGeom>
          <a:solidFill>
            <a:srgbClr val="67A6CC"/>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Phthalo blue</a:t>
            </a:r>
            <a:endParaRPr lang="en-US" sz="1100" dirty="0"/>
          </a:p>
          <a:p>
            <a:pPr indent="0" marL="0">
              <a:buNone/>
            </a:pPr>
            <a:r>
              <a:rPr lang="en-US" sz="1000" dirty="0">
                <a:solidFill>
                  <a:srgbClr val="4A5058"/>
                </a:solidFill>
              </a:rPr>
              <a:t>#67A6CC</a:t>
            </a:r>
            <a:endParaRPr lang="en-US" sz="1100" dirty="0"/>
          </a:p>
        </p:txBody>
      </p:sp>
      <p:sp>
        <p:nvSpPr>
          <p:cNvPr id="13" name="Swatch Raw sienna"/>
          <p:cNvSpPr/>
          <p:nvPr/>
        </p:nvSpPr>
        <p:spPr>
          <a:xfrm>
            <a:off x="8004949" y="5532120"/>
            <a:ext cx="329184" cy="329184"/>
          </a:xfrm>
          <a:prstGeom prst="ellipse">
            <a:avLst/>
          </a:prstGeom>
          <a:solidFill>
            <a:srgbClr val="D7B47C"/>
          </a:solidFill>
          <a:ln w="9525">
            <a:solidFill>
              <a:srgbClr val="C9D3D9"/>
            </a:solidFill>
            <a:prstDash val="solid"/>
          </a:ln>
        </p:spPr>
      </p:sp>
      <p:sp>
        <p:nvSpPr>
          <p:cNvPr id="14" name="Text 11"/>
          <p:cNvSpPr txBox="1"/>
          <p:nvPr/>
        </p:nvSpPr>
        <p:spPr>
          <a:xfrm>
            <a:off x="8416429"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Raw sienna</a:t>
            </a:r>
            <a:endParaRPr lang="en-US" sz="1100" dirty="0"/>
          </a:p>
          <a:p>
            <a:pPr indent="0" marL="0">
              <a:buNone/>
            </a:pPr>
            <a:r>
              <a:rPr lang="en-US" sz="1000" dirty="0">
                <a:solidFill>
                  <a:srgbClr val="4A5058"/>
                </a:solidFill>
              </a:rPr>
              <a:t>#D7B47C</a:t>
            </a:r>
            <a:endParaRPr lang="en-US" sz="1100" dirty="0"/>
          </a:p>
        </p:txBody>
      </p:sp>
      <p:sp>
        <p:nvSpPr>
          <p:cNvPr id="15" name="Shape 12"/>
          <p:cNvSpPr/>
          <p:nvPr/>
        </p:nvSpPr>
        <p:spPr>
          <a:xfrm>
            <a:off x="6293094" y="6190488"/>
            <a:ext cx="54864" cy="54864"/>
          </a:xfrm>
          <a:prstGeom prst="ellipse">
            <a:avLst/>
          </a:prstGeom>
          <a:solidFill>
            <a:srgbClr val="7F95A3"/>
          </a:solidFill>
          <a:ln/>
        </p:spPr>
      </p:sp>
      <p:sp>
        <p:nvSpPr>
          <p:cNvPr id="16" name="Shape 13"/>
          <p:cNvSpPr/>
          <p:nvPr/>
        </p:nvSpPr>
        <p:spPr>
          <a:xfrm>
            <a:off x="6379475" y="6190488"/>
            <a:ext cx="54864" cy="54864"/>
          </a:xfrm>
          <a:prstGeom prst="ellipse">
            <a:avLst/>
          </a:prstGeom>
          <a:solidFill>
            <a:srgbClr val="7F95A3"/>
          </a:solidFill>
          <a:ln/>
        </p:spPr>
      </p:sp>
      <p:sp>
        <p:nvSpPr>
          <p:cNvPr id="17" name="Shape 14"/>
          <p:cNvSpPr/>
          <p:nvPr/>
        </p:nvSpPr>
        <p:spPr>
          <a:xfrm>
            <a:off x="6465855" y="6190488"/>
            <a:ext cx="54864" cy="54864"/>
          </a:xfrm>
          <a:prstGeom prst="ellipse">
            <a:avLst/>
          </a:prstGeom>
          <a:solidFill>
            <a:srgbClr val="7F95A3"/>
          </a:solidFill>
          <a:ln/>
        </p:spPr>
      </p:sp>
      <p:sp>
        <p:nvSpPr>
          <p:cNvPr id="18" name="Shape 15"/>
          <p:cNvSpPr/>
          <p:nvPr/>
        </p:nvSpPr>
        <p:spPr>
          <a:xfrm>
            <a:off x="6552236" y="6190488"/>
            <a:ext cx="54864" cy="54864"/>
          </a:xfrm>
          <a:prstGeom prst="ellipse">
            <a:avLst/>
          </a:prstGeom>
          <a:solidFill>
            <a:srgbClr val="7F95A3"/>
          </a:solidFill>
          <a:ln/>
        </p:spPr>
      </p:sp>
      <p:sp>
        <p:nvSpPr>
          <p:cNvPr id="19" name="Shape 16"/>
          <p:cNvSpPr/>
          <p:nvPr/>
        </p:nvSpPr>
        <p:spPr>
          <a:xfrm>
            <a:off x="6638617" y="6190488"/>
            <a:ext cx="54864" cy="54864"/>
          </a:xfrm>
          <a:prstGeom prst="ellipse">
            <a:avLst/>
          </a:prstGeom>
          <a:solidFill>
            <a:srgbClr val="7F95A3"/>
          </a:solidFill>
          <a:ln/>
        </p:spPr>
      </p:sp>
      <p:sp>
        <p:nvSpPr>
          <p:cNvPr id="20" name="Shape 17"/>
          <p:cNvSpPr/>
          <p:nvPr/>
        </p:nvSpPr>
        <p:spPr>
          <a:xfrm>
            <a:off x="6724997" y="6190488"/>
            <a:ext cx="54864" cy="54864"/>
          </a:xfrm>
          <a:prstGeom prst="ellipse">
            <a:avLst/>
          </a:prstGeom>
          <a:solidFill>
            <a:srgbClr val="7F95A3"/>
          </a:solidFill>
          <a:ln/>
        </p:spPr>
      </p:sp>
      <p:sp>
        <p:nvSpPr>
          <p:cNvPr id="21" name="Shape 18"/>
          <p:cNvSpPr/>
          <p:nvPr/>
        </p:nvSpPr>
        <p:spPr>
          <a:xfrm>
            <a:off x="6811378" y="6190488"/>
            <a:ext cx="54864" cy="54864"/>
          </a:xfrm>
          <a:prstGeom prst="ellipse">
            <a:avLst/>
          </a:prstGeom>
          <a:solidFill>
            <a:srgbClr val="7F95A3"/>
          </a:solidFill>
          <a:ln/>
        </p:spPr>
      </p:sp>
      <p:sp>
        <p:nvSpPr>
          <p:cNvPr id="22" name="Shape 19"/>
          <p:cNvSpPr/>
          <p:nvPr/>
        </p:nvSpPr>
        <p:spPr>
          <a:xfrm>
            <a:off x="6897759" y="6190488"/>
            <a:ext cx="54864" cy="54864"/>
          </a:xfrm>
          <a:prstGeom prst="ellipse">
            <a:avLst/>
          </a:prstGeom>
          <a:solidFill>
            <a:srgbClr val="7F95A3"/>
          </a:solidFill>
          <a:ln/>
        </p:spPr>
      </p:sp>
      <p:sp>
        <p:nvSpPr>
          <p:cNvPr id="23" name="Shape 20"/>
          <p:cNvSpPr/>
          <p:nvPr/>
        </p:nvSpPr>
        <p:spPr>
          <a:xfrm>
            <a:off x="6984139" y="6190488"/>
            <a:ext cx="54864" cy="54864"/>
          </a:xfrm>
          <a:prstGeom prst="ellipse">
            <a:avLst/>
          </a:prstGeom>
          <a:solidFill>
            <a:srgbClr val="7F95A3"/>
          </a:solidFill>
          <a:ln/>
        </p:spPr>
      </p:sp>
      <p:sp>
        <p:nvSpPr>
          <p:cNvPr id="24" name="Shape 21"/>
          <p:cNvSpPr/>
          <p:nvPr/>
        </p:nvSpPr>
        <p:spPr>
          <a:xfrm>
            <a:off x="7070520" y="6190488"/>
            <a:ext cx="54864" cy="54864"/>
          </a:xfrm>
          <a:prstGeom prst="ellipse">
            <a:avLst/>
          </a:prstGeom>
          <a:solidFill>
            <a:srgbClr val="7F95A3"/>
          </a:solidFill>
          <a:ln/>
        </p:spPr>
      </p:sp>
      <p:sp>
        <p:nvSpPr>
          <p:cNvPr id="25" name="Shape 22"/>
          <p:cNvSpPr/>
          <p:nvPr/>
        </p:nvSpPr>
        <p:spPr>
          <a:xfrm>
            <a:off x="7156901" y="6190488"/>
            <a:ext cx="54864" cy="54864"/>
          </a:xfrm>
          <a:prstGeom prst="ellipse">
            <a:avLst/>
          </a:prstGeom>
          <a:solidFill>
            <a:srgbClr val="7F95A3"/>
          </a:solidFill>
          <a:ln/>
        </p:spPr>
      </p:sp>
      <p:sp>
        <p:nvSpPr>
          <p:cNvPr id="26" name="Shape 23"/>
          <p:cNvSpPr/>
          <p:nvPr/>
        </p:nvSpPr>
        <p:spPr>
          <a:xfrm>
            <a:off x="7243281" y="6190488"/>
            <a:ext cx="54864" cy="54864"/>
          </a:xfrm>
          <a:prstGeom prst="ellipse">
            <a:avLst/>
          </a:prstGeom>
          <a:solidFill>
            <a:srgbClr val="7F95A3"/>
          </a:solidFill>
          <a:ln/>
        </p:spPr>
      </p:sp>
      <p:sp>
        <p:nvSpPr>
          <p:cNvPr id="27" name="Shape 24"/>
          <p:cNvSpPr/>
          <p:nvPr/>
        </p:nvSpPr>
        <p:spPr>
          <a:xfrm>
            <a:off x="7329662" y="6190488"/>
            <a:ext cx="54864" cy="54864"/>
          </a:xfrm>
          <a:prstGeom prst="ellipse">
            <a:avLst/>
          </a:prstGeom>
          <a:solidFill>
            <a:srgbClr val="7F95A3"/>
          </a:solidFill>
          <a:ln/>
        </p:spPr>
      </p:sp>
      <p:sp>
        <p:nvSpPr>
          <p:cNvPr id="28" name="Shape 25"/>
          <p:cNvSpPr/>
          <p:nvPr/>
        </p:nvSpPr>
        <p:spPr>
          <a:xfrm>
            <a:off x="7416043" y="6190488"/>
            <a:ext cx="54864" cy="54864"/>
          </a:xfrm>
          <a:prstGeom prst="ellipse">
            <a:avLst/>
          </a:prstGeom>
          <a:solidFill>
            <a:srgbClr val="7F95A3"/>
          </a:solidFill>
          <a:ln/>
        </p:spPr>
      </p:sp>
      <p:sp>
        <p:nvSpPr>
          <p:cNvPr id="29" name="Shape 26"/>
          <p:cNvSpPr/>
          <p:nvPr/>
        </p:nvSpPr>
        <p:spPr>
          <a:xfrm>
            <a:off x="7502423" y="6190488"/>
            <a:ext cx="54864" cy="54864"/>
          </a:xfrm>
          <a:prstGeom prst="ellipse">
            <a:avLst/>
          </a:prstGeom>
          <a:solidFill>
            <a:srgbClr val="7F95A3"/>
          </a:solidFill>
          <a:ln/>
        </p:spPr>
      </p:sp>
      <p:sp>
        <p:nvSpPr>
          <p:cNvPr id="30" name="Shape 27"/>
          <p:cNvSpPr/>
          <p:nvPr/>
        </p:nvSpPr>
        <p:spPr>
          <a:xfrm>
            <a:off x="7588804" y="6190488"/>
            <a:ext cx="54864" cy="54864"/>
          </a:xfrm>
          <a:prstGeom prst="ellipse">
            <a:avLst/>
          </a:prstGeom>
          <a:solidFill>
            <a:srgbClr val="7F95A3"/>
          </a:solidFill>
          <a:ln/>
        </p:spPr>
      </p:sp>
      <p:sp>
        <p:nvSpPr>
          <p:cNvPr id="31" name="Shape 28"/>
          <p:cNvSpPr/>
          <p:nvPr/>
        </p:nvSpPr>
        <p:spPr>
          <a:xfrm>
            <a:off x="7675185" y="6190488"/>
            <a:ext cx="54864" cy="54864"/>
          </a:xfrm>
          <a:prstGeom prst="ellipse">
            <a:avLst/>
          </a:prstGeom>
          <a:solidFill>
            <a:srgbClr val="7F95A3"/>
          </a:solidFill>
          <a:ln/>
        </p:spPr>
      </p:sp>
      <p:sp>
        <p:nvSpPr>
          <p:cNvPr id="32" name="Shape 29"/>
          <p:cNvSpPr/>
          <p:nvPr/>
        </p:nvSpPr>
        <p:spPr>
          <a:xfrm>
            <a:off x="7761565" y="6190488"/>
            <a:ext cx="54864" cy="54864"/>
          </a:xfrm>
          <a:prstGeom prst="ellipse">
            <a:avLst/>
          </a:prstGeom>
          <a:solidFill>
            <a:srgbClr val="7F95A3"/>
          </a:solidFill>
          <a:ln/>
        </p:spPr>
      </p:sp>
      <p:sp>
        <p:nvSpPr>
          <p:cNvPr id="33" name="Shape 30"/>
          <p:cNvSpPr/>
          <p:nvPr/>
        </p:nvSpPr>
        <p:spPr>
          <a:xfrm>
            <a:off x="7847946" y="6190488"/>
            <a:ext cx="54864" cy="54864"/>
          </a:xfrm>
          <a:prstGeom prst="ellipse">
            <a:avLst/>
          </a:prstGeom>
          <a:solidFill>
            <a:srgbClr val="7F95A3"/>
          </a:solidFill>
          <a:ln/>
        </p:spPr>
      </p:sp>
      <p:sp>
        <p:nvSpPr>
          <p:cNvPr id="34" name="Shape 31"/>
          <p:cNvSpPr/>
          <p:nvPr/>
        </p:nvSpPr>
        <p:spPr>
          <a:xfrm>
            <a:off x="7934327" y="6190488"/>
            <a:ext cx="54864" cy="54864"/>
          </a:xfrm>
          <a:prstGeom prst="ellipse">
            <a:avLst/>
          </a:prstGeom>
          <a:solidFill>
            <a:srgbClr val="7F95A3"/>
          </a:solidFill>
          <a:ln/>
        </p:spPr>
      </p:sp>
      <p:sp>
        <p:nvSpPr>
          <p:cNvPr id="35" name="Shape 32"/>
          <p:cNvSpPr/>
          <p:nvPr/>
        </p:nvSpPr>
        <p:spPr>
          <a:xfrm>
            <a:off x="8020707" y="6190488"/>
            <a:ext cx="54864" cy="54864"/>
          </a:xfrm>
          <a:prstGeom prst="ellipse">
            <a:avLst/>
          </a:prstGeom>
          <a:solidFill>
            <a:srgbClr val="7F95A3"/>
          </a:solidFill>
          <a:ln/>
        </p:spPr>
      </p:sp>
      <p:sp>
        <p:nvSpPr>
          <p:cNvPr id="36" name="Shape 33"/>
          <p:cNvSpPr/>
          <p:nvPr/>
        </p:nvSpPr>
        <p:spPr>
          <a:xfrm>
            <a:off x="8107088" y="6190488"/>
            <a:ext cx="54864" cy="54864"/>
          </a:xfrm>
          <a:prstGeom prst="ellipse">
            <a:avLst/>
          </a:prstGeom>
          <a:solidFill>
            <a:srgbClr val="7F95A3"/>
          </a:solidFill>
          <a:ln/>
        </p:spPr>
      </p:sp>
      <p:sp>
        <p:nvSpPr>
          <p:cNvPr id="37" name="Shape 34"/>
          <p:cNvSpPr/>
          <p:nvPr/>
        </p:nvSpPr>
        <p:spPr>
          <a:xfrm>
            <a:off x="8193469" y="6190488"/>
            <a:ext cx="54864" cy="54864"/>
          </a:xfrm>
          <a:prstGeom prst="ellipse">
            <a:avLst/>
          </a:prstGeom>
          <a:solidFill>
            <a:srgbClr val="7F95A3"/>
          </a:solidFill>
          <a:ln/>
        </p:spPr>
      </p:sp>
      <p:sp>
        <p:nvSpPr>
          <p:cNvPr id="38" name="Shape 35"/>
          <p:cNvSpPr/>
          <p:nvPr/>
        </p:nvSpPr>
        <p:spPr>
          <a:xfrm>
            <a:off x="8279849" y="6190488"/>
            <a:ext cx="54864" cy="54864"/>
          </a:xfrm>
          <a:prstGeom prst="ellipse">
            <a:avLst/>
          </a:prstGeom>
          <a:solidFill>
            <a:srgbClr val="7F95A3"/>
          </a:solidFill>
          <a:ln/>
        </p:spPr>
      </p:sp>
      <p:sp>
        <p:nvSpPr>
          <p:cNvPr id="39" name="Shape 36"/>
          <p:cNvSpPr/>
          <p:nvPr/>
        </p:nvSpPr>
        <p:spPr>
          <a:xfrm>
            <a:off x="8366230" y="6190488"/>
            <a:ext cx="54864" cy="54864"/>
          </a:xfrm>
          <a:prstGeom prst="ellipse">
            <a:avLst/>
          </a:prstGeom>
          <a:solidFill>
            <a:srgbClr val="7F95A3"/>
          </a:solidFill>
          <a:ln/>
        </p:spPr>
      </p:sp>
      <p:sp>
        <p:nvSpPr>
          <p:cNvPr id="40" name="Shape 37"/>
          <p:cNvSpPr/>
          <p:nvPr/>
        </p:nvSpPr>
        <p:spPr>
          <a:xfrm>
            <a:off x="8452611" y="6190488"/>
            <a:ext cx="54864" cy="54864"/>
          </a:xfrm>
          <a:prstGeom prst="ellipse">
            <a:avLst/>
          </a:prstGeom>
          <a:solidFill>
            <a:srgbClr val="7F95A3"/>
          </a:solidFill>
          <a:ln/>
        </p:spPr>
      </p:sp>
      <p:sp>
        <p:nvSpPr>
          <p:cNvPr id="41" name="Shape 38"/>
          <p:cNvSpPr/>
          <p:nvPr/>
        </p:nvSpPr>
        <p:spPr>
          <a:xfrm>
            <a:off x="8538991" y="6190488"/>
            <a:ext cx="54864" cy="54864"/>
          </a:xfrm>
          <a:prstGeom prst="ellipse">
            <a:avLst/>
          </a:prstGeom>
          <a:solidFill>
            <a:srgbClr val="7F95A3"/>
          </a:solidFill>
          <a:ln/>
        </p:spPr>
      </p:sp>
      <p:sp>
        <p:nvSpPr>
          <p:cNvPr id="42" name="Shape 39"/>
          <p:cNvSpPr/>
          <p:nvPr/>
        </p:nvSpPr>
        <p:spPr>
          <a:xfrm>
            <a:off x="8625372" y="6190488"/>
            <a:ext cx="54864" cy="54864"/>
          </a:xfrm>
          <a:prstGeom prst="ellipse">
            <a:avLst/>
          </a:prstGeom>
          <a:solidFill>
            <a:srgbClr val="7F95A3"/>
          </a:solidFill>
          <a:ln/>
        </p:spPr>
      </p:sp>
      <p:sp>
        <p:nvSpPr>
          <p:cNvPr id="43" name="Shape 40"/>
          <p:cNvSpPr/>
          <p:nvPr/>
        </p:nvSpPr>
        <p:spPr>
          <a:xfrm>
            <a:off x="8711753" y="6190488"/>
            <a:ext cx="54864" cy="54864"/>
          </a:xfrm>
          <a:prstGeom prst="ellipse">
            <a:avLst/>
          </a:prstGeom>
          <a:solidFill>
            <a:srgbClr val="7F95A3"/>
          </a:solidFill>
          <a:ln/>
        </p:spPr>
      </p:sp>
      <p:sp>
        <p:nvSpPr>
          <p:cNvPr id="44" name="Shape 41"/>
          <p:cNvSpPr/>
          <p:nvPr/>
        </p:nvSpPr>
        <p:spPr>
          <a:xfrm>
            <a:off x="8798133" y="6190488"/>
            <a:ext cx="54864" cy="54864"/>
          </a:xfrm>
          <a:prstGeom prst="ellipse">
            <a:avLst/>
          </a:prstGeom>
          <a:solidFill>
            <a:srgbClr val="7F95A3"/>
          </a:solidFill>
          <a:ln/>
        </p:spPr>
      </p:sp>
      <p:sp>
        <p:nvSpPr>
          <p:cNvPr id="45" name="Shape 42"/>
          <p:cNvSpPr/>
          <p:nvPr/>
        </p:nvSpPr>
        <p:spPr>
          <a:xfrm>
            <a:off x="8884514" y="6190488"/>
            <a:ext cx="54864" cy="54864"/>
          </a:xfrm>
          <a:prstGeom prst="ellipse">
            <a:avLst/>
          </a:prstGeom>
          <a:solidFill>
            <a:srgbClr val="7F95A3"/>
          </a:solidFill>
          <a:ln/>
        </p:spPr>
      </p:sp>
      <p:sp>
        <p:nvSpPr>
          <p:cNvPr id="46" name="Shape 43"/>
          <p:cNvSpPr/>
          <p:nvPr/>
        </p:nvSpPr>
        <p:spPr>
          <a:xfrm>
            <a:off x="8970895" y="6190488"/>
            <a:ext cx="54864" cy="54864"/>
          </a:xfrm>
          <a:prstGeom prst="ellipse">
            <a:avLst/>
          </a:prstGeom>
          <a:solidFill>
            <a:srgbClr val="7F95A3"/>
          </a:solidFill>
          <a:ln/>
        </p:spPr>
      </p:sp>
      <p:sp>
        <p:nvSpPr>
          <p:cNvPr id="47" name="Shape 44"/>
          <p:cNvSpPr/>
          <p:nvPr/>
        </p:nvSpPr>
        <p:spPr>
          <a:xfrm>
            <a:off x="9057275" y="6190488"/>
            <a:ext cx="54864" cy="54864"/>
          </a:xfrm>
          <a:prstGeom prst="ellipse">
            <a:avLst/>
          </a:prstGeom>
          <a:solidFill>
            <a:srgbClr val="7F95A3"/>
          </a:solidFill>
          <a:ln/>
        </p:spPr>
      </p:sp>
      <p:sp>
        <p:nvSpPr>
          <p:cNvPr id="48" name="Shape 45"/>
          <p:cNvSpPr/>
          <p:nvPr/>
        </p:nvSpPr>
        <p:spPr>
          <a:xfrm>
            <a:off x="9143656" y="6190488"/>
            <a:ext cx="54864" cy="54864"/>
          </a:xfrm>
          <a:prstGeom prst="ellipse">
            <a:avLst/>
          </a:prstGeom>
          <a:solidFill>
            <a:srgbClr val="7F95A3"/>
          </a:solidFill>
          <a:ln/>
        </p:spPr>
      </p:sp>
      <p:sp>
        <p:nvSpPr>
          <p:cNvPr id="49" name="Shape 46"/>
          <p:cNvSpPr/>
          <p:nvPr/>
        </p:nvSpPr>
        <p:spPr>
          <a:xfrm>
            <a:off x="9230036" y="6190488"/>
            <a:ext cx="54864" cy="54864"/>
          </a:xfrm>
          <a:prstGeom prst="ellipse">
            <a:avLst/>
          </a:prstGeom>
          <a:solidFill>
            <a:srgbClr val="7F95A3"/>
          </a:solidFill>
          <a:ln/>
        </p:spPr>
      </p:sp>
      <p:sp>
        <p:nvSpPr>
          <p:cNvPr id="50" name="Shape 47"/>
          <p:cNvSpPr/>
          <p:nvPr/>
        </p:nvSpPr>
        <p:spPr>
          <a:xfrm>
            <a:off x="9316417" y="6190488"/>
            <a:ext cx="54864" cy="54864"/>
          </a:xfrm>
          <a:prstGeom prst="ellipse">
            <a:avLst/>
          </a:prstGeom>
          <a:solidFill>
            <a:srgbClr val="7F95A3"/>
          </a:solidFill>
          <a:ln/>
        </p:spPr>
      </p:sp>
      <p:sp>
        <p:nvSpPr>
          <p:cNvPr id="51" name="Shape 48"/>
          <p:cNvSpPr/>
          <p:nvPr/>
        </p:nvSpPr>
        <p:spPr>
          <a:xfrm>
            <a:off x="9402798" y="6190488"/>
            <a:ext cx="54864" cy="54864"/>
          </a:xfrm>
          <a:prstGeom prst="ellipse">
            <a:avLst/>
          </a:prstGeom>
          <a:solidFill>
            <a:srgbClr val="7F95A3"/>
          </a:solidFill>
          <a:ln/>
        </p:spPr>
      </p:sp>
      <p:sp>
        <p:nvSpPr>
          <p:cNvPr id="52" name="Shape 49"/>
          <p:cNvSpPr/>
          <p:nvPr/>
        </p:nvSpPr>
        <p:spPr>
          <a:xfrm>
            <a:off x="9489178" y="6190488"/>
            <a:ext cx="54864" cy="54864"/>
          </a:xfrm>
          <a:prstGeom prst="ellipse">
            <a:avLst/>
          </a:prstGeom>
          <a:solidFill>
            <a:srgbClr val="7F95A3"/>
          </a:solidFill>
          <a:ln/>
        </p:spPr>
      </p:sp>
      <p:sp>
        <p:nvSpPr>
          <p:cNvPr id="53" name="Shape 50"/>
          <p:cNvSpPr/>
          <p:nvPr/>
        </p:nvSpPr>
        <p:spPr>
          <a:xfrm>
            <a:off x="9575559" y="6190488"/>
            <a:ext cx="54864" cy="54864"/>
          </a:xfrm>
          <a:prstGeom prst="ellipse">
            <a:avLst/>
          </a:prstGeom>
          <a:solidFill>
            <a:srgbClr val="7F95A3"/>
          </a:solidFill>
          <a:ln/>
        </p:spPr>
      </p:sp>
      <p:sp>
        <p:nvSpPr>
          <p:cNvPr id="54" name="Shape 51"/>
          <p:cNvSpPr/>
          <p:nvPr/>
        </p:nvSpPr>
        <p:spPr>
          <a:xfrm>
            <a:off x="9661940" y="6190488"/>
            <a:ext cx="54864" cy="54864"/>
          </a:xfrm>
          <a:prstGeom prst="ellipse">
            <a:avLst/>
          </a:prstGeom>
          <a:solidFill>
            <a:srgbClr val="7F95A3"/>
          </a:solidFill>
          <a:ln/>
        </p:spPr>
      </p:sp>
      <p:sp>
        <p:nvSpPr>
          <p:cNvPr id="55" name="Shape 52"/>
          <p:cNvSpPr/>
          <p:nvPr/>
        </p:nvSpPr>
        <p:spPr>
          <a:xfrm>
            <a:off x="9748320" y="6190488"/>
            <a:ext cx="54864" cy="54864"/>
          </a:xfrm>
          <a:prstGeom prst="ellipse">
            <a:avLst/>
          </a:prstGeom>
          <a:solidFill>
            <a:srgbClr val="7F95A3"/>
          </a:solidFill>
          <a:ln/>
        </p:spPr>
      </p:sp>
      <p:sp>
        <p:nvSpPr>
          <p:cNvPr id="56" name="Shape 53"/>
          <p:cNvSpPr/>
          <p:nvPr/>
        </p:nvSpPr>
        <p:spPr>
          <a:xfrm>
            <a:off x="9834701" y="6190488"/>
            <a:ext cx="54864" cy="54864"/>
          </a:xfrm>
          <a:prstGeom prst="ellipse">
            <a:avLst/>
          </a:prstGeom>
          <a:solidFill>
            <a:srgbClr val="7F95A3"/>
          </a:solidFill>
          <a:ln/>
        </p:spPr>
      </p:sp>
      <p:sp>
        <p:nvSpPr>
          <p:cNvPr id="57" name="Shape 54"/>
          <p:cNvSpPr/>
          <p:nvPr/>
        </p:nvSpPr>
        <p:spPr>
          <a:xfrm>
            <a:off x="9921082" y="6190488"/>
            <a:ext cx="54864" cy="54864"/>
          </a:xfrm>
          <a:prstGeom prst="ellipse">
            <a:avLst/>
          </a:prstGeom>
          <a:solidFill>
            <a:srgbClr val="7F95A3"/>
          </a:solidFill>
          <a:ln/>
        </p:spPr>
      </p:sp>
      <p:sp>
        <p:nvSpPr>
          <p:cNvPr id="58" name="Shape 55"/>
          <p:cNvSpPr/>
          <p:nvPr/>
        </p:nvSpPr>
        <p:spPr>
          <a:xfrm>
            <a:off x="10007462" y="6190488"/>
            <a:ext cx="54864" cy="54864"/>
          </a:xfrm>
          <a:prstGeom prst="ellipse">
            <a:avLst/>
          </a:prstGeom>
          <a:solidFill>
            <a:srgbClr val="7F95A3"/>
          </a:solidFill>
          <a:ln/>
        </p:spPr>
      </p:sp>
      <p:sp>
        <p:nvSpPr>
          <p:cNvPr id="59" name="Shape 56"/>
          <p:cNvSpPr/>
          <p:nvPr/>
        </p:nvSpPr>
        <p:spPr>
          <a:xfrm>
            <a:off x="10093843" y="6190488"/>
            <a:ext cx="54864" cy="54864"/>
          </a:xfrm>
          <a:prstGeom prst="ellipse">
            <a:avLst/>
          </a:prstGeom>
          <a:solidFill>
            <a:srgbClr val="7F95A3"/>
          </a:solidFill>
          <a:ln/>
        </p:spPr>
      </p:sp>
      <p:sp>
        <p:nvSpPr>
          <p:cNvPr id="60" name="Shape 57"/>
          <p:cNvSpPr/>
          <p:nvPr/>
        </p:nvSpPr>
        <p:spPr>
          <a:xfrm>
            <a:off x="10180224" y="6190488"/>
            <a:ext cx="54864" cy="54864"/>
          </a:xfrm>
          <a:prstGeom prst="ellipse">
            <a:avLst/>
          </a:prstGeom>
          <a:solidFill>
            <a:srgbClr val="7F95A3"/>
          </a:solidFill>
          <a:ln/>
        </p:spPr>
      </p:sp>
      <p:sp>
        <p:nvSpPr>
          <p:cNvPr id="61" name="Shape 58"/>
          <p:cNvSpPr/>
          <p:nvPr/>
        </p:nvSpPr>
        <p:spPr>
          <a:xfrm>
            <a:off x="10266604" y="6190488"/>
            <a:ext cx="54864" cy="54864"/>
          </a:xfrm>
          <a:prstGeom prst="ellipse">
            <a:avLst/>
          </a:prstGeom>
          <a:solidFill>
            <a:srgbClr val="7F95A3"/>
          </a:solidFill>
          <a:ln/>
        </p:spPr>
      </p:sp>
      <p:sp>
        <p:nvSpPr>
          <p:cNvPr id="62" name="Shape 59"/>
          <p:cNvSpPr/>
          <p:nvPr/>
        </p:nvSpPr>
        <p:spPr>
          <a:xfrm>
            <a:off x="10352985" y="6190488"/>
            <a:ext cx="54864" cy="54864"/>
          </a:xfrm>
          <a:prstGeom prst="ellipse">
            <a:avLst/>
          </a:prstGeom>
          <a:solidFill>
            <a:srgbClr val="7F95A3"/>
          </a:solidFill>
          <a:ln/>
        </p:spPr>
      </p:sp>
      <p:sp>
        <p:nvSpPr>
          <p:cNvPr id="63" name="Shape 60"/>
          <p:cNvSpPr/>
          <p:nvPr/>
        </p:nvSpPr>
        <p:spPr>
          <a:xfrm>
            <a:off x="10389074" y="6140196"/>
            <a:ext cx="155448" cy="155448"/>
          </a:xfrm>
          <a:prstGeom prst="ellipse">
            <a:avLst/>
          </a:prstGeom>
          <a:solidFill>
            <a:srgbClr val="2F6B73"/>
          </a:solidFill>
          <a:ln/>
        </p:spPr>
      </p:sp>
      <p:sp>
        <p:nvSpPr>
          <p:cNvPr id="64" name="Shape 61"/>
          <p:cNvSpPr/>
          <p:nvPr/>
        </p:nvSpPr>
        <p:spPr>
          <a:xfrm>
            <a:off x="10525746" y="6190488"/>
            <a:ext cx="54864" cy="54864"/>
          </a:xfrm>
          <a:prstGeom prst="ellipse">
            <a:avLst/>
          </a:prstGeom>
          <a:solidFill>
            <a:srgbClr val="CFD9DF"/>
          </a:solidFill>
          <a:ln/>
        </p:spPr>
      </p:sp>
      <p:sp>
        <p:nvSpPr>
          <p:cNvPr id="65" name="Shape 62"/>
          <p:cNvSpPr/>
          <p:nvPr/>
        </p:nvSpPr>
        <p:spPr>
          <a:xfrm>
            <a:off x="10612127" y="6190488"/>
            <a:ext cx="54864" cy="54864"/>
          </a:xfrm>
          <a:prstGeom prst="ellipse">
            <a:avLst/>
          </a:prstGeom>
          <a:solidFill>
            <a:srgbClr val="CFD9DF"/>
          </a:solidFill>
          <a:ln/>
        </p:spPr>
      </p:sp>
      <p:sp>
        <p:nvSpPr>
          <p:cNvPr id="66" name="Shape 63"/>
          <p:cNvSpPr/>
          <p:nvPr/>
        </p:nvSpPr>
        <p:spPr>
          <a:xfrm>
            <a:off x="10698508" y="6190488"/>
            <a:ext cx="54864" cy="54864"/>
          </a:xfrm>
          <a:prstGeom prst="ellipse">
            <a:avLst/>
          </a:prstGeom>
          <a:solidFill>
            <a:srgbClr val="CFD9DF"/>
          </a:solidFill>
          <a:ln/>
        </p:spPr>
      </p:sp>
      <p:sp>
        <p:nvSpPr>
          <p:cNvPr id="67" name="Shape 64"/>
          <p:cNvSpPr/>
          <p:nvPr/>
        </p:nvSpPr>
        <p:spPr>
          <a:xfrm>
            <a:off x="10784888" y="6190488"/>
            <a:ext cx="54864" cy="54864"/>
          </a:xfrm>
          <a:prstGeom prst="ellipse">
            <a:avLst/>
          </a:prstGeom>
          <a:solidFill>
            <a:srgbClr val="CFD9DF"/>
          </a:solidFill>
          <a:ln/>
        </p:spPr>
      </p:sp>
      <p:sp>
        <p:nvSpPr>
          <p:cNvPr id="68" name="Shape 65"/>
          <p:cNvSpPr/>
          <p:nvPr/>
        </p:nvSpPr>
        <p:spPr>
          <a:xfrm>
            <a:off x="10871269" y="6190488"/>
            <a:ext cx="54864" cy="54864"/>
          </a:xfrm>
          <a:prstGeom prst="ellipse">
            <a:avLst/>
          </a:prstGeom>
          <a:solidFill>
            <a:srgbClr val="CFD9DF"/>
          </a:solidFill>
          <a:ln/>
        </p:spPr>
      </p:sp>
      <p:sp>
        <p:nvSpPr>
          <p:cNvPr id="69" name="Shape 66"/>
          <p:cNvSpPr/>
          <p:nvPr/>
        </p:nvSpPr>
        <p:spPr>
          <a:xfrm>
            <a:off x="10957650" y="6190488"/>
            <a:ext cx="54864" cy="54864"/>
          </a:xfrm>
          <a:prstGeom prst="ellipse">
            <a:avLst/>
          </a:prstGeom>
          <a:solidFill>
            <a:srgbClr val="CFD9DF"/>
          </a:solidFill>
          <a:ln/>
        </p:spPr>
      </p:sp>
      <p:sp>
        <p:nvSpPr>
          <p:cNvPr id="70" name="Shape 67"/>
          <p:cNvSpPr/>
          <p:nvPr/>
        </p:nvSpPr>
        <p:spPr>
          <a:xfrm>
            <a:off x="11044030" y="6190488"/>
            <a:ext cx="54864" cy="54864"/>
          </a:xfrm>
          <a:prstGeom prst="ellipse">
            <a:avLst/>
          </a:prstGeom>
          <a:solidFill>
            <a:srgbClr val="CFD9DF"/>
          </a:solidFill>
          <a:ln/>
        </p:spPr>
      </p:sp>
      <p:sp>
        <p:nvSpPr>
          <p:cNvPr id="71" name="Shape 68"/>
          <p:cNvSpPr/>
          <p:nvPr/>
        </p:nvSpPr>
        <p:spPr>
          <a:xfrm>
            <a:off x="11130411" y="6190488"/>
            <a:ext cx="54864" cy="54864"/>
          </a:xfrm>
          <a:prstGeom prst="ellipse">
            <a:avLst/>
          </a:prstGeom>
          <a:solidFill>
            <a:srgbClr val="CFD9DF"/>
          </a:solidFill>
          <a:ln/>
        </p:spPr>
      </p:sp>
      <p:sp>
        <p:nvSpPr>
          <p:cNvPr id="72" name="Shape 69"/>
          <p:cNvSpPr/>
          <p:nvPr/>
        </p:nvSpPr>
        <p:spPr>
          <a:xfrm>
            <a:off x="11216792" y="6190488"/>
            <a:ext cx="54864" cy="54864"/>
          </a:xfrm>
          <a:prstGeom prst="ellipse">
            <a:avLst/>
          </a:prstGeom>
          <a:solidFill>
            <a:srgbClr val="CFD9DF"/>
          </a:solidFill>
          <a:ln/>
        </p:spPr>
      </p:sp>
      <p:sp>
        <p:nvSpPr>
          <p:cNvPr id="73" name="Shape 70"/>
          <p:cNvSpPr/>
          <p:nvPr/>
        </p:nvSpPr>
        <p:spPr>
          <a:xfrm>
            <a:off x="11303172" y="6190488"/>
            <a:ext cx="54864" cy="54864"/>
          </a:xfrm>
          <a:prstGeom prst="ellipse">
            <a:avLst/>
          </a:prstGeom>
          <a:solidFill>
            <a:srgbClr val="CFD9DF"/>
          </a:solidFill>
          <a:ln/>
        </p:spPr>
      </p:sp>
      <p:sp>
        <p:nvSpPr>
          <p:cNvPr id="74" name="Shape 71"/>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pic>
        <p:nvPicPr>
          <p:cNvPr id="2" name="Step 50 image" descr="Step 50: Stop when it feels right">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09928" cy="292608"/>
          </a:xfrm>
          <a:prstGeom prst="roundRect">
            <a:avLst>
              <a:gd name="adj" fmla="val 31250"/>
            </a:avLst>
          </a:prstGeom>
          <a:solidFill>
            <a:srgbClr val="2F6B73"/>
          </a:solidFill>
          <a:ln/>
        </p:spPr>
        <p:txBody>
          <a:bodyPr wrap="square" lIns="0" tIns="0" rIns="0" bIns="0" rtlCol="0" anchor="ctr"/>
          <a:lstStyle/>
          <a:p>
            <a:pPr algn="ctr" indent="0" marL="0">
              <a:buNone/>
            </a:pPr>
            <a:r>
              <a:rPr lang="en-US" sz="1100" b="1" dirty="0">
                <a:solidFill>
                  <a:srgbClr val="FFFFFF"/>
                </a:solidFill>
              </a:rPr>
              <a:t>STAGE 9 · BLEND</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50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Stop when it feels right</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Look at the whole painting: sea smoother, beach slightly deeper at the bottom edge.</a:t>
            </a:r>
            <a:endParaRPr lang="en-US" sz="1500" dirty="0"/>
          </a:p>
          <a:p>
            <a:pPr marL="203200" indent="-203200">
              <a:spcAft>
                <a:spcPts val="600"/>
              </a:spcAft>
              <a:buSzPct val="100000"/>
              <a:buChar char="•"/>
            </a:pPr>
            <a:r>
              <a:rPr lang="en-US" sz="1500" dirty="0">
                <a:solidFill>
                  <a:schemeClr val="tx1"/>
                </a:solidFill>
              </a:rPr>
              <a:t>Let everything dry before you add the finishing details.</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Knowing when to stop is a skill. Put the brush down once the color feels balanced.</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Phthalo blue"/>
          <p:cNvSpPr/>
          <p:nvPr/>
        </p:nvSpPr>
        <p:spPr>
          <a:xfrm>
            <a:off x="6277336" y="5532120"/>
            <a:ext cx="329184" cy="329184"/>
          </a:xfrm>
          <a:prstGeom prst="ellipse">
            <a:avLst/>
          </a:prstGeom>
          <a:solidFill>
            <a:srgbClr val="67A6CC"/>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Phthalo blue</a:t>
            </a:r>
            <a:endParaRPr lang="en-US" sz="1100" dirty="0"/>
          </a:p>
          <a:p>
            <a:pPr indent="0" marL="0">
              <a:buNone/>
            </a:pPr>
            <a:r>
              <a:rPr lang="en-US" sz="1000" dirty="0">
                <a:solidFill>
                  <a:srgbClr val="4A5058"/>
                </a:solidFill>
              </a:rPr>
              <a:t>#67A6CC</a:t>
            </a:r>
            <a:endParaRPr lang="en-US" sz="1100" dirty="0"/>
          </a:p>
        </p:txBody>
      </p:sp>
      <p:sp>
        <p:nvSpPr>
          <p:cNvPr id="13" name="Swatch Raw sienna"/>
          <p:cNvSpPr/>
          <p:nvPr/>
        </p:nvSpPr>
        <p:spPr>
          <a:xfrm>
            <a:off x="8004949" y="5532120"/>
            <a:ext cx="329184" cy="329184"/>
          </a:xfrm>
          <a:prstGeom prst="ellipse">
            <a:avLst/>
          </a:prstGeom>
          <a:solidFill>
            <a:srgbClr val="D7B47C"/>
          </a:solidFill>
          <a:ln w="9525">
            <a:solidFill>
              <a:srgbClr val="C9D3D9"/>
            </a:solidFill>
            <a:prstDash val="solid"/>
          </a:ln>
        </p:spPr>
      </p:sp>
      <p:sp>
        <p:nvSpPr>
          <p:cNvPr id="14" name="Text 11"/>
          <p:cNvSpPr txBox="1"/>
          <p:nvPr/>
        </p:nvSpPr>
        <p:spPr>
          <a:xfrm>
            <a:off x="8416429"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Raw sienna</a:t>
            </a:r>
            <a:endParaRPr lang="en-US" sz="1100" dirty="0"/>
          </a:p>
          <a:p>
            <a:pPr indent="0" marL="0">
              <a:buNone/>
            </a:pPr>
            <a:r>
              <a:rPr lang="en-US" sz="1000" dirty="0">
                <a:solidFill>
                  <a:srgbClr val="4A5058"/>
                </a:solidFill>
              </a:rPr>
              <a:t>#D7B47C</a:t>
            </a:r>
            <a:endParaRPr lang="en-US" sz="1100" dirty="0"/>
          </a:p>
        </p:txBody>
      </p:sp>
      <p:sp>
        <p:nvSpPr>
          <p:cNvPr id="15" name="Shape 12"/>
          <p:cNvSpPr/>
          <p:nvPr/>
        </p:nvSpPr>
        <p:spPr>
          <a:xfrm>
            <a:off x="6293094" y="6190488"/>
            <a:ext cx="54864" cy="54864"/>
          </a:xfrm>
          <a:prstGeom prst="ellipse">
            <a:avLst/>
          </a:prstGeom>
          <a:solidFill>
            <a:srgbClr val="7F95A3"/>
          </a:solidFill>
          <a:ln/>
        </p:spPr>
      </p:sp>
      <p:sp>
        <p:nvSpPr>
          <p:cNvPr id="16" name="Shape 13"/>
          <p:cNvSpPr/>
          <p:nvPr/>
        </p:nvSpPr>
        <p:spPr>
          <a:xfrm>
            <a:off x="6379475" y="6190488"/>
            <a:ext cx="54864" cy="54864"/>
          </a:xfrm>
          <a:prstGeom prst="ellipse">
            <a:avLst/>
          </a:prstGeom>
          <a:solidFill>
            <a:srgbClr val="7F95A3"/>
          </a:solidFill>
          <a:ln/>
        </p:spPr>
      </p:sp>
      <p:sp>
        <p:nvSpPr>
          <p:cNvPr id="17" name="Shape 14"/>
          <p:cNvSpPr/>
          <p:nvPr/>
        </p:nvSpPr>
        <p:spPr>
          <a:xfrm>
            <a:off x="6465855" y="6190488"/>
            <a:ext cx="54864" cy="54864"/>
          </a:xfrm>
          <a:prstGeom prst="ellipse">
            <a:avLst/>
          </a:prstGeom>
          <a:solidFill>
            <a:srgbClr val="7F95A3"/>
          </a:solidFill>
          <a:ln/>
        </p:spPr>
      </p:sp>
      <p:sp>
        <p:nvSpPr>
          <p:cNvPr id="18" name="Shape 15"/>
          <p:cNvSpPr/>
          <p:nvPr/>
        </p:nvSpPr>
        <p:spPr>
          <a:xfrm>
            <a:off x="6552236" y="6190488"/>
            <a:ext cx="54864" cy="54864"/>
          </a:xfrm>
          <a:prstGeom prst="ellipse">
            <a:avLst/>
          </a:prstGeom>
          <a:solidFill>
            <a:srgbClr val="7F95A3"/>
          </a:solidFill>
          <a:ln/>
        </p:spPr>
      </p:sp>
      <p:sp>
        <p:nvSpPr>
          <p:cNvPr id="19" name="Shape 16"/>
          <p:cNvSpPr/>
          <p:nvPr/>
        </p:nvSpPr>
        <p:spPr>
          <a:xfrm>
            <a:off x="6638617" y="6190488"/>
            <a:ext cx="54864" cy="54864"/>
          </a:xfrm>
          <a:prstGeom prst="ellipse">
            <a:avLst/>
          </a:prstGeom>
          <a:solidFill>
            <a:srgbClr val="7F95A3"/>
          </a:solidFill>
          <a:ln/>
        </p:spPr>
      </p:sp>
      <p:sp>
        <p:nvSpPr>
          <p:cNvPr id="20" name="Shape 17"/>
          <p:cNvSpPr/>
          <p:nvPr/>
        </p:nvSpPr>
        <p:spPr>
          <a:xfrm>
            <a:off x="6724997" y="6190488"/>
            <a:ext cx="54864" cy="54864"/>
          </a:xfrm>
          <a:prstGeom prst="ellipse">
            <a:avLst/>
          </a:prstGeom>
          <a:solidFill>
            <a:srgbClr val="7F95A3"/>
          </a:solidFill>
          <a:ln/>
        </p:spPr>
      </p:sp>
      <p:sp>
        <p:nvSpPr>
          <p:cNvPr id="21" name="Shape 18"/>
          <p:cNvSpPr/>
          <p:nvPr/>
        </p:nvSpPr>
        <p:spPr>
          <a:xfrm>
            <a:off x="6811378" y="6190488"/>
            <a:ext cx="54864" cy="54864"/>
          </a:xfrm>
          <a:prstGeom prst="ellipse">
            <a:avLst/>
          </a:prstGeom>
          <a:solidFill>
            <a:srgbClr val="7F95A3"/>
          </a:solidFill>
          <a:ln/>
        </p:spPr>
      </p:sp>
      <p:sp>
        <p:nvSpPr>
          <p:cNvPr id="22" name="Shape 19"/>
          <p:cNvSpPr/>
          <p:nvPr/>
        </p:nvSpPr>
        <p:spPr>
          <a:xfrm>
            <a:off x="6897759" y="6190488"/>
            <a:ext cx="54864" cy="54864"/>
          </a:xfrm>
          <a:prstGeom prst="ellipse">
            <a:avLst/>
          </a:prstGeom>
          <a:solidFill>
            <a:srgbClr val="7F95A3"/>
          </a:solidFill>
          <a:ln/>
        </p:spPr>
      </p:sp>
      <p:sp>
        <p:nvSpPr>
          <p:cNvPr id="23" name="Shape 20"/>
          <p:cNvSpPr/>
          <p:nvPr/>
        </p:nvSpPr>
        <p:spPr>
          <a:xfrm>
            <a:off x="6984139" y="6190488"/>
            <a:ext cx="54864" cy="54864"/>
          </a:xfrm>
          <a:prstGeom prst="ellipse">
            <a:avLst/>
          </a:prstGeom>
          <a:solidFill>
            <a:srgbClr val="7F95A3"/>
          </a:solidFill>
          <a:ln/>
        </p:spPr>
      </p:sp>
      <p:sp>
        <p:nvSpPr>
          <p:cNvPr id="24" name="Shape 21"/>
          <p:cNvSpPr/>
          <p:nvPr/>
        </p:nvSpPr>
        <p:spPr>
          <a:xfrm>
            <a:off x="7070520" y="6190488"/>
            <a:ext cx="54864" cy="54864"/>
          </a:xfrm>
          <a:prstGeom prst="ellipse">
            <a:avLst/>
          </a:prstGeom>
          <a:solidFill>
            <a:srgbClr val="7F95A3"/>
          </a:solidFill>
          <a:ln/>
        </p:spPr>
      </p:sp>
      <p:sp>
        <p:nvSpPr>
          <p:cNvPr id="25" name="Shape 22"/>
          <p:cNvSpPr/>
          <p:nvPr/>
        </p:nvSpPr>
        <p:spPr>
          <a:xfrm>
            <a:off x="7156901" y="6190488"/>
            <a:ext cx="54864" cy="54864"/>
          </a:xfrm>
          <a:prstGeom prst="ellipse">
            <a:avLst/>
          </a:prstGeom>
          <a:solidFill>
            <a:srgbClr val="7F95A3"/>
          </a:solidFill>
          <a:ln/>
        </p:spPr>
      </p:sp>
      <p:sp>
        <p:nvSpPr>
          <p:cNvPr id="26" name="Shape 23"/>
          <p:cNvSpPr/>
          <p:nvPr/>
        </p:nvSpPr>
        <p:spPr>
          <a:xfrm>
            <a:off x="7243281" y="6190488"/>
            <a:ext cx="54864" cy="54864"/>
          </a:xfrm>
          <a:prstGeom prst="ellipse">
            <a:avLst/>
          </a:prstGeom>
          <a:solidFill>
            <a:srgbClr val="7F95A3"/>
          </a:solidFill>
          <a:ln/>
        </p:spPr>
      </p:sp>
      <p:sp>
        <p:nvSpPr>
          <p:cNvPr id="27" name="Shape 24"/>
          <p:cNvSpPr/>
          <p:nvPr/>
        </p:nvSpPr>
        <p:spPr>
          <a:xfrm>
            <a:off x="7329662" y="6190488"/>
            <a:ext cx="54864" cy="54864"/>
          </a:xfrm>
          <a:prstGeom prst="ellipse">
            <a:avLst/>
          </a:prstGeom>
          <a:solidFill>
            <a:srgbClr val="7F95A3"/>
          </a:solidFill>
          <a:ln/>
        </p:spPr>
      </p:sp>
      <p:sp>
        <p:nvSpPr>
          <p:cNvPr id="28" name="Shape 25"/>
          <p:cNvSpPr/>
          <p:nvPr/>
        </p:nvSpPr>
        <p:spPr>
          <a:xfrm>
            <a:off x="7416043" y="6190488"/>
            <a:ext cx="54864" cy="54864"/>
          </a:xfrm>
          <a:prstGeom prst="ellipse">
            <a:avLst/>
          </a:prstGeom>
          <a:solidFill>
            <a:srgbClr val="7F95A3"/>
          </a:solidFill>
          <a:ln/>
        </p:spPr>
      </p:sp>
      <p:sp>
        <p:nvSpPr>
          <p:cNvPr id="29" name="Shape 26"/>
          <p:cNvSpPr/>
          <p:nvPr/>
        </p:nvSpPr>
        <p:spPr>
          <a:xfrm>
            <a:off x="7502423" y="6190488"/>
            <a:ext cx="54864" cy="54864"/>
          </a:xfrm>
          <a:prstGeom prst="ellipse">
            <a:avLst/>
          </a:prstGeom>
          <a:solidFill>
            <a:srgbClr val="7F95A3"/>
          </a:solidFill>
          <a:ln/>
        </p:spPr>
      </p:sp>
      <p:sp>
        <p:nvSpPr>
          <p:cNvPr id="30" name="Shape 27"/>
          <p:cNvSpPr/>
          <p:nvPr/>
        </p:nvSpPr>
        <p:spPr>
          <a:xfrm>
            <a:off x="7588804" y="6190488"/>
            <a:ext cx="54864" cy="54864"/>
          </a:xfrm>
          <a:prstGeom prst="ellipse">
            <a:avLst/>
          </a:prstGeom>
          <a:solidFill>
            <a:srgbClr val="7F95A3"/>
          </a:solidFill>
          <a:ln/>
        </p:spPr>
      </p:sp>
      <p:sp>
        <p:nvSpPr>
          <p:cNvPr id="31" name="Shape 28"/>
          <p:cNvSpPr/>
          <p:nvPr/>
        </p:nvSpPr>
        <p:spPr>
          <a:xfrm>
            <a:off x="7675185" y="6190488"/>
            <a:ext cx="54864" cy="54864"/>
          </a:xfrm>
          <a:prstGeom prst="ellipse">
            <a:avLst/>
          </a:prstGeom>
          <a:solidFill>
            <a:srgbClr val="7F95A3"/>
          </a:solidFill>
          <a:ln/>
        </p:spPr>
      </p:sp>
      <p:sp>
        <p:nvSpPr>
          <p:cNvPr id="32" name="Shape 29"/>
          <p:cNvSpPr/>
          <p:nvPr/>
        </p:nvSpPr>
        <p:spPr>
          <a:xfrm>
            <a:off x="7761565" y="6190488"/>
            <a:ext cx="54864" cy="54864"/>
          </a:xfrm>
          <a:prstGeom prst="ellipse">
            <a:avLst/>
          </a:prstGeom>
          <a:solidFill>
            <a:srgbClr val="7F95A3"/>
          </a:solidFill>
          <a:ln/>
        </p:spPr>
      </p:sp>
      <p:sp>
        <p:nvSpPr>
          <p:cNvPr id="33" name="Shape 30"/>
          <p:cNvSpPr/>
          <p:nvPr/>
        </p:nvSpPr>
        <p:spPr>
          <a:xfrm>
            <a:off x="7847946" y="6190488"/>
            <a:ext cx="54864" cy="54864"/>
          </a:xfrm>
          <a:prstGeom prst="ellipse">
            <a:avLst/>
          </a:prstGeom>
          <a:solidFill>
            <a:srgbClr val="7F95A3"/>
          </a:solidFill>
          <a:ln/>
        </p:spPr>
      </p:sp>
      <p:sp>
        <p:nvSpPr>
          <p:cNvPr id="34" name="Shape 31"/>
          <p:cNvSpPr/>
          <p:nvPr/>
        </p:nvSpPr>
        <p:spPr>
          <a:xfrm>
            <a:off x="7934327" y="6190488"/>
            <a:ext cx="54864" cy="54864"/>
          </a:xfrm>
          <a:prstGeom prst="ellipse">
            <a:avLst/>
          </a:prstGeom>
          <a:solidFill>
            <a:srgbClr val="7F95A3"/>
          </a:solidFill>
          <a:ln/>
        </p:spPr>
      </p:sp>
      <p:sp>
        <p:nvSpPr>
          <p:cNvPr id="35" name="Shape 32"/>
          <p:cNvSpPr/>
          <p:nvPr/>
        </p:nvSpPr>
        <p:spPr>
          <a:xfrm>
            <a:off x="8020707" y="6190488"/>
            <a:ext cx="54864" cy="54864"/>
          </a:xfrm>
          <a:prstGeom prst="ellipse">
            <a:avLst/>
          </a:prstGeom>
          <a:solidFill>
            <a:srgbClr val="7F95A3"/>
          </a:solidFill>
          <a:ln/>
        </p:spPr>
      </p:sp>
      <p:sp>
        <p:nvSpPr>
          <p:cNvPr id="36" name="Shape 33"/>
          <p:cNvSpPr/>
          <p:nvPr/>
        </p:nvSpPr>
        <p:spPr>
          <a:xfrm>
            <a:off x="8107088" y="6190488"/>
            <a:ext cx="54864" cy="54864"/>
          </a:xfrm>
          <a:prstGeom prst="ellipse">
            <a:avLst/>
          </a:prstGeom>
          <a:solidFill>
            <a:srgbClr val="7F95A3"/>
          </a:solidFill>
          <a:ln/>
        </p:spPr>
      </p:sp>
      <p:sp>
        <p:nvSpPr>
          <p:cNvPr id="37" name="Shape 34"/>
          <p:cNvSpPr/>
          <p:nvPr/>
        </p:nvSpPr>
        <p:spPr>
          <a:xfrm>
            <a:off x="8193469" y="6190488"/>
            <a:ext cx="54864" cy="54864"/>
          </a:xfrm>
          <a:prstGeom prst="ellipse">
            <a:avLst/>
          </a:prstGeom>
          <a:solidFill>
            <a:srgbClr val="7F95A3"/>
          </a:solidFill>
          <a:ln/>
        </p:spPr>
      </p:sp>
      <p:sp>
        <p:nvSpPr>
          <p:cNvPr id="38" name="Shape 35"/>
          <p:cNvSpPr/>
          <p:nvPr/>
        </p:nvSpPr>
        <p:spPr>
          <a:xfrm>
            <a:off x="8279849" y="6190488"/>
            <a:ext cx="54864" cy="54864"/>
          </a:xfrm>
          <a:prstGeom prst="ellipse">
            <a:avLst/>
          </a:prstGeom>
          <a:solidFill>
            <a:srgbClr val="7F95A3"/>
          </a:solidFill>
          <a:ln/>
        </p:spPr>
      </p:sp>
      <p:sp>
        <p:nvSpPr>
          <p:cNvPr id="39" name="Shape 36"/>
          <p:cNvSpPr/>
          <p:nvPr/>
        </p:nvSpPr>
        <p:spPr>
          <a:xfrm>
            <a:off x="8366230" y="6190488"/>
            <a:ext cx="54864" cy="54864"/>
          </a:xfrm>
          <a:prstGeom prst="ellipse">
            <a:avLst/>
          </a:prstGeom>
          <a:solidFill>
            <a:srgbClr val="7F95A3"/>
          </a:solidFill>
          <a:ln/>
        </p:spPr>
      </p:sp>
      <p:sp>
        <p:nvSpPr>
          <p:cNvPr id="40" name="Shape 37"/>
          <p:cNvSpPr/>
          <p:nvPr/>
        </p:nvSpPr>
        <p:spPr>
          <a:xfrm>
            <a:off x="8452611" y="6190488"/>
            <a:ext cx="54864" cy="54864"/>
          </a:xfrm>
          <a:prstGeom prst="ellipse">
            <a:avLst/>
          </a:prstGeom>
          <a:solidFill>
            <a:srgbClr val="7F95A3"/>
          </a:solidFill>
          <a:ln/>
        </p:spPr>
      </p:sp>
      <p:sp>
        <p:nvSpPr>
          <p:cNvPr id="41" name="Shape 38"/>
          <p:cNvSpPr/>
          <p:nvPr/>
        </p:nvSpPr>
        <p:spPr>
          <a:xfrm>
            <a:off x="8538991" y="6190488"/>
            <a:ext cx="54864" cy="54864"/>
          </a:xfrm>
          <a:prstGeom prst="ellipse">
            <a:avLst/>
          </a:prstGeom>
          <a:solidFill>
            <a:srgbClr val="7F95A3"/>
          </a:solidFill>
          <a:ln/>
        </p:spPr>
      </p:sp>
      <p:sp>
        <p:nvSpPr>
          <p:cNvPr id="42" name="Shape 39"/>
          <p:cNvSpPr/>
          <p:nvPr/>
        </p:nvSpPr>
        <p:spPr>
          <a:xfrm>
            <a:off x="8625372" y="6190488"/>
            <a:ext cx="54864" cy="54864"/>
          </a:xfrm>
          <a:prstGeom prst="ellipse">
            <a:avLst/>
          </a:prstGeom>
          <a:solidFill>
            <a:srgbClr val="7F95A3"/>
          </a:solidFill>
          <a:ln/>
        </p:spPr>
      </p:sp>
      <p:sp>
        <p:nvSpPr>
          <p:cNvPr id="43" name="Shape 40"/>
          <p:cNvSpPr/>
          <p:nvPr/>
        </p:nvSpPr>
        <p:spPr>
          <a:xfrm>
            <a:off x="8711753" y="6190488"/>
            <a:ext cx="54864" cy="54864"/>
          </a:xfrm>
          <a:prstGeom prst="ellipse">
            <a:avLst/>
          </a:prstGeom>
          <a:solidFill>
            <a:srgbClr val="7F95A3"/>
          </a:solidFill>
          <a:ln/>
        </p:spPr>
      </p:sp>
      <p:sp>
        <p:nvSpPr>
          <p:cNvPr id="44" name="Shape 41"/>
          <p:cNvSpPr/>
          <p:nvPr/>
        </p:nvSpPr>
        <p:spPr>
          <a:xfrm>
            <a:off x="8798133" y="6190488"/>
            <a:ext cx="54864" cy="54864"/>
          </a:xfrm>
          <a:prstGeom prst="ellipse">
            <a:avLst/>
          </a:prstGeom>
          <a:solidFill>
            <a:srgbClr val="7F95A3"/>
          </a:solidFill>
          <a:ln/>
        </p:spPr>
      </p:sp>
      <p:sp>
        <p:nvSpPr>
          <p:cNvPr id="45" name="Shape 42"/>
          <p:cNvSpPr/>
          <p:nvPr/>
        </p:nvSpPr>
        <p:spPr>
          <a:xfrm>
            <a:off x="8884514" y="6190488"/>
            <a:ext cx="54864" cy="54864"/>
          </a:xfrm>
          <a:prstGeom prst="ellipse">
            <a:avLst/>
          </a:prstGeom>
          <a:solidFill>
            <a:srgbClr val="7F95A3"/>
          </a:solidFill>
          <a:ln/>
        </p:spPr>
      </p:sp>
      <p:sp>
        <p:nvSpPr>
          <p:cNvPr id="46" name="Shape 43"/>
          <p:cNvSpPr/>
          <p:nvPr/>
        </p:nvSpPr>
        <p:spPr>
          <a:xfrm>
            <a:off x="8970895" y="6190488"/>
            <a:ext cx="54864" cy="54864"/>
          </a:xfrm>
          <a:prstGeom prst="ellipse">
            <a:avLst/>
          </a:prstGeom>
          <a:solidFill>
            <a:srgbClr val="7F95A3"/>
          </a:solidFill>
          <a:ln/>
        </p:spPr>
      </p:sp>
      <p:sp>
        <p:nvSpPr>
          <p:cNvPr id="47" name="Shape 44"/>
          <p:cNvSpPr/>
          <p:nvPr/>
        </p:nvSpPr>
        <p:spPr>
          <a:xfrm>
            <a:off x="9057275" y="6190488"/>
            <a:ext cx="54864" cy="54864"/>
          </a:xfrm>
          <a:prstGeom prst="ellipse">
            <a:avLst/>
          </a:prstGeom>
          <a:solidFill>
            <a:srgbClr val="7F95A3"/>
          </a:solidFill>
          <a:ln/>
        </p:spPr>
      </p:sp>
      <p:sp>
        <p:nvSpPr>
          <p:cNvPr id="48" name="Shape 45"/>
          <p:cNvSpPr/>
          <p:nvPr/>
        </p:nvSpPr>
        <p:spPr>
          <a:xfrm>
            <a:off x="9143656" y="6190488"/>
            <a:ext cx="54864" cy="54864"/>
          </a:xfrm>
          <a:prstGeom prst="ellipse">
            <a:avLst/>
          </a:prstGeom>
          <a:solidFill>
            <a:srgbClr val="7F95A3"/>
          </a:solidFill>
          <a:ln/>
        </p:spPr>
      </p:sp>
      <p:sp>
        <p:nvSpPr>
          <p:cNvPr id="49" name="Shape 46"/>
          <p:cNvSpPr/>
          <p:nvPr/>
        </p:nvSpPr>
        <p:spPr>
          <a:xfrm>
            <a:off x="9230036" y="6190488"/>
            <a:ext cx="54864" cy="54864"/>
          </a:xfrm>
          <a:prstGeom prst="ellipse">
            <a:avLst/>
          </a:prstGeom>
          <a:solidFill>
            <a:srgbClr val="7F95A3"/>
          </a:solidFill>
          <a:ln/>
        </p:spPr>
      </p:sp>
      <p:sp>
        <p:nvSpPr>
          <p:cNvPr id="50" name="Shape 47"/>
          <p:cNvSpPr/>
          <p:nvPr/>
        </p:nvSpPr>
        <p:spPr>
          <a:xfrm>
            <a:off x="9316417" y="6190488"/>
            <a:ext cx="54864" cy="54864"/>
          </a:xfrm>
          <a:prstGeom prst="ellipse">
            <a:avLst/>
          </a:prstGeom>
          <a:solidFill>
            <a:srgbClr val="7F95A3"/>
          </a:solidFill>
          <a:ln/>
        </p:spPr>
      </p:sp>
      <p:sp>
        <p:nvSpPr>
          <p:cNvPr id="51" name="Shape 48"/>
          <p:cNvSpPr/>
          <p:nvPr/>
        </p:nvSpPr>
        <p:spPr>
          <a:xfrm>
            <a:off x="9402798" y="6190488"/>
            <a:ext cx="54864" cy="54864"/>
          </a:xfrm>
          <a:prstGeom prst="ellipse">
            <a:avLst/>
          </a:prstGeom>
          <a:solidFill>
            <a:srgbClr val="7F95A3"/>
          </a:solidFill>
          <a:ln/>
        </p:spPr>
      </p:sp>
      <p:sp>
        <p:nvSpPr>
          <p:cNvPr id="52" name="Shape 49"/>
          <p:cNvSpPr/>
          <p:nvPr/>
        </p:nvSpPr>
        <p:spPr>
          <a:xfrm>
            <a:off x="9489178" y="6190488"/>
            <a:ext cx="54864" cy="54864"/>
          </a:xfrm>
          <a:prstGeom prst="ellipse">
            <a:avLst/>
          </a:prstGeom>
          <a:solidFill>
            <a:srgbClr val="7F95A3"/>
          </a:solidFill>
          <a:ln/>
        </p:spPr>
      </p:sp>
      <p:sp>
        <p:nvSpPr>
          <p:cNvPr id="53" name="Shape 50"/>
          <p:cNvSpPr/>
          <p:nvPr/>
        </p:nvSpPr>
        <p:spPr>
          <a:xfrm>
            <a:off x="9575559" y="6190488"/>
            <a:ext cx="54864" cy="54864"/>
          </a:xfrm>
          <a:prstGeom prst="ellipse">
            <a:avLst/>
          </a:prstGeom>
          <a:solidFill>
            <a:srgbClr val="7F95A3"/>
          </a:solidFill>
          <a:ln/>
        </p:spPr>
      </p:sp>
      <p:sp>
        <p:nvSpPr>
          <p:cNvPr id="54" name="Shape 51"/>
          <p:cNvSpPr/>
          <p:nvPr/>
        </p:nvSpPr>
        <p:spPr>
          <a:xfrm>
            <a:off x="9661940" y="6190488"/>
            <a:ext cx="54864" cy="54864"/>
          </a:xfrm>
          <a:prstGeom prst="ellipse">
            <a:avLst/>
          </a:prstGeom>
          <a:solidFill>
            <a:srgbClr val="7F95A3"/>
          </a:solidFill>
          <a:ln/>
        </p:spPr>
      </p:sp>
      <p:sp>
        <p:nvSpPr>
          <p:cNvPr id="55" name="Shape 52"/>
          <p:cNvSpPr/>
          <p:nvPr/>
        </p:nvSpPr>
        <p:spPr>
          <a:xfrm>
            <a:off x="9748320" y="6190488"/>
            <a:ext cx="54864" cy="54864"/>
          </a:xfrm>
          <a:prstGeom prst="ellipse">
            <a:avLst/>
          </a:prstGeom>
          <a:solidFill>
            <a:srgbClr val="7F95A3"/>
          </a:solidFill>
          <a:ln/>
        </p:spPr>
      </p:sp>
      <p:sp>
        <p:nvSpPr>
          <p:cNvPr id="56" name="Shape 53"/>
          <p:cNvSpPr/>
          <p:nvPr/>
        </p:nvSpPr>
        <p:spPr>
          <a:xfrm>
            <a:off x="9834701" y="6190488"/>
            <a:ext cx="54864" cy="54864"/>
          </a:xfrm>
          <a:prstGeom prst="ellipse">
            <a:avLst/>
          </a:prstGeom>
          <a:solidFill>
            <a:srgbClr val="7F95A3"/>
          </a:solidFill>
          <a:ln/>
        </p:spPr>
      </p:sp>
      <p:sp>
        <p:nvSpPr>
          <p:cNvPr id="57" name="Shape 54"/>
          <p:cNvSpPr/>
          <p:nvPr/>
        </p:nvSpPr>
        <p:spPr>
          <a:xfrm>
            <a:off x="9921082" y="6190488"/>
            <a:ext cx="54864" cy="54864"/>
          </a:xfrm>
          <a:prstGeom prst="ellipse">
            <a:avLst/>
          </a:prstGeom>
          <a:solidFill>
            <a:srgbClr val="7F95A3"/>
          </a:solidFill>
          <a:ln/>
        </p:spPr>
      </p:sp>
      <p:sp>
        <p:nvSpPr>
          <p:cNvPr id="58" name="Shape 55"/>
          <p:cNvSpPr/>
          <p:nvPr/>
        </p:nvSpPr>
        <p:spPr>
          <a:xfrm>
            <a:off x="10007462" y="6190488"/>
            <a:ext cx="54864" cy="54864"/>
          </a:xfrm>
          <a:prstGeom prst="ellipse">
            <a:avLst/>
          </a:prstGeom>
          <a:solidFill>
            <a:srgbClr val="7F95A3"/>
          </a:solidFill>
          <a:ln/>
        </p:spPr>
      </p:sp>
      <p:sp>
        <p:nvSpPr>
          <p:cNvPr id="59" name="Shape 56"/>
          <p:cNvSpPr/>
          <p:nvPr/>
        </p:nvSpPr>
        <p:spPr>
          <a:xfrm>
            <a:off x="10093843" y="6190488"/>
            <a:ext cx="54864" cy="54864"/>
          </a:xfrm>
          <a:prstGeom prst="ellipse">
            <a:avLst/>
          </a:prstGeom>
          <a:solidFill>
            <a:srgbClr val="7F95A3"/>
          </a:solidFill>
          <a:ln/>
        </p:spPr>
      </p:sp>
      <p:sp>
        <p:nvSpPr>
          <p:cNvPr id="60" name="Shape 57"/>
          <p:cNvSpPr/>
          <p:nvPr/>
        </p:nvSpPr>
        <p:spPr>
          <a:xfrm>
            <a:off x="10180224" y="6190488"/>
            <a:ext cx="54864" cy="54864"/>
          </a:xfrm>
          <a:prstGeom prst="ellipse">
            <a:avLst/>
          </a:prstGeom>
          <a:solidFill>
            <a:srgbClr val="7F95A3"/>
          </a:solidFill>
          <a:ln/>
        </p:spPr>
      </p:sp>
      <p:sp>
        <p:nvSpPr>
          <p:cNvPr id="61" name="Shape 58"/>
          <p:cNvSpPr/>
          <p:nvPr/>
        </p:nvSpPr>
        <p:spPr>
          <a:xfrm>
            <a:off x="10266604" y="6190488"/>
            <a:ext cx="54864" cy="54864"/>
          </a:xfrm>
          <a:prstGeom prst="ellipse">
            <a:avLst/>
          </a:prstGeom>
          <a:solidFill>
            <a:srgbClr val="7F95A3"/>
          </a:solidFill>
          <a:ln/>
        </p:spPr>
      </p:sp>
      <p:sp>
        <p:nvSpPr>
          <p:cNvPr id="62" name="Shape 59"/>
          <p:cNvSpPr/>
          <p:nvPr/>
        </p:nvSpPr>
        <p:spPr>
          <a:xfrm>
            <a:off x="10352985" y="6190488"/>
            <a:ext cx="54864" cy="54864"/>
          </a:xfrm>
          <a:prstGeom prst="ellipse">
            <a:avLst/>
          </a:prstGeom>
          <a:solidFill>
            <a:srgbClr val="7F95A3"/>
          </a:solidFill>
          <a:ln/>
        </p:spPr>
      </p:sp>
      <p:sp>
        <p:nvSpPr>
          <p:cNvPr id="63" name="Shape 60"/>
          <p:cNvSpPr/>
          <p:nvPr/>
        </p:nvSpPr>
        <p:spPr>
          <a:xfrm>
            <a:off x="10439366" y="6190488"/>
            <a:ext cx="54864" cy="54864"/>
          </a:xfrm>
          <a:prstGeom prst="ellipse">
            <a:avLst/>
          </a:prstGeom>
          <a:solidFill>
            <a:srgbClr val="7F95A3"/>
          </a:solidFill>
          <a:ln/>
        </p:spPr>
      </p:sp>
      <p:sp>
        <p:nvSpPr>
          <p:cNvPr id="64" name="Shape 61"/>
          <p:cNvSpPr/>
          <p:nvPr/>
        </p:nvSpPr>
        <p:spPr>
          <a:xfrm>
            <a:off x="10475454" y="6140196"/>
            <a:ext cx="155448" cy="155448"/>
          </a:xfrm>
          <a:prstGeom prst="ellipse">
            <a:avLst/>
          </a:prstGeom>
          <a:solidFill>
            <a:srgbClr val="2F6B73"/>
          </a:solidFill>
          <a:ln/>
        </p:spPr>
      </p:sp>
      <p:sp>
        <p:nvSpPr>
          <p:cNvPr id="65" name="Shape 62"/>
          <p:cNvSpPr/>
          <p:nvPr/>
        </p:nvSpPr>
        <p:spPr>
          <a:xfrm>
            <a:off x="10612127" y="6190488"/>
            <a:ext cx="54864" cy="54864"/>
          </a:xfrm>
          <a:prstGeom prst="ellipse">
            <a:avLst/>
          </a:prstGeom>
          <a:solidFill>
            <a:srgbClr val="CFD9DF"/>
          </a:solidFill>
          <a:ln/>
        </p:spPr>
      </p:sp>
      <p:sp>
        <p:nvSpPr>
          <p:cNvPr id="66" name="Shape 63"/>
          <p:cNvSpPr/>
          <p:nvPr/>
        </p:nvSpPr>
        <p:spPr>
          <a:xfrm>
            <a:off x="10698508" y="6190488"/>
            <a:ext cx="54864" cy="54864"/>
          </a:xfrm>
          <a:prstGeom prst="ellipse">
            <a:avLst/>
          </a:prstGeom>
          <a:solidFill>
            <a:srgbClr val="CFD9DF"/>
          </a:solidFill>
          <a:ln/>
        </p:spPr>
      </p:sp>
      <p:sp>
        <p:nvSpPr>
          <p:cNvPr id="67" name="Shape 64"/>
          <p:cNvSpPr/>
          <p:nvPr/>
        </p:nvSpPr>
        <p:spPr>
          <a:xfrm>
            <a:off x="10784888" y="6190488"/>
            <a:ext cx="54864" cy="54864"/>
          </a:xfrm>
          <a:prstGeom prst="ellipse">
            <a:avLst/>
          </a:prstGeom>
          <a:solidFill>
            <a:srgbClr val="CFD9DF"/>
          </a:solidFill>
          <a:ln/>
        </p:spPr>
      </p:sp>
      <p:sp>
        <p:nvSpPr>
          <p:cNvPr id="68" name="Shape 65"/>
          <p:cNvSpPr/>
          <p:nvPr/>
        </p:nvSpPr>
        <p:spPr>
          <a:xfrm>
            <a:off x="10871269" y="6190488"/>
            <a:ext cx="54864" cy="54864"/>
          </a:xfrm>
          <a:prstGeom prst="ellipse">
            <a:avLst/>
          </a:prstGeom>
          <a:solidFill>
            <a:srgbClr val="CFD9DF"/>
          </a:solidFill>
          <a:ln/>
        </p:spPr>
      </p:sp>
      <p:sp>
        <p:nvSpPr>
          <p:cNvPr id="69" name="Shape 66"/>
          <p:cNvSpPr/>
          <p:nvPr/>
        </p:nvSpPr>
        <p:spPr>
          <a:xfrm>
            <a:off x="10957650" y="6190488"/>
            <a:ext cx="54864" cy="54864"/>
          </a:xfrm>
          <a:prstGeom prst="ellipse">
            <a:avLst/>
          </a:prstGeom>
          <a:solidFill>
            <a:srgbClr val="CFD9DF"/>
          </a:solidFill>
          <a:ln/>
        </p:spPr>
      </p:sp>
      <p:sp>
        <p:nvSpPr>
          <p:cNvPr id="70" name="Shape 67"/>
          <p:cNvSpPr/>
          <p:nvPr/>
        </p:nvSpPr>
        <p:spPr>
          <a:xfrm>
            <a:off x="11044030" y="6190488"/>
            <a:ext cx="54864" cy="54864"/>
          </a:xfrm>
          <a:prstGeom prst="ellipse">
            <a:avLst/>
          </a:prstGeom>
          <a:solidFill>
            <a:srgbClr val="CFD9DF"/>
          </a:solidFill>
          <a:ln/>
        </p:spPr>
      </p:sp>
      <p:sp>
        <p:nvSpPr>
          <p:cNvPr id="71" name="Shape 68"/>
          <p:cNvSpPr/>
          <p:nvPr/>
        </p:nvSpPr>
        <p:spPr>
          <a:xfrm>
            <a:off x="11130411" y="6190488"/>
            <a:ext cx="54864" cy="54864"/>
          </a:xfrm>
          <a:prstGeom prst="ellipse">
            <a:avLst/>
          </a:prstGeom>
          <a:solidFill>
            <a:srgbClr val="CFD9DF"/>
          </a:solidFill>
          <a:ln/>
        </p:spPr>
      </p:sp>
      <p:sp>
        <p:nvSpPr>
          <p:cNvPr id="72" name="Shape 69"/>
          <p:cNvSpPr/>
          <p:nvPr/>
        </p:nvSpPr>
        <p:spPr>
          <a:xfrm>
            <a:off x="11216792" y="6190488"/>
            <a:ext cx="54864" cy="54864"/>
          </a:xfrm>
          <a:prstGeom prst="ellipse">
            <a:avLst/>
          </a:prstGeom>
          <a:solidFill>
            <a:srgbClr val="CFD9DF"/>
          </a:solidFill>
          <a:ln/>
        </p:spPr>
      </p:sp>
      <p:sp>
        <p:nvSpPr>
          <p:cNvPr id="73" name="Shape 70"/>
          <p:cNvSpPr/>
          <p:nvPr/>
        </p:nvSpPr>
        <p:spPr>
          <a:xfrm>
            <a:off x="11303172" y="6190488"/>
            <a:ext cx="54864" cy="54864"/>
          </a:xfrm>
          <a:prstGeom prst="ellipse">
            <a:avLst/>
          </a:prstGeom>
          <a:solidFill>
            <a:srgbClr val="CFD9DF"/>
          </a:solidFill>
          <a:ln/>
        </p:spPr>
      </p:sp>
      <p:sp>
        <p:nvSpPr>
          <p:cNvPr id="74" name="Shape 71"/>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pic>
        <p:nvPicPr>
          <p:cNvPr id="2" name="Step 51 image" descr="Step 51: Switch to a fine black pen">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99539" cy="292608"/>
          </a:xfrm>
          <a:prstGeom prst="roundRect">
            <a:avLst>
              <a:gd name="adj" fmla="val 31250"/>
            </a:avLst>
          </a:prstGeom>
          <a:solidFill>
            <a:srgbClr val="3B3B3B"/>
          </a:solidFill>
          <a:ln/>
        </p:spPr>
        <p:txBody>
          <a:bodyPr wrap="square" lIns="0" tIns="0" rIns="0" bIns="0" rtlCol="0" anchor="ctr"/>
          <a:lstStyle/>
          <a:p>
            <a:pPr algn="ctr" indent="0" marL="0">
              <a:buNone/>
            </a:pPr>
            <a:r>
              <a:rPr lang="en-US" sz="1100" b="1" dirty="0">
                <a:solidFill>
                  <a:srgbClr val="FFFFFF"/>
                </a:solidFill>
              </a:rPr>
              <a:t>STAGE 10 · BIRDS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51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Switch to a fine black pen</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Pick up a fine-tip black pen. The one in the reel is labeled Micron 05.</a:t>
            </a:r>
            <a:endParaRPr lang="en-US" sz="1500" dirty="0"/>
          </a:p>
          <a:p>
            <a:pPr marL="203200" indent="-203200">
              <a:spcAft>
                <a:spcPts val="600"/>
              </a:spcAft>
              <a:buSzPct val="100000"/>
              <a:buChar char="•"/>
            </a:pPr>
            <a:r>
              <a:rPr lang="en-US" sz="1500" dirty="0">
                <a:solidFill>
                  <a:schemeClr val="tx1"/>
                </a:solidFill>
              </a:rPr>
              <a:t>Hover it over the sky, deciding where the first bird should go.</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Waterproof ink won't smear over dry paint. Make sure the sky is dry first.</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Black fine-tip pen"/>
          <p:cNvSpPr/>
          <p:nvPr/>
        </p:nvSpPr>
        <p:spPr>
          <a:xfrm>
            <a:off x="6277336" y="5532120"/>
            <a:ext cx="329184" cy="329184"/>
          </a:xfrm>
          <a:prstGeom prst="ellipse">
            <a:avLst/>
          </a:prstGeom>
          <a:solidFill>
            <a:srgbClr val="314343"/>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Black fine-tip pen</a:t>
            </a:r>
            <a:endParaRPr lang="en-US" sz="1100" dirty="0"/>
          </a:p>
          <a:p>
            <a:pPr indent="0" marL="0">
              <a:buNone/>
            </a:pPr>
            <a:r>
              <a:rPr lang="en-US" sz="1000" dirty="0">
                <a:solidFill>
                  <a:srgbClr val="4A5058"/>
                </a:solidFill>
              </a:rPr>
              <a:t>#314343</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66230" y="6190488"/>
            <a:ext cx="54864" cy="54864"/>
          </a:xfrm>
          <a:prstGeom prst="ellipse">
            <a:avLst/>
          </a:prstGeom>
          <a:solidFill>
            <a:srgbClr val="7F95A3"/>
          </a:solidFill>
          <a:ln/>
        </p:spPr>
      </p:sp>
      <p:sp>
        <p:nvSpPr>
          <p:cNvPr id="38" name="Shape 35"/>
          <p:cNvSpPr/>
          <p:nvPr/>
        </p:nvSpPr>
        <p:spPr>
          <a:xfrm>
            <a:off x="8452611" y="6190488"/>
            <a:ext cx="54864" cy="54864"/>
          </a:xfrm>
          <a:prstGeom prst="ellipse">
            <a:avLst/>
          </a:prstGeom>
          <a:solidFill>
            <a:srgbClr val="7F95A3"/>
          </a:solidFill>
          <a:ln/>
        </p:spPr>
      </p:sp>
      <p:sp>
        <p:nvSpPr>
          <p:cNvPr id="39" name="Shape 36"/>
          <p:cNvSpPr/>
          <p:nvPr/>
        </p:nvSpPr>
        <p:spPr>
          <a:xfrm>
            <a:off x="8538991" y="6190488"/>
            <a:ext cx="54864" cy="54864"/>
          </a:xfrm>
          <a:prstGeom prst="ellipse">
            <a:avLst/>
          </a:prstGeom>
          <a:solidFill>
            <a:srgbClr val="7F95A3"/>
          </a:solidFill>
          <a:ln/>
        </p:spPr>
      </p:sp>
      <p:sp>
        <p:nvSpPr>
          <p:cNvPr id="40" name="Shape 37"/>
          <p:cNvSpPr/>
          <p:nvPr/>
        </p:nvSpPr>
        <p:spPr>
          <a:xfrm>
            <a:off x="8625372" y="6190488"/>
            <a:ext cx="54864" cy="54864"/>
          </a:xfrm>
          <a:prstGeom prst="ellipse">
            <a:avLst/>
          </a:prstGeom>
          <a:solidFill>
            <a:srgbClr val="7F95A3"/>
          </a:solidFill>
          <a:ln/>
        </p:spPr>
      </p:sp>
      <p:sp>
        <p:nvSpPr>
          <p:cNvPr id="41" name="Shape 38"/>
          <p:cNvSpPr/>
          <p:nvPr/>
        </p:nvSpPr>
        <p:spPr>
          <a:xfrm>
            <a:off x="8711753" y="6190488"/>
            <a:ext cx="54864" cy="54864"/>
          </a:xfrm>
          <a:prstGeom prst="ellipse">
            <a:avLst/>
          </a:prstGeom>
          <a:solidFill>
            <a:srgbClr val="7F95A3"/>
          </a:solidFill>
          <a:ln/>
        </p:spPr>
      </p:sp>
      <p:sp>
        <p:nvSpPr>
          <p:cNvPr id="42" name="Shape 39"/>
          <p:cNvSpPr/>
          <p:nvPr/>
        </p:nvSpPr>
        <p:spPr>
          <a:xfrm>
            <a:off x="8798133" y="6190488"/>
            <a:ext cx="54864" cy="54864"/>
          </a:xfrm>
          <a:prstGeom prst="ellipse">
            <a:avLst/>
          </a:prstGeom>
          <a:solidFill>
            <a:srgbClr val="7F95A3"/>
          </a:solidFill>
          <a:ln/>
        </p:spPr>
      </p:sp>
      <p:sp>
        <p:nvSpPr>
          <p:cNvPr id="43" name="Shape 40"/>
          <p:cNvSpPr/>
          <p:nvPr/>
        </p:nvSpPr>
        <p:spPr>
          <a:xfrm>
            <a:off x="8884514" y="6190488"/>
            <a:ext cx="54864" cy="54864"/>
          </a:xfrm>
          <a:prstGeom prst="ellipse">
            <a:avLst/>
          </a:prstGeom>
          <a:solidFill>
            <a:srgbClr val="7F95A3"/>
          </a:solidFill>
          <a:ln/>
        </p:spPr>
      </p:sp>
      <p:sp>
        <p:nvSpPr>
          <p:cNvPr id="44" name="Shape 41"/>
          <p:cNvSpPr/>
          <p:nvPr/>
        </p:nvSpPr>
        <p:spPr>
          <a:xfrm>
            <a:off x="8970895" y="6190488"/>
            <a:ext cx="54864" cy="54864"/>
          </a:xfrm>
          <a:prstGeom prst="ellipse">
            <a:avLst/>
          </a:prstGeom>
          <a:solidFill>
            <a:srgbClr val="7F95A3"/>
          </a:solidFill>
          <a:ln/>
        </p:spPr>
      </p:sp>
      <p:sp>
        <p:nvSpPr>
          <p:cNvPr id="45" name="Shape 42"/>
          <p:cNvSpPr/>
          <p:nvPr/>
        </p:nvSpPr>
        <p:spPr>
          <a:xfrm>
            <a:off x="9057275" y="6190488"/>
            <a:ext cx="54864" cy="54864"/>
          </a:xfrm>
          <a:prstGeom prst="ellipse">
            <a:avLst/>
          </a:prstGeom>
          <a:solidFill>
            <a:srgbClr val="7F95A3"/>
          </a:solidFill>
          <a:ln/>
        </p:spPr>
      </p:sp>
      <p:sp>
        <p:nvSpPr>
          <p:cNvPr id="46" name="Shape 43"/>
          <p:cNvSpPr/>
          <p:nvPr/>
        </p:nvSpPr>
        <p:spPr>
          <a:xfrm>
            <a:off x="9143656" y="6190488"/>
            <a:ext cx="54864" cy="54864"/>
          </a:xfrm>
          <a:prstGeom prst="ellipse">
            <a:avLst/>
          </a:prstGeom>
          <a:solidFill>
            <a:srgbClr val="7F95A3"/>
          </a:solidFill>
          <a:ln/>
        </p:spPr>
      </p:sp>
      <p:sp>
        <p:nvSpPr>
          <p:cNvPr id="47" name="Shape 44"/>
          <p:cNvSpPr/>
          <p:nvPr/>
        </p:nvSpPr>
        <p:spPr>
          <a:xfrm>
            <a:off x="9230036" y="6190488"/>
            <a:ext cx="54864" cy="54864"/>
          </a:xfrm>
          <a:prstGeom prst="ellipse">
            <a:avLst/>
          </a:prstGeom>
          <a:solidFill>
            <a:srgbClr val="7F95A3"/>
          </a:solidFill>
          <a:ln/>
        </p:spPr>
      </p:sp>
      <p:sp>
        <p:nvSpPr>
          <p:cNvPr id="48" name="Shape 45"/>
          <p:cNvSpPr/>
          <p:nvPr/>
        </p:nvSpPr>
        <p:spPr>
          <a:xfrm>
            <a:off x="9316417" y="6190488"/>
            <a:ext cx="54864" cy="54864"/>
          </a:xfrm>
          <a:prstGeom prst="ellipse">
            <a:avLst/>
          </a:prstGeom>
          <a:solidFill>
            <a:srgbClr val="7F95A3"/>
          </a:solidFill>
          <a:ln/>
        </p:spPr>
      </p:sp>
      <p:sp>
        <p:nvSpPr>
          <p:cNvPr id="49" name="Shape 46"/>
          <p:cNvSpPr/>
          <p:nvPr/>
        </p:nvSpPr>
        <p:spPr>
          <a:xfrm>
            <a:off x="9402798" y="6190488"/>
            <a:ext cx="54864" cy="54864"/>
          </a:xfrm>
          <a:prstGeom prst="ellipse">
            <a:avLst/>
          </a:prstGeom>
          <a:solidFill>
            <a:srgbClr val="7F95A3"/>
          </a:solidFill>
          <a:ln/>
        </p:spPr>
      </p:sp>
      <p:sp>
        <p:nvSpPr>
          <p:cNvPr id="50" name="Shape 47"/>
          <p:cNvSpPr/>
          <p:nvPr/>
        </p:nvSpPr>
        <p:spPr>
          <a:xfrm>
            <a:off x="9489178" y="6190488"/>
            <a:ext cx="54864" cy="54864"/>
          </a:xfrm>
          <a:prstGeom prst="ellipse">
            <a:avLst/>
          </a:prstGeom>
          <a:solidFill>
            <a:srgbClr val="7F95A3"/>
          </a:solidFill>
          <a:ln/>
        </p:spPr>
      </p:sp>
      <p:sp>
        <p:nvSpPr>
          <p:cNvPr id="51" name="Shape 48"/>
          <p:cNvSpPr/>
          <p:nvPr/>
        </p:nvSpPr>
        <p:spPr>
          <a:xfrm>
            <a:off x="9575559" y="6190488"/>
            <a:ext cx="54864" cy="54864"/>
          </a:xfrm>
          <a:prstGeom prst="ellipse">
            <a:avLst/>
          </a:prstGeom>
          <a:solidFill>
            <a:srgbClr val="7F95A3"/>
          </a:solidFill>
          <a:ln/>
        </p:spPr>
      </p:sp>
      <p:sp>
        <p:nvSpPr>
          <p:cNvPr id="52" name="Shape 49"/>
          <p:cNvSpPr/>
          <p:nvPr/>
        </p:nvSpPr>
        <p:spPr>
          <a:xfrm>
            <a:off x="9661940" y="6190488"/>
            <a:ext cx="54864" cy="54864"/>
          </a:xfrm>
          <a:prstGeom prst="ellipse">
            <a:avLst/>
          </a:prstGeom>
          <a:solidFill>
            <a:srgbClr val="7F95A3"/>
          </a:solidFill>
          <a:ln/>
        </p:spPr>
      </p:sp>
      <p:sp>
        <p:nvSpPr>
          <p:cNvPr id="53" name="Shape 50"/>
          <p:cNvSpPr/>
          <p:nvPr/>
        </p:nvSpPr>
        <p:spPr>
          <a:xfrm>
            <a:off x="9748320" y="6190488"/>
            <a:ext cx="54864" cy="54864"/>
          </a:xfrm>
          <a:prstGeom prst="ellipse">
            <a:avLst/>
          </a:prstGeom>
          <a:solidFill>
            <a:srgbClr val="7F95A3"/>
          </a:solidFill>
          <a:ln/>
        </p:spPr>
      </p:sp>
      <p:sp>
        <p:nvSpPr>
          <p:cNvPr id="54" name="Shape 51"/>
          <p:cNvSpPr/>
          <p:nvPr/>
        </p:nvSpPr>
        <p:spPr>
          <a:xfrm>
            <a:off x="9834701" y="6190488"/>
            <a:ext cx="54864" cy="54864"/>
          </a:xfrm>
          <a:prstGeom prst="ellipse">
            <a:avLst/>
          </a:prstGeom>
          <a:solidFill>
            <a:srgbClr val="7F95A3"/>
          </a:solidFill>
          <a:ln/>
        </p:spPr>
      </p:sp>
      <p:sp>
        <p:nvSpPr>
          <p:cNvPr id="55" name="Shape 52"/>
          <p:cNvSpPr/>
          <p:nvPr/>
        </p:nvSpPr>
        <p:spPr>
          <a:xfrm>
            <a:off x="9921082" y="6190488"/>
            <a:ext cx="54864" cy="54864"/>
          </a:xfrm>
          <a:prstGeom prst="ellipse">
            <a:avLst/>
          </a:prstGeom>
          <a:solidFill>
            <a:srgbClr val="7F95A3"/>
          </a:solidFill>
          <a:ln/>
        </p:spPr>
      </p:sp>
      <p:sp>
        <p:nvSpPr>
          <p:cNvPr id="56" name="Shape 53"/>
          <p:cNvSpPr/>
          <p:nvPr/>
        </p:nvSpPr>
        <p:spPr>
          <a:xfrm>
            <a:off x="10007462" y="6190488"/>
            <a:ext cx="54864" cy="54864"/>
          </a:xfrm>
          <a:prstGeom prst="ellipse">
            <a:avLst/>
          </a:prstGeom>
          <a:solidFill>
            <a:srgbClr val="7F95A3"/>
          </a:solidFill>
          <a:ln/>
        </p:spPr>
      </p:sp>
      <p:sp>
        <p:nvSpPr>
          <p:cNvPr id="57" name="Shape 54"/>
          <p:cNvSpPr/>
          <p:nvPr/>
        </p:nvSpPr>
        <p:spPr>
          <a:xfrm>
            <a:off x="10093843" y="6190488"/>
            <a:ext cx="54864" cy="54864"/>
          </a:xfrm>
          <a:prstGeom prst="ellipse">
            <a:avLst/>
          </a:prstGeom>
          <a:solidFill>
            <a:srgbClr val="7F95A3"/>
          </a:solidFill>
          <a:ln/>
        </p:spPr>
      </p:sp>
      <p:sp>
        <p:nvSpPr>
          <p:cNvPr id="58" name="Shape 55"/>
          <p:cNvSpPr/>
          <p:nvPr/>
        </p:nvSpPr>
        <p:spPr>
          <a:xfrm>
            <a:off x="10180224" y="6190488"/>
            <a:ext cx="54864" cy="54864"/>
          </a:xfrm>
          <a:prstGeom prst="ellipse">
            <a:avLst/>
          </a:prstGeom>
          <a:solidFill>
            <a:srgbClr val="7F95A3"/>
          </a:solidFill>
          <a:ln/>
        </p:spPr>
      </p:sp>
      <p:sp>
        <p:nvSpPr>
          <p:cNvPr id="59" name="Shape 56"/>
          <p:cNvSpPr/>
          <p:nvPr/>
        </p:nvSpPr>
        <p:spPr>
          <a:xfrm>
            <a:off x="10266604" y="6190488"/>
            <a:ext cx="54864" cy="54864"/>
          </a:xfrm>
          <a:prstGeom prst="ellipse">
            <a:avLst/>
          </a:prstGeom>
          <a:solidFill>
            <a:srgbClr val="7F95A3"/>
          </a:solidFill>
          <a:ln/>
        </p:spPr>
      </p:sp>
      <p:sp>
        <p:nvSpPr>
          <p:cNvPr id="60" name="Shape 57"/>
          <p:cNvSpPr/>
          <p:nvPr/>
        </p:nvSpPr>
        <p:spPr>
          <a:xfrm>
            <a:off x="10352985" y="6190488"/>
            <a:ext cx="54864" cy="54864"/>
          </a:xfrm>
          <a:prstGeom prst="ellipse">
            <a:avLst/>
          </a:prstGeom>
          <a:solidFill>
            <a:srgbClr val="7F95A3"/>
          </a:solidFill>
          <a:ln/>
        </p:spPr>
      </p:sp>
      <p:sp>
        <p:nvSpPr>
          <p:cNvPr id="61" name="Shape 58"/>
          <p:cNvSpPr/>
          <p:nvPr/>
        </p:nvSpPr>
        <p:spPr>
          <a:xfrm>
            <a:off x="10439366" y="6190488"/>
            <a:ext cx="54864" cy="54864"/>
          </a:xfrm>
          <a:prstGeom prst="ellipse">
            <a:avLst/>
          </a:prstGeom>
          <a:solidFill>
            <a:srgbClr val="7F95A3"/>
          </a:solidFill>
          <a:ln/>
        </p:spPr>
      </p:sp>
      <p:sp>
        <p:nvSpPr>
          <p:cNvPr id="62" name="Shape 59"/>
          <p:cNvSpPr/>
          <p:nvPr/>
        </p:nvSpPr>
        <p:spPr>
          <a:xfrm>
            <a:off x="10525746" y="6190488"/>
            <a:ext cx="54864" cy="54864"/>
          </a:xfrm>
          <a:prstGeom prst="ellipse">
            <a:avLst/>
          </a:prstGeom>
          <a:solidFill>
            <a:srgbClr val="7F95A3"/>
          </a:solidFill>
          <a:ln/>
        </p:spPr>
      </p:sp>
      <p:sp>
        <p:nvSpPr>
          <p:cNvPr id="63" name="Shape 60"/>
          <p:cNvSpPr/>
          <p:nvPr/>
        </p:nvSpPr>
        <p:spPr>
          <a:xfrm>
            <a:off x="10561835" y="6140196"/>
            <a:ext cx="155448" cy="155448"/>
          </a:xfrm>
          <a:prstGeom prst="ellipse">
            <a:avLst/>
          </a:prstGeom>
          <a:solidFill>
            <a:srgbClr val="3B3B3B"/>
          </a:solidFill>
          <a:ln/>
        </p:spPr>
      </p:sp>
      <p:sp>
        <p:nvSpPr>
          <p:cNvPr id="64" name="Shape 61"/>
          <p:cNvSpPr/>
          <p:nvPr/>
        </p:nvSpPr>
        <p:spPr>
          <a:xfrm>
            <a:off x="10698508" y="6190488"/>
            <a:ext cx="54864" cy="54864"/>
          </a:xfrm>
          <a:prstGeom prst="ellipse">
            <a:avLst/>
          </a:prstGeom>
          <a:solidFill>
            <a:srgbClr val="CFD9DF"/>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pic>
        <p:nvPicPr>
          <p:cNvPr id="2" name="Step 52 image" descr="Step 52: Draw the first bird">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99539" cy="292608"/>
          </a:xfrm>
          <a:prstGeom prst="roundRect">
            <a:avLst>
              <a:gd name="adj" fmla="val 31250"/>
            </a:avLst>
          </a:prstGeom>
          <a:solidFill>
            <a:srgbClr val="3B3B3B"/>
          </a:solidFill>
          <a:ln/>
        </p:spPr>
        <p:txBody>
          <a:bodyPr wrap="square" lIns="0" tIns="0" rIns="0" bIns="0" rtlCol="0" anchor="ctr"/>
          <a:lstStyle/>
          <a:p>
            <a:pPr algn="ctr" indent="0" marL="0">
              <a:buNone/>
            </a:pPr>
            <a:r>
              <a:rPr lang="en-US" sz="1100" b="1" dirty="0">
                <a:solidFill>
                  <a:srgbClr val="FFFFFF"/>
                </a:solidFill>
              </a:rPr>
              <a:t>STAGE 10 · BIRDS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52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Draw the first bird</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Draw a tiny bird as two quick, curved strokes that meet in a small “v”.</a:t>
            </a:r>
            <a:endParaRPr lang="en-US" sz="1500" dirty="0"/>
          </a:p>
          <a:p>
            <a:pPr marL="203200" indent="-203200">
              <a:spcAft>
                <a:spcPts val="600"/>
              </a:spcAft>
              <a:buSzPct val="100000"/>
              <a:buChar char="•"/>
            </a:pPr>
            <a:r>
              <a:rPr lang="en-US" sz="1500" dirty="0">
                <a:solidFill>
                  <a:schemeClr val="tx1"/>
                </a:solidFill>
              </a:rPr>
              <a:t>Place it in the upper right of the sky.</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Birds are just two small curves. Don't add detail.</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Black fine-tip pen"/>
          <p:cNvSpPr/>
          <p:nvPr/>
        </p:nvSpPr>
        <p:spPr>
          <a:xfrm>
            <a:off x="6277336" y="5532120"/>
            <a:ext cx="329184" cy="329184"/>
          </a:xfrm>
          <a:prstGeom prst="ellipse">
            <a:avLst/>
          </a:prstGeom>
          <a:solidFill>
            <a:srgbClr val="314343"/>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Black fine-tip pen</a:t>
            </a:r>
            <a:endParaRPr lang="en-US" sz="1100" dirty="0"/>
          </a:p>
          <a:p>
            <a:pPr indent="0" marL="0">
              <a:buNone/>
            </a:pPr>
            <a:r>
              <a:rPr lang="en-US" sz="1000" dirty="0">
                <a:solidFill>
                  <a:srgbClr val="4A5058"/>
                </a:solidFill>
              </a:rPr>
              <a:t>#314343</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66230" y="6190488"/>
            <a:ext cx="54864" cy="54864"/>
          </a:xfrm>
          <a:prstGeom prst="ellipse">
            <a:avLst/>
          </a:prstGeom>
          <a:solidFill>
            <a:srgbClr val="7F95A3"/>
          </a:solidFill>
          <a:ln/>
        </p:spPr>
      </p:sp>
      <p:sp>
        <p:nvSpPr>
          <p:cNvPr id="38" name="Shape 35"/>
          <p:cNvSpPr/>
          <p:nvPr/>
        </p:nvSpPr>
        <p:spPr>
          <a:xfrm>
            <a:off x="8452611" y="6190488"/>
            <a:ext cx="54864" cy="54864"/>
          </a:xfrm>
          <a:prstGeom prst="ellipse">
            <a:avLst/>
          </a:prstGeom>
          <a:solidFill>
            <a:srgbClr val="7F95A3"/>
          </a:solidFill>
          <a:ln/>
        </p:spPr>
      </p:sp>
      <p:sp>
        <p:nvSpPr>
          <p:cNvPr id="39" name="Shape 36"/>
          <p:cNvSpPr/>
          <p:nvPr/>
        </p:nvSpPr>
        <p:spPr>
          <a:xfrm>
            <a:off x="8538991" y="6190488"/>
            <a:ext cx="54864" cy="54864"/>
          </a:xfrm>
          <a:prstGeom prst="ellipse">
            <a:avLst/>
          </a:prstGeom>
          <a:solidFill>
            <a:srgbClr val="7F95A3"/>
          </a:solidFill>
          <a:ln/>
        </p:spPr>
      </p:sp>
      <p:sp>
        <p:nvSpPr>
          <p:cNvPr id="40" name="Shape 37"/>
          <p:cNvSpPr/>
          <p:nvPr/>
        </p:nvSpPr>
        <p:spPr>
          <a:xfrm>
            <a:off x="8625372" y="6190488"/>
            <a:ext cx="54864" cy="54864"/>
          </a:xfrm>
          <a:prstGeom prst="ellipse">
            <a:avLst/>
          </a:prstGeom>
          <a:solidFill>
            <a:srgbClr val="7F95A3"/>
          </a:solidFill>
          <a:ln/>
        </p:spPr>
      </p:sp>
      <p:sp>
        <p:nvSpPr>
          <p:cNvPr id="41" name="Shape 38"/>
          <p:cNvSpPr/>
          <p:nvPr/>
        </p:nvSpPr>
        <p:spPr>
          <a:xfrm>
            <a:off x="8711753" y="6190488"/>
            <a:ext cx="54864" cy="54864"/>
          </a:xfrm>
          <a:prstGeom prst="ellipse">
            <a:avLst/>
          </a:prstGeom>
          <a:solidFill>
            <a:srgbClr val="7F95A3"/>
          </a:solidFill>
          <a:ln/>
        </p:spPr>
      </p:sp>
      <p:sp>
        <p:nvSpPr>
          <p:cNvPr id="42" name="Shape 39"/>
          <p:cNvSpPr/>
          <p:nvPr/>
        </p:nvSpPr>
        <p:spPr>
          <a:xfrm>
            <a:off x="8798133" y="6190488"/>
            <a:ext cx="54864" cy="54864"/>
          </a:xfrm>
          <a:prstGeom prst="ellipse">
            <a:avLst/>
          </a:prstGeom>
          <a:solidFill>
            <a:srgbClr val="7F95A3"/>
          </a:solidFill>
          <a:ln/>
        </p:spPr>
      </p:sp>
      <p:sp>
        <p:nvSpPr>
          <p:cNvPr id="43" name="Shape 40"/>
          <p:cNvSpPr/>
          <p:nvPr/>
        </p:nvSpPr>
        <p:spPr>
          <a:xfrm>
            <a:off x="8884514" y="6190488"/>
            <a:ext cx="54864" cy="54864"/>
          </a:xfrm>
          <a:prstGeom prst="ellipse">
            <a:avLst/>
          </a:prstGeom>
          <a:solidFill>
            <a:srgbClr val="7F95A3"/>
          </a:solidFill>
          <a:ln/>
        </p:spPr>
      </p:sp>
      <p:sp>
        <p:nvSpPr>
          <p:cNvPr id="44" name="Shape 41"/>
          <p:cNvSpPr/>
          <p:nvPr/>
        </p:nvSpPr>
        <p:spPr>
          <a:xfrm>
            <a:off x="8970895" y="6190488"/>
            <a:ext cx="54864" cy="54864"/>
          </a:xfrm>
          <a:prstGeom prst="ellipse">
            <a:avLst/>
          </a:prstGeom>
          <a:solidFill>
            <a:srgbClr val="7F95A3"/>
          </a:solidFill>
          <a:ln/>
        </p:spPr>
      </p:sp>
      <p:sp>
        <p:nvSpPr>
          <p:cNvPr id="45" name="Shape 42"/>
          <p:cNvSpPr/>
          <p:nvPr/>
        </p:nvSpPr>
        <p:spPr>
          <a:xfrm>
            <a:off x="9057275" y="6190488"/>
            <a:ext cx="54864" cy="54864"/>
          </a:xfrm>
          <a:prstGeom prst="ellipse">
            <a:avLst/>
          </a:prstGeom>
          <a:solidFill>
            <a:srgbClr val="7F95A3"/>
          </a:solidFill>
          <a:ln/>
        </p:spPr>
      </p:sp>
      <p:sp>
        <p:nvSpPr>
          <p:cNvPr id="46" name="Shape 43"/>
          <p:cNvSpPr/>
          <p:nvPr/>
        </p:nvSpPr>
        <p:spPr>
          <a:xfrm>
            <a:off x="9143656" y="6190488"/>
            <a:ext cx="54864" cy="54864"/>
          </a:xfrm>
          <a:prstGeom prst="ellipse">
            <a:avLst/>
          </a:prstGeom>
          <a:solidFill>
            <a:srgbClr val="7F95A3"/>
          </a:solidFill>
          <a:ln/>
        </p:spPr>
      </p:sp>
      <p:sp>
        <p:nvSpPr>
          <p:cNvPr id="47" name="Shape 44"/>
          <p:cNvSpPr/>
          <p:nvPr/>
        </p:nvSpPr>
        <p:spPr>
          <a:xfrm>
            <a:off x="9230036" y="6190488"/>
            <a:ext cx="54864" cy="54864"/>
          </a:xfrm>
          <a:prstGeom prst="ellipse">
            <a:avLst/>
          </a:prstGeom>
          <a:solidFill>
            <a:srgbClr val="7F95A3"/>
          </a:solidFill>
          <a:ln/>
        </p:spPr>
      </p:sp>
      <p:sp>
        <p:nvSpPr>
          <p:cNvPr id="48" name="Shape 45"/>
          <p:cNvSpPr/>
          <p:nvPr/>
        </p:nvSpPr>
        <p:spPr>
          <a:xfrm>
            <a:off x="9316417" y="6190488"/>
            <a:ext cx="54864" cy="54864"/>
          </a:xfrm>
          <a:prstGeom prst="ellipse">
            <a:avLst/>
          </a:prstGeom>
          <a:solidFill>
            <a:srgbClr val="7F95A3"/>
          </a:solidFill>
          <a:ln/>
        </p:spPr>
      </p:sp>
      <p:sp>
        <p:nvSpPr>
          <p:cNvPr id="49" name="Shape 46"/>
          <p:cNvSpPr/>
          <p:nvPr/>
        </p:nvSpPr>
        <p:spPr>
          <a:xfrm>
            <a:off x="9402798" y="6190488"/>
            <a:ext cx="54864" cy="54864"/>
          </a:xfrm>
          <a:prstGeom prst="ellipse">
            <a:avLst/>
          </a:prstGeom>
          <a:solidFill>
            <a:srgbClr val="7F95A3"/>
          </a:solidFill>
          <a:ln/>
        </p:spPr>
      </p:sp>
      <p:sp>
        <p:nvSpPr>
          <p:cNvPr id="50" name="Shape 47"/>
          <p:cNvSpPr/>
          <p:nvPr/>
        </p:nvSpPr>
        <p:spPr>
          <a:xfrm>
            <a:off x="9489178" y="6190488"/>
            <a:ext cx="54864" cy="54864"/>
          </a:xfrm>
          <a:prstGeom prst="ellipse">
            <a:avLst/>
          </a:prstGeom>
          <a:solidFill>
            <a:srgbClr val="7F95A3"/>
          </a:solidFill>
          <a:ln/>
        </p:spPr>
      </p:sp>
      <p:sp>
        <p:nvSpPr>
          <p:cNvPr id="51" name="Shape 48"/>
          <p:cNvSpPr/>
          <p:nvPr/>
        </p:nvSpPr>
        <p:spPr>
          <a:xfrm>
            <a:off x="9575559" y="6190488"/>
            <a:ext cx="54864" cy="54864"/>
          </a:xfrm>
          <a:prstGeom prst="ellipse">
            <a:avLst/>
          </a:prstGeom>
          <a:solidFill>
            <a:srgbClr val="7F95A3"/>
          </a:solidFill>
          <a:ln/>
        </p:spPr>
      </p:sp>
      <p:sp>
        <p:nvSpPr>
          <p:cNvPr id="52" name="Shape 49"/>
          <p:cNvSpPr/>
          <p:nvPr/>
        </p:nvSpPr>
        <p:spPr>
          <a:xfrm>
            <a:off x="9661940" y="6190488"/>
            <a:ext cx="54864" cy="54864"/>
          </a:xfrm>
          <a:prstGeom prst="ellipse">
            <a:avLst/>
          </a:prstGeom>
          <a:solidFill>
            <a:srgbClr val="7F95A3"/>
          </a:solidFill>
          <a:ln/>
        </p:spPr>
      </p:sp>
      <p:sp>
        <p:nvSpPr>
          <p:cNvPr id="53" name="Shape 50"/>
          <p:cNvSpPr/>
          <p:nvPr/>
        </p:nvSpPr>
        <p:spPr>
          <a:xfrm>
            <a:off x="9748320" y="6190488"/>
            <a:ext cx="54864" cy="54864"/>
          </a:xfrm>
          <a:prstGeom prst="ellipse">
            <a:avLst/>
          </a:prstGeom>
          <a:solidFill>
            <a:srgbClr val="7F95A3"/>
          </a:solidFill>
          <a:ln/>
        </p:spPr>
      </p:sp>
      <p:sp>
        <p:nvSpPr>
          <p:cNvPr id="54" name="Shape 51"/>
          <p:cNvSpPr/>
          <p:nvPr/>
        </p:nvSpPr>
        <p:spPr>
          <a:xfrm>
            <a:off x="9834701" y="6190488"/>
            <a:ext cx="54864" cy="54864"/>
          </a:xfrm>
          <a:prstGeom prst="ellipse">
            <a:avLst/>
          </a:prstGeom>
          <a:solidFill>
            <a:srgbClr val="7F95A3"/>
          </a:solidFill>
          <a:ln/>
        </p:spPr>
      </p:sp>
      <p:sp>
        <p:nvSpPr>
          <p:cNvPr id="55" name="Shape 52"/>
          <p:cNvSpPr/>
          <p:nvPr/>
        </p:nvSpPr>
        <p:spPr>
          <a:xfrm>
            <a:off x="9921082" y="6190488"/>
            <a:ext cx="54864" cy="54864"/>
          </a:xfrm>
          <a:prstGeom prst="ellipse">
            <a:avLst/>
          </a:prstGeom>
          <a:solidFill>
            <a:srgbClr val="7F95A3"/>
          </a:solidFill>
          <a:ln/>
        </p:spPr>
      </p:sp>
      <p:sp>
        <p:nvSpPr>
          <p:cNvPr id="56" name="Shape 53"/>
          <p:cNvSpPr/>
          <p:nvPr/>
        </p:nvSpPr>
        <p:spPr>
          <a:xfrm>
            <a:off x="10007462" y="6190488"/>
            <a:ext cx="54864" cy="54864"/>
          </a:xfrm>
          <a:prstGeom prst="ellipse">
            <a:avLst/>
          </a:prstGeom>
          <a:solidFill>
            <a:srgbClr val="7F95A3"/>
          </a:solidFill>
          <a:ln/>
        </p:spPr>
      </p:sp>
      <p:sp>
        <p:nvSpPr>
          <p:cNvPr id="57" name="Shape 54"/>
          <p:cNvSpPr/>
          <p:nvPr/>
        </p:nvSpPr>
        <p:spPr>
          <a:xfrm>
            <a:off x="10093843" y="6190488"/>
            <a:ext cx="54864" cy="54864"/>
          </a:xfrm>
          <a:prstGeom prst="ellipse">
            <a:avLst/>
          </a:prstGeom>
          <a:solidFill>
            <a:srgbClr val="7F95A3"/>
          </a:solidFill>
          <a:ln/>
        </p:spPr>
      </p:sp>
      <p:sp>
        <p:nvSpPr>
          <p:cNvPr id="58" name="Shape 55"/>
          <p:cNvSpPr/>
          <p:nvPr/>
        </p:nvSpPr>
        <p:spPr>
          <a:xfrm>
            <a:off x="10180224" y="6190488"/>
            <a:ext cx="54864" cy="54864"/>
          </a:xfrm>
          <a:prstGeom prst="ellipse">
            <a:avLst/>
          </a:prstGeom>
          <a:solidFill>
            <a:srgbClr val="7F95A3"/>
          </a:solidFill>
          <a:ln/>
        </p:spPr>
      </p:sp>
      <p:sp>
        <p:nvSpPr>
          <p:cNvPr id="59" name="Shape 56"/>
          <p:cNvSpPr/>
          <p:nvPr/>
        </p:nvSpPr>
        <p:spPr>
          <a:xfrm>
            <a:off x="10266604" y="6190488"/>
            <a:ext cx="54864" cy="54864"/>
          </a:xfrm>
          <a:prstGeom prst="ellipse">
            <a:avLst/>
          </a:prstGeom>
          <a:solidFill>
            <a:srgbClr val="7F95A3"/>
          </a:solidFill>
          <a:ln/>
        </p:spPr>
      </p:sp>
      <p:sp>
        <p:nvSpPr>
          <p:cNvPr id="60" name="Shape 57"/>
          <p:cNvSpPr/>
          <p:nvPr/>
        </p:nvSpPr>
        <p:spPr>
          <a:xfrm>
            <a:off x="10352985" y="6190488"/>
            <a:ext cx="54864" cy="54864"/>
          </a:xfrm>
          <a:prstGeom prst="ellipse">
            <a:avLst/>
          </a:prstGeom>
          <a:solidFill>
            <a:srgbClr val="7F95A3"/>
          </a:solidFill>
          <a:ln/>
        </p:spPr>
      </p:sp>
      <p:sp>
        <p:nvSpPr>
          <p:cNvPr id="61" name="Shape 58"/>
          <p:cNvSpPr/>
          <p:nvPr/>
        </p:nvSpPr>
        <p:spPr>
          <a:xfrm>
            <a:off x="10439366" y="6190488"/>
            <a:ext cx="54864" cy="54864"/>
          </a:xfrm>
          <a:prstGeom prst="ellipse">
            <a:avLst/>
          </a:prstGeom>
          <a:solidFill>
            <a:srgbClr val="7F95A3"/>
          </a:solidFill>
          <a:ln/>
        </p:spPr>
      </p:sp>
      <p:sp>
        <p:nvSpPr>
          <p:cNvPr id="62" name="Shape 59"/>
          <p:cNvSpPr/>
          <p:nvPr/>
        </p:nvSpPr>
        <p:spPr>
          <a:xfrm>
            <a:off x="10525746" y="6190488"/>
            <a:ext cx="54864" cy="54864"/>
          </a:xfrm>
          <a:prstGeom prst="ellipse">
            <a:avLst/>
          </a:prstGeom>
          <a:solidFill>
            <a:srgbClr val="7F95A3"/>
          </a:solidFill>
          <a:ln/>
        </p:spPr>
      </p:sp>
      <p:sp>
        <p:nvSpPr>
          <p:cNvPr id="63" name="Shape 60"/>
          <p:cNvSpPr/>
          <p:nvPr/>
        </p:nvSpPr>
        <p:spPr>
          <a:xfrm>
            <a:off x="10612127" y="6190488"/>
            <a:ext cx="54864" cy="54864"/>
          </a:xfrm>
          <a:prstGeom prst="ellipse">
            <a:avLst/>
          </a:prstGeom>
          <a:solidFill>
            <a:srgbClr val="7F95A3"/>
          </a:solidFill>
          <a:ln/>
        </p:spPr>
      </p:sp>
      <p:sp>
        <p:nvSpPr>
          <p:cNvPr id="64" name="Shape 61"/>
          <p:cNvSpPr/>
          <p:nvPr/>
        </p:nvSpPr>
        <p:spPr>
          <a:xfrm>
            <a:off x="10648216" y="6140196"/>
            <a:ext cx="155448" cy="155448"/>
          </a:xfrm>
          <a:prstGeom prst="ellipse">
            <a:avLst/>
          </a:prstGeom>
          <a:solidFill>
            <a:srgbClr val="3B3B3B"/>
          </a:solidFill>
          <a:ln/>
        </p:spPr>
      </p:sp>
      <p:sp>
        <p:nvSpPr>
          <p:cNvPr id="65" name="Shape 62"/>
          <p:cNvSpPr/>
          <p:nvPr/>
        </p:nvSpPr>
        <p:spPr>
          <a:xfrm>
            <a:off x="10784888" y="6190488"/>
            <a:ext cx="54864" cy="54864"/>
          </a:xfrm>
          <a:prstGeom prst="ellipse">
            <a:avLst/>
          </a:prstGeom>
          <a:solidFill>
            <a:srgbClr val="CFD9DF"/>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pic>
        <p:nvPicPr>
          <p:cNvPr id="2" name="Step 53 image" descr="Step 53: Add a few more small birds">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99539" cy="292608"/>
          </a:xfrm>
          <a:prstGeom prst="roundRect">
            <a:avLst>
              <a:gd name="adj" fmla="val 31250"/>
            </a:avLst>
          </a:prstGeom>
          <a:solidFill>
            <a:srgbClr val="3B3B3B"/>
          </a:solidFill>
          <a:ln/>
        </p:spPr>
        <p:txBody>
          <a:bodyPr wrap="square" lIns="0" tIns="0" rIns="0" bIns="0" rtlCol="0" anchor="ctr"/>
          <a:lstStyle/>
          <a:p>
            <a:pPr algn="ctr" indent="0" marL="0">
              <a:buNone/>
            </a:pPr>
            <a:r>
              <a:rPr lang="en-US" sz="1100" b="1" dirty="0">
                <a:solidFill>
                  <a:srgbClr val="FFFFFF"/>
                </a:solidFill>
              </a:rPr>
              <a:t>STAGE 10 · BIRDS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53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Add a few more small birds</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Add several more birds nearby, each at a slightly different angle.</a:t>
            </a:r>
            <a:endParaRPr lang="en-US" sz="1500" dirty="0"/>
          </a:p>
          <a:p>
            <a:pPr marL="203200" indent="-203200">
              <a:spcAft>
                <a:spcPts val="600"/>
              </a:spcAft>
              <a:buSzPct val="100000"/>
              <a:buChar char="•"/>
            </a:pPr>
            <a:r>
              <a:rPr lang="en-US" sz="1500" dirty="0">
                <a:solidFill>
                  <a:schemeClr val="tx1"/>
                </a:solidFill>
              </a:rPr>
              <a:t>Keep them small and loosely grouped.</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A loose cluster looks like a flock. Even spacing looks like wallpaper.</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Black fine-tip pen"/>
          <p:cNvSpPr/>
          <p:nvPr/>
        </p:nvSpPr>
        <p:spPr>
          <a:xfrm>
            <a:off x="6277336" y="5532120"/>
            <a:ext cx="329184" cy="329184"/>
          </a:xfrm>
          <a:prstGeom prst="ellipse">
            <a:avLst/>
          </a:prstGeom>
          <a:solidFill>
            <a:srgbClr val="314343"/>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Black fine-tip pen</a:t>
            </a:r>
            <a:endParaRPr lang="en-US" sz="1100" dirty="0"/>
          </a:p>
          <a:p>
            <a:pPr indent="0" marL="0">
              <a:buNone/>
            </a:pPr>
            <a:r>
              <a:rPr lang="en-US" sz="1000" dirty="0">
                <a:solidFill>
                  <a:srgbClr val="4A5058"/>
                </a:solidFill>
              </a:rPr>
              <a:t>#314343</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66230" y="6190488"/>
            <a:ext cx="54864" cy="54864"/>
          </a:xfrm>
          <a:prstGeom prst="ellipse">
            <a:avLst/>
          </a:prstGeom>
          <a:solidFill>
            <a:srgbClr val="7F95A3"/>
          </a:solidFill>
          <a:ln/>
        </p:spPr>
      </p:sp>
      <p:sp>
        <p:nvSpPr>
          <p:cNvPr id="38" name="Shape 35"/>
          <p:cNvSpPr/>
          <p:nvPr/>
        </p:nvSpPr>
        <p:spPr>
          <a:xfrm>
            <a:off x="8452611" y="6190488"/>
            <a:ext cx="54864" cy="54864"/>
          </a:xfrm>
          <a:prstGeom prst="ellipse">
            <a:avLst/>
          </a:prstGeom>
          <a:solidFill>
            <a:srgbClr val="7F95A3"/>
          </a:solidFill>
          <a:ln/>
        </p:spPr>
      </p:sp>
      <p:sp>
        <p:nvSpPr>
          <p:cNvPr id="39" name="Shape 36"/>
          <p:cNvSpPr/>
          <p:nvPr/>
        </p:nvSpPr>
        <p:spPr>
          <a:xfrm>
            <a:off x="8538991" y="6190488"/>
            <a:ext cx="54864" cy="54864"/>
          </a:xfrm>
          <a:prstGeom prst="ellipse">
            <a:avLst/>
          </a:prstGeom>
          <a:solidFill>
            <a:srgbClr val="7F95A3"/>
          </a:solidFill>
          <a:ln/>
        </p:spPr>
      </p:sp>
      <p:sp>
        <p:nvSpPr>
          <p:cNvPr id="40" name="Shape 37"/>
          <p:cNvSpPr/>
          <p:nvPr/>
        </p:nvSpPr>
        <p:spPr>
          <a:xfrm>
            <a:off x="8625372" y="6190488"/>
            <a:ext cx="54864" cy="54864"/>
          </a:xfrm>
          <a:prstGeom prst="ellipse">
            <a:avLst/>
          </a:prstGeom>
          <a:solidFill>
            <a:srgbClr val="7F95A3"/>
          </a:solidFill>
          <a:ln/>
        </p:spPr>
      </p:sp>
      <p:sp>
        <p:nvSpPr>
          <p:cNvPr id="41" name="Shape 38"/>
          <p:cNvSpPr/>
          <p:nvPr/>
        </p:nvSpPr>
        <p:spPr>
          <a:xfrm>
            <a:off x="8711753" y="6190488"/>
            <a:ext cx="54864" cy="54864"/>
          </a:xfrm>
          <a:prstGeom prst="ellipse">
            <a:avLst/>
          </a:prstGeom>
          <a:solidFill>
            <a:srgbClr val="7F95A3"/>
          </a:solidFill>
          <a:ln/>
        </p:spPr>
      </p:sp>
      <p:sp>
        <p:nvSpPr>
          <p:cNvPr id="42" name="Shape 39"/>
          <p:cNvSpPr/>
          <p:nvPr/>
        </p:nvSpPr>
        <p:spPr>
          <a:xfrm>
            <a:off x="8798133" y="6190488"/>
            <a:ext cx="54864" cy="54864"/>
          </a:xfrm>
          <a:prstGeom prst="ellipse">
            <a:avLst/>
          </a:prstGeom>
          <a:solidFill>
            <a:srgbClr val="7F95A3"/>
          </a:solidFill>
          <a:ln/>
        </p:spPr>
      </p:sp>
      <p:sp>
        <p:nvSpPr>
          <p:cNvPr id="43" name="Shape 40"/>
          <p:cNvSpPr/>
          <p:nvPr/>
        </p:nvSpPr>
        <p:spPr>
          <a:xfrm>
            <a:off x="8884514" y="6190488"/>
            <a:ext cx="54864" cy="54864"/>
          </a:xfrm>
          <a:prstGeom prst="ellipse">
            <a:avLst/>
          </a:prstGeom>
          <a:solidFill>
            <a:srgbClr val="7F95A3"/>
          </a:solidFill>
          <a:ln/>
        </p:spPr>
      </p:sp>
      <p:sp>
        <p:nvSpPr>
          <p:cNvPr id="44" name="Shape 41"/>
          <p:cNvSpPr/>
          <p:nvPr/>
        </p:nvSpPr>
        <p:spPr>
          <a:xfrm>
            <a:off x="8970895" y="6190488"/>
            <a:ext cx="54864" cy="54864"/>
          </a:xfrm>
          <a:prstGeom prst="ellipse">
            <a:avLst/>
          </a:prstGeom>
          <a:solidFill>
            <a:srgbClr val="7F95A3"/>
          </a:solidFill>
          <a:ln/>
        </p:spPr>
      </p:sp>
      <p:sp>
        <p:nvSpPr>
          <p:cNvPr id="45" name="Shape 42"/>
          <p:cNvSpPr/>
          <p:nvPr/>
        </p:nvSpPr>
        <p:spPr>
          <a:xfrm>
            <a:off x="9057275" y="6190488"/>
            <a:ext cx="54864" cy="54864"/>
          </a:xfrm>
          <a:prstGeom prst="ellipse">
            <a:avLst/>
          </a:prstGeom>
          <a:solidFill>
            <a:srgbClr val="7F95A3"/>
          </a:solidFill>
          <a:ln/>
        </p:spPr>
      </p:sp>
      <p:sp>
        <p:nvSpPr>
          <p:cNvPr id="46" name="Shape 43"/>
          <p:cNvSpPr/>
          <p:nvPr/>
        </p:nvSpPr>
        <p:spPr>
          <a:xfrm>
            <a:off x="9143656" y="6190488"/>
            <a:ext cx="54864" cy="54864"/>
          </a:xfrm>
          <a:prstGeom prst="ellipse">
            <a:avLst/>
          </a:prstGeom>
          <a:solidFill>
            <a:srgbClr val="7F95A3"/>
          </a:solidFill>
          <a:ln/>
        </p:spPr>
      </p:sp>
      <p:sp>
        <p:nvSpPr>
          <p:cNvPr id="47" name="Shape 44"/>
          <p:cNvSpPr/>
          <p:nvPr/>
        </p:nvSpPr>
        <p:spPr>
          <a:xfrm>
            <a:off x="9230036" y="6190488"/>
            <a:ext cx="54864" cy="54864"/>
          </a:xfrm>
          <a:prstGeom prst="ellipse">
            <a:avLst/>
          </a:prstGeom>
          <a:solidFill>
            <a:srgbClr val="7F95A3"/>
          </a:solidFill>
          <a:ln/>
        </p:spPr>
      </p:sp>
      <p:sp>
        <p:nvSpPr>
          <p:cNvPr id="48" name="Shape 45"/>
          <p:cNvSpPr/>
          <p:nvPr/>
        </p:nvSpPr>
        <p:spPr>
          <a:xfrm>
            <a:off x="9316417" y="6190488"/>
            <a:ext cx="54864" cy="54864"/>
          </a:xfrm>
          <a:prstGeom prst="ellipse">
            <a:avLst/>
          </a:prstGeom>
          <a:solidFill>
            <a:srgbClr val="7F95A3"/>
          </a:solidFill>
          <a:ln/>
        </p:spPr>
      </p:sp>
      <p:sp>
        <p:nvSpPr>
          <p:cNvPr id="49" name="Shape 46"/>
          <p:cNvSpPr/>
          <p:nvPr/>
        </p:nvSpPr>
        <p:spPr>
          <a:xfrm>
            <a:off x="9402798" y="6190488"/>
            <a:ext cx="54864" cy="54864"/>
          </a:xfrm>
          <a:prstGeom prst="ellipse">
            <a:avLst/>
          </a:prstGeom>
          <a:solidFill>
            <a:srgbClr val="7F95A3"/>
          </a:solidFill>
          <a:ln/>
        </p:spPr>
      </p:sp>
      <p:sp>
        <p:nvSpPr>
          <p:cNvPr id="50" name="Shape 47"/>
          <p:cNvSpPr/>
          <p:nvPr/>
        </p:nvSpPr>
        <p:spPr>
          <a:xfrm>
            <a:off x="9489178" y="6190488"/>
            <a:ext cx="54864" cy="54864"/>
          </a:xfrm>
          <a:prstGeom prst="ellipse">
            <a:avLst/>
          </a:prstGeom>
          <a:solidFill>
            <a:srgbClr val="7F95A3"/>
          </a:solidFill>
          <a:ln/>
        </p:spPr>
      </p:sp>
      <p:sp>
        <p:nvSpPr>
          <p:cNvPr id="51" name="Shape 48"/>
          <p:cNvSpPr/>
          <p:nvPr/>
        </p:nvSpPr>
        <p:spPr>
          <a:xfrm>
            <a:off x="9575559" y="6190488"/>
            <a:ext cx="54864" cy="54864"/>
          </a:xfrm>
          <a:prstGeom prst="ellipse">
            <a:avLst/>
          </a:prstGeom>
          <a:solidFill>
            <a:srgbClr val="7F95A3"/>
          </a:solidFill>
          <a:ln/>
        </p:spPr>
      </p:sp>
      <p:sp>
        <p:nvSpPr>
          <p:cNvPr id="52" name="Shape 49"/>
          <p:cNvSpPr/>
          <p:nvPr/>
        </p:nvSpPr>
        <p:spPr>
          <a:xfrm>
            <a:off x="9661940" y="6190488"/>
            <a:ext cx="54864" cy="54864"/>
          </a:xfrm>
          <a:prstGeom prst="ellipse">
            <a:avLst/>
          </a:prstGeom>
          <a:solidFill>
            <a:srgbClr val="7F95A3"/>
          </a:solidFill>
          <a:ln/>
        </p:spPr>
      </p:sp>
      <p:sp>
        <p:nvSpPr>
          <p:cNvPr id="53" name="Shape 50"/>
          <p:cNvSpPr/>
          <p:nvPr/>
        </p:nvSpPr>
        <p:spPr>
          <a:xfrm>
            <a:off x="9748320" y="6190488"/>
            <a:ext cx="54864" cy="54864"/>
          </a:xfrm>
          <a:prstGeom prst="ellipse">
            <a:avLst/>
          </a:prstGeom>
          <a:solidFill>
            <a:srgbClr val="7F95A3"/>
          </a:solidFill>
          <a:ln/>
        </p:spPr>
      </p:sp>
      <p:sp>
        <p:nvSpPr>
          <p:cNvPr id="54" name="Shape 51"/>
          <p:cNvSpPr/>
          <p:nvPr/>
        </p:nvSpPr>
        <p:spPr>
          <a:xfrm>
            <a:off x="9834701" y="6190488"/>
            <a:ext cx="54864" cy="54864"/>
          </a:xfrm>
          <a:prstGeom prst="ellipse">
            <a:avLst/>
          </a:prstGeom>
          <a:solidFill>
            <a:srgbClr val="7F95A3"/>
          </a:solidFill>
          <a:ln/>
        </p:spPr>
      </p:sp>
      <p:sp>
        <p:nvSpPr>
          <p:cNvPr id="55" name="Shape 52"/>
          <p:cNvSpPr/>
          <p:nvPr/>
        </p:nvSpPr>
        <p:spPr>
          <a:xfrm>
            <a:off x="9921082" y="6190488"/>
            <a:ext cx="54864" cy="54864"/>
          </a:xfrm>
          <a:prstGeom prst="ellipse">
            <a:avLst/>
          </a:prstGeom>
          <a:solidFill>
            <a:srgbClr val="7F95A3"/>
          </a:solidFill>
          <a:ln/>
        </p:spPr>
      </p:sp>
      <p:sp>
        <p:nvSpPr>
          <p:cNvPr id="56" name="Shape 53"/>
          <p:cNvSpPr/>
          <p:nvPr/>
        </p:nvSpPr>
        <p:spPr>
          <a:xfrm>
            <a:off x="10007462" y="6190488"/>
            <a:ext cx="54864" cy="54864"/>
          </a:xfrm>
          <a:prstGeom prst="ellipse">
            <a:avLst/>
          </a:prstGeom>
          <a:solidFill>
            <a:srgbClr val="7F95A3"/>
          </a:solidFill>
          <a:ln/>
        </p:spPr>
      </p:sp>
      <p:sp>
        <p:nvSpPr>
          <p:cNvPr id="57" name="Shape 54"/>
          <p:cNvSpPr/>
          <p:nvPr/>
        </p:nvSpPr>
        <p:spPr>
          <a:xfrm>
            <a:off x="10093843" y="6190488"/>
            <a:ext cx="54864" cy="54864"/>
          </a:xfrm>
          <a:prstGeom prst="ellipse">
            <a:avLst/>
          </a:prstGeom>
          <a:solidFill>
            <a:srgbClr val="7F95A3"/>
          </a:solidFill>
          <a:ln/>
        </p:spPr>
      </p:sp>
      <p:sp>
        <p:nvSpPr>
          <p:cNvPr id="58" name="Shape 55"/>
          <p:cNvSpPr/>
          <p:nvPr/>
        </p:nvSpPr>
        <p:spPr>
          <a:xfrm>
            <a:off x="10180224" y="6190488"/>
            <a:ext cx="54864" cy="54864"/>
          </a:xfrm>
          <a:prstGeom prst="ellipse">
            <a:avLst/>
          </a:prstGeom>
          <a:solidFill>
            <a:srgbClr val="7F95A3"/>
          </a:solidFill>
          <a:ln/>
        </p:spPr>
      </p:sp>
      <p:sp>
        <p:nvSpPr>
          <p:cNvPr id="59" name="Shape 56"/>
          <p:cNvSpPr/>
          <p:nvPr/>
        </p:nvSpPr>
        <p:spPr>
          <a:xfrm>
            <a:off x="10266604" y="6190488"/>
            <a:ext cx="54864" cy="54864"/>
          </a:xfrm>
          <a:prstGeom prst="ellipse">
            <a:avLst/>
          </a:prstGeom>
          <a:solidFill>
            <a:srgbClr val="7F95A3"/>
          </a:solidFill>
          <a:ln/>
        </p:spPr>
      </p:sp>
      <p:sp>
        <p:nvSpPr>
          <p:cNvPr id="60" name="Shape 57"/>
          <p:cNvSpPr/>
          <p:nvPr/>
        </p:nvSpPr>
        <p:spPr>
          <a:xfrm>
            <a:off x="10352985" y="6190488"/>
            <a:ext cx="54864" cy="54864"/>
          </a:xfrm>
          <a:prstGeom prst="ellipse">
            <a:avLst/>
          </a:prstGeom>
          <a:solidFill>
            <a:srgbClr val="7F95A3"/>
          </a:solidFill>
          <a:ln/>
        </p:spPr>
      </p:sp>
      <p:sp>
        <p:nvSpPr>
          <p:cNvPr id="61" name="Shape 58"/>
          <p:cNvSpPr/>
          <p:nvPr/>
        </p:nvSpPr>
        <p:spPr>
          <a:xfrm>
            <a:off x="10439366" y="6190488"/>
            <a:ext cx="54864" cy="54864"/>
          </a:xfrm>
          <a:prstGeom prst="ellipse">
            <a:avLst/>
          </a:prstGeom>
          <a:solidFill>
            <a:srgbClr val="7F95A3"/>
          </a:solidFill>
          <a:ln/>
        </p:spPr>
      </p:sp>
      <p:sp>
        <p:nvSpPr>
          <p:cNvPr id="62" name="Shape 59"/>
          <p:cNvSpPr/>
          <p:nvPr/>
        </p:nvSpPr>
        <p:spPr>
          <a:xfrm>
            <a:off x="10525746" y="6190488"/>
            <a:ext cx="54864" cy="54864"/>
          </a:xfrm>
          <a:prstGeom prst="ellipse">
            <a:avLst/>
          </a:prstGeom>
          <a:solidFill>
            <a:srgbClr val="7F95A3"/>
          </a:solidFill>
          <a:ln/>
        </p:spPr>
      </p:sp>
      <p:sp>
        <p:nvSpPr>
          <p:cNvPr id="63" name="Shape 60"/>
          <p:cNvSpPr/>
          <p:nvPr/>
        </p:nvSpPr>
        <p:spPr>
          <a:xfrm>
            <a:off x="10612127" y="6190488"/>
            <a:ext cx="54864" cy="54864"/>
          </a:xfrm>
          <a:prstGeom prst="ellipse">
            <a:avLst/>
          </a:prstGeom>
          <a:solidFill>
            <a:srgbClr val="7F95A3"/>
          </a:solidFill>
          <a:ln/>
        </p:spPr>
      </p:sp>
      <p:sp>
        <p:nvSpPr>
          <p:cNvPr id="64" name="Shape 61"/>
          <p:cNvSpPr/>
          <p:nvPr/>
        </p:nvSpPr>
        <p:spPr>
          <a:xfrm>
            <a:off x="10698508" y="6190488"/>
            <a:ext cx="54864" cy="54864"/>
          </a:xfrm>
          <a:prstGeom prst="ellipse">
            <a:avLst/>
          </a:prstGeom>
          <a:solidFill>
            <a:srgbClr val="7F95A3"/>
          </a:solidFill>
          <a:ln/>
        </p:spPr>
      </p:sp>
      <p:sp>
        <p:nvSpPr>
          <p:cNvPr id="65" name="Shape 62"/>
          <p:cNvSpPr/>
          <p:nvPr/>
        </p:nvSpPr>
        <p:spPr>
          <a:xfrm>
            <a:off x="10734596" y="6140196"/>
            <a:ext cx="155448" cy="155448"/>
          </a:xfrm>
          <a:prstGeom prst="ellipse">
            <a:avLst/>
          </a:prstGeom>
          <a:solidFill>
            <a:srgbClr val="3B3B3B"/>
          </a:solidFill>
          <a:ln/>
        </p:spPr>
      </p:sp>
      <p:sp>
        <p:nvSpPr>
          <p:cNvPr id="66" name="Shape 63"/>
          <p:cNvSpPr/>
          <p:nvPr/>
        </p:nvSpPr>
        <p:spPr>
          <a:xfrm>
            <a:off x="10871269" y="6190488"/>
            <a:ext cx="54864" cy="54864"/>
          </a:xfrm>
          <a:prstGeom prst="ellipse">
            <a:avLst/>
          </a:prstGeom>
          <a:solidFill>
            <a:srgbClr val="CFD9DF"/>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pic>
        <p:nvPicPr>
          <p:cNvPr id="2" name="Step 54 image" descr="Step 54: Vary the birds' size">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99539" cy="292608"/>
          </a:xfrm>
          <a:prstGeom prst="roundRect">
            <a:avLst>
              <a:gd name="adj" fmla="val 31250"/>
            </a:avLst>
          </a:prstGeom>
          <a:solidFill>
            <a:srgbClr val="3B3B3B"/>
          </a:solidFill>
          <a:ln/>
        </p:spPr>
        <p:txBody>
          <a:bodyPr wrap="square" lIns="0" tIns="0" rIns="0" bIns="0" rtlCol="0" anchor="ctr"/>
          <a:lstStyle/>
          <a:p>
            <a:pPr algn="ctr" indent="0" marL="0">
              <a:buNone/>
            </a:pPr>
            <a:r>
              <a:rPr lang="en-US" sz="1100" b="1" dirty="0">
                <a:solidFill>
                  <a:srgbClr val="FFFFFF"/>
                </a:solidFill>
              </a:rPr>
              <a:t>STAGE 10 · BIRDS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54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Vary the birds' size</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Make some birds slightly bigger and some smaller.</a:t>
            </a:r>
            <a:endParaRPr lang="en-US" sz="1500" dirty="0"/>
          </a:p>
          <a:p>
            <a:pPr marL="203200" indent="-203200">
              <a:spcAft>
                <a:spcPts val="600"/>
              </a:spcAft>
              <a:buSzPct val="100000"/>
              <a:buChar char="•"/>
            </a:pPr>
            <a:r>
              <a:rPr lang="en-US" sz="1500" dirty="0">
                <a:solidFill>
                  <a:schemeClr val="tx1"/>
                </a:solidFill>
              </a:rPr>
              <a:t>Tilt the wings differently so they look like they are in motion.</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Smaller birds look farther away, bigger ones look closer.</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Black fine-tip pen"/>
          <p:cNvSpPr/>
          <p:nvPr/>
        </p:nvSpPr>
        <p:spPr>
          <a:xfrm>
            <a:off x="6277336" y="5532120"/>
            <a:ext cx="329184" cy="329184"/>
          </a:xfrm>
          <a:prstGeom prst="ellipse">
            <a:avLst/>
          </a:prstGeom>
          <a:solidFill>
            <a:srgbClr val="314343"/>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Black fine-tip pen</a:t>
            </a:r>
            <a:endParaRPr lang="en-US" sz="1100" dirty="0"/>
          </a:p>
          <a:p>
            <a:pPr indent="0" marL="0">
              <a:buNone/>
            </a:pPr>
            <a:r>
              <a:rPr lang="en-US" sz="1000" dirty="0">
                <a:solidFill>
                  <a:srgbClr val="4A5058"/>
                </a:solidFill>
              </a:rPr>
              <a:t>#314343</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66230" y="6190488"/>
            <a:ext cx="54864" cy="54864"/>
          </a:xfrm>
          <a:prstGeom prst="ellipse">
            <a:avLst/>
          </a:prstGeom>
          <a:solidFill>
            <a:srgbClr val="7F95A3"/>
          </a:solidFill>
          <a:ln/>
        </p:spPr>
      </p:sp>
      <p:sp>
        <p:nvSpPr>
          <p:cNvPr id="38" name="Shape 35"/>
          <p:cNvSpPr/>
          <p:nvPr/>
        </p:nvSpPr>
        <p:spPr>
          <a:xfrm>
            <a:off x="8452611" y="6190488"/>
            <a:ext cx="54864" cy="54864"/>
          </a:xfrm>
          <a:prstGeom prst="ellipse">
            <a:avLst/>
          </a:prstGeom>
          <a:solidFill>
            <a:srgbClr val="7F95A3"/>
          </a:solidFill>
          <a:ln/>
        </p:spPr>
      </p:sp>
      <p:sp>
        <p:nvSpPr>
          <p:cNvPr id="39" name="Shape 36"/>
          <p:cNvSpPr/>
          <p:nvPr/>
        </p:nvSpPr>
        <p:spPr>
          <a:xfrm>
            <a:off x="8538991" y="6190488"/>
            <a:ext cx="54864" cy="54864"/>
          </a:xfrm>
          <a:prstGeom prst="ellipse">
            <a:avLst/>
          </a:prstGeom>
          <a:solidFill>
            <a:srgbClr val="7F95A3"/>
          </a:solidFill>
          <a:ln/>
        </p:spPr>
      </p:sp>
      <p:sp>
        <p:nvSpPr>
          <p:cNvPr id="40" name="Shape 37"/>
          <p:cNvSpPr/>
          <p:nvPr/>
        </p:nvSpPr>
        <p:spPr>
          <a:xfrm>
            <a:off x="8625372" y="6190488"/>
            <a:ext cx="54864" cy="54864"/>
          </a:xfrm>
          <a:prstGeom prst="ellipse">
            <a:avLst/>
          </a:prstGeom>
          <a:solidFill>
            <a:srgbClr val="7F95A3"/>
          </a:solidFill>
          <a:ln/>
        </p:spPr>
      </p:sp>
      <p:sp>
        <p:nvSpPr>
          <p:cNvPr id="41" name="Shape 38"/>
          <p:cNvSpPr/>
          <p:nvPr/>
        </p:nvSpPr>
        <p:spPr>
          <a:xfrm>
            <a:off x="8711753" y="6190488"/>
            <a:ext cx="54864" cy="54864"/>
          </a:xfrm>
          <a:prstGeom prst="ellipse">
            <a:avLst/>
          </a:prstGeom>
          <a:solidFill>
            <a:srgbClr val="7F95A3"/>
          </a:solidFill>
          <a:ln/>
        </p:spPr>
      </p:sp>
      <p:sp>
        <p:nvSpPr>
          <p:cNvPr id="42" name="Shape 39"/>
          <p:cNvSpPr/>
          <p:nvPr/>
        </p:nvSpPr>
        <p:spPr>
          <a:xfrm>
            <a:off x="8798133" y="6190488"/>
            <a:ext cx="54864" cy="54864"/>
          </a:xfrm>
          <a:prstGeom prst="ellipse">
            <a:avLst/>
          </a:prstGeom>
          <a:solidFill>
            <a:srgbClr val="7F95A3"/>
          </a:solidFill>
          <a:ln/>
        </p:spPr>
      </p:sp>
      <p:sp>
        <p:nvSpPr>
          <p:cNvPr id="43" name="Shape 40"/>
          <p:cNvSpPr/>
          <p:nvPr/>
        </p:nvSpPr>
        <p:spPr>
          <a:xfrm>
            <a:off x="8884514" y="6190488"/>
            <a:ext cx="54864" cy="54864"/>
          </a:xfrm>
          <a:prstGeom prst="ellipse">
            <a:avLst/>
          </a:prstGeom>
          <a:solidFill>
            <a:srgbClr val="7F95A3"/>
          </a:solidFill>
          <a:ln/>
        </p:spPr>
      </p:sp>
      <p:sp>
        <p:nvSpPr>
          <p:cNvPr id="44" name="Shape 41"/>
          <p:cNvSpPr/>
          <p:nvPr/>
        </p:nvSpPr>
        <p:spPr>
          <a:xfrm>
            <a:off x="8970895" y="6190488"/>
            <a:ext cx="54864" cy="54864"/>
          </a:xfrm>
          <a:prstGeom prst="ellipse">
            <a:avLst/>
          </a:prstGeom>
          <a:solidFill>
            <a:srgbClr val="7F95A3"/>
          </a:solidFill>
          <a:ln/>
        </p:spPr>
      </p:sp>
      <p:sp>
        <p:nvSpPr>
          <p:cNvPr id="45" name="Shape 42"/>
          <p:cNvSpPr/>
          <p:nvPr/>
        </p:nvSpPr>
        <p:spPr>
          <a:xfrm>
            <a:off x="9057275" y="6190488"/>
            <a:ext cx="54864" cy="54864"/>
          </a:xfrm>
          <a:prstGeom prst="ellipse">
            <a:avLst/>
          </a:prstGeom>
          <a:solidFill>
            <a:srgbClr val="7F95A3"/>
          </a:solidFill>
          <a:ln/>
        </p:spPr>
      </p:sp>
      <p:sp>
        <p:nvSpPr>
          <p:cNvPr id="46" name="Shape 43"/>
          <p:cNvSpPr/>
          <p:nvPr/>
        </p:nvSpPr>
        <p:spPr>
          <a:xfrm>
            <a:off x="9143656" y="6190488"/>
            <a:ext cx="54864" cy="54864"/>
          </a:xfrm>
          <a:prstGeom prst="ellipse">
            <a:avLst/>
          </a:prstGeom>
          <a:solidFill>
            <a:srgbClr val="7F95A3"/>
          </a:solidFill>
          <a:ln/>
        </p:spPr>
      </p:sp>
      <p:sp>
        <p:nvSpPr>
          <p:cNvPr id="47" name="Shape 44"/>
          <p:cNvSpPr/>
          <p:nvPr/>
        </p:nvSpPr>
        <p:spPr>
          <a:xfrm>
            <a:off x="9230036" y="6190488"/>
            <a:ext cx="54864" cy="54864"/>
          </a:xfrm>
          <a:prstGeom prst="ellipse">
            <a:avLst/>
          </a:prstGeom>
          <a:solidFill>
            <a:srgbClr val="7F95A3"/>
          </a:solidFill>
          <a:ln/>
        </p:spPr>
      </p:sp>
      <p:sp>
        <p:nvSpPr>
          <p:cNvPr id="48" name="Shape 45"/>
          <p:cNvSpPr/>
          <p:nvPr/>
        </p:nvSpPr>
        <p:spPr>
          <a:xfrm>
            <a:off x="9316417" y="6190488"/>
            <a:ext cx="54864" cy="54864"/>
          </a:xfrm>
          <a:prstGeom prst="ellipse">
            <a:avLst/>
          </a:prstGeom>
          <a:solidFill>
            <a:srgbClr val="7F95A3"/>
          </a:solidFill>
          <a:ln/>
        </p:spPr>
      </p:sp>
      <p:sp>
        <p:nvSpPr>
          <p:cNvPr id="49" name="Shape 46"/>
          <p:cNvSpPr/>
          <p:nvPr/>
        </p:nvSpPr>
        <p:spPr>
          <a:xfrm>
            <a:off x="9402798" y="6190488"/>
            <a:ext cx="54864" cy="54864"/>
          </a:xfrm>
          <a:prstGeom prst="ellipse">
            <a:avLst/>
          </a:prstGeom>
          <a:solidFill>
            <a:srgbClr val="7F95A3"/>
          </a:solidFill>
          <a:ln/>
        </p:spPr>
      </p:sp>
      <p:sp>
        <p:nvSpPr>
          <p:cNvPr id="50" name="Shape 47"/>
          <p:cNvSpPr/>
          <p:nvPr/>
        </p:nvSpPr>
        <p:spPr>
          <a:xfrm>
            <a:off x="9489178" y="6190488"/>
            <a:ext cx="54864" cy="54864"/>
          </a:xfrm>
          <a:prstGeom prst="ellipse">
            <a:avLst/>
          </a:prstGeom>
          <a:solidFill>
            <a:srgbClr val="7F95A3"/>
          </a:solidFill>
          <a:ln/>
        </p:spPr>
      </p:sp>
      <p:sp>
        <p:nvSpPr>
          <p:cNvPr id="51" name="Shape 48"/>
          <p:cNvSpPr/>
          <p:nvPr/>
        </p:nvSpPr>
        <p:spPr>
          <a:xfrm>
            <a:off x="9575559" y="6190488"/>
            <a:ext cx="54864" cy="54864"/>
          </a:xfrm>
          <a:prstGeom prst="ellipse">
            <a:avLst/>
          </a:prstGeom>
          <a:solidFill>
            <a:srgbClr val="7F95A3"/>
          </a:solidFill>
          <a:ln/>
        </p:spPr>
      </p:sp>
      <p:sp>
        <p:nvSpPr>
          <p:cNvPr id="52" name="Shape 49"/>
          <p:cNvSpPr/>
          <p:nvPr/>
        </p:nvSpPr>
        <p:spPr>
          <a:xfrm>
            <a:off x="9661940" y="6190488"/>
            <a:ext cx="54864" cy="54864"/>
          </a:xfrm>
          <a:prstGeom prst="ellipse">
            <a:avLst/>
          </a:prstGeom>
          <a:solidFill>
            <a:srgbClr val="7F95A3"/>
          </a:solidFill>
          <a:ln/>
        </p:spPr>
      </p:sp>
      <p:sp>
        <p:nvSpPr>
          <p:cNvPr id="53" name="Shape 50"/>
          <p:cNvSpPr/>
          <p:nvPr/>
        </p:nvSpPr>
        <p:spPr>
          <a:xfrm>
            <a:off x="9748320" y="6190488"/>
            <a:ext cx="54864" cy="54864"/>
          </a:xfrm>
          <a:prstGeom prst="ellipse">
            <a:avLst/>
          </a:prstGeom>
          <a:solidFill>
            <a:srgbClr val="7F95A3"/>
          </a:solidFill>
          <a:ln/>
        </p:spPr>
      </p:sp>
      <p:sp>
        <p:nvSpPr>
          <p:cNvPr id="54" name="Shape 51"/>
          <p:cNvSpPr/>
          <p:nvPr/>
        </p:nvSpPr>
        <p:spPr>
          <a:xfrm>
            <a:off x="9834701" y="6190488"/>
            <a:ext cx="54864" cy="54864"/>
          </a:xfrm>
          <a:prstGeom prst="ellipse">
            <a:avLst/>
          </a:prstGeom>
          <a:solidFill>
            <a:srgbClr val="7F95A3"/>
          </a:solidFill>
          <a:ln/>
        </p:spPr>
      </p:sp>
      <p:sp>
        <p:nvSpPr>
          <p:cNvPr id="55" name="Shape 52"/>
          <p:cNvSpPr/>
          <p:nvPr/>
        </p:nvSpPr>
        <p:spPr>
          <a:xfrm>
            <a:off x="9921082" y="6190488"/>
            <a:ext cx="54864" cy="54864"/>
          </a:xfrm>
          <a:prstGeom prst="ellipse">
            <a:avLst/>
          </a:prstGeom>
          <a:solidFill>
            <a:srgbClr val="7F95A3"/>
          </a:solidFill>
          <a:ln/>
        </p:spPr>
      </p:sp>
      <p:sp>
        <p:nvSpPr>
          <p:cNvPr id="56" name="Shape 53"/>
          <p:cNvSpPr/>
          <p:nvPr/>
        </p:nvSpPr>
        <p:spPr>
          <a:xfrm>
            <a:off x="10007462" y="6190488"/>
            <a:ext cx="54864" cy="54864"/>
          </a:xfrm>
          <a:prstGeom prst="ellipse">
            <a:avLst/>
          </a:prstGeom>
          <a:solidFill>
            <a:srgbClr val="7F95A3"/>
          </a:solidFill>
          <a:ln/>
        </p:spPr>
      </p:sp>
      <p:sp>
        <p:nvSpPr>
          <p:cNvPr id="57" name="Shape 54"/>
          <p:cNvSpPr/>
          <p:nvPr/>
        </p:nvSpPr>
        <p:spPr>
          <a:xfrm>
            <a:off x="10093843" y="6190488"/>
            <a:ext cx="54864" cy="54864"/>
          </a:xfrm>
          <a:prstGeom prst="ellipse">
            <a:avLst/>
          </a:prstGeom>
          <a:solidFill>
            <a:srgbClr val="7F95A3"/>
          </a:solidFill>
          <a:ln/>
        </p:spPr>
      </p:sp>
      <p:sp>
        <p:nvSpPr>
          <p:cNvPr id="58" name="Shape 55"/>
          <p:cNvSpPr/>
          <p:nvPr/>
        </p:nvSpPr>
        <p:spPr>
          <a:xfrm>
            <a:off x="10180224" y="6190488"/>
            <a:ext cx="54864" cy="54864"/>
          </a:xfrm>
          <a:prstGeom prst="ellipse">
            <a:avLst/>
          </a:prstGeom>
          <a:solidFill>
            <a:srgbClr val="7F95A3"/>
          </a:solidFill>
          <a:ln/>
        </p:spPr>
      </p:sp>
      <p:sp>
        <p:nvSpPr>
          <p:cNvPr id="59" name="Shape 56"/>
          <p:cNvSpPr/>
          <p:nvPr/>
        </p:nvSpPr>
        <p:spPr>
          <a:xfrm>
            <a:off x="10266604" y="6190488"/>
            <a:ext cx="54864" cy="54864"/>
          </a:xfrm>
          <a:prstGeom prst="ellipse">
            <a:avLst/>
          </a:prstGeom>
          <a:solidFill>
            <a:srgbClr val="7F95A3"/>
          </a:solidFill>
          <a:ln/>
        </p:spPr>
      </p:sp>
      <p:sp>
        <p:nvSpPr>
          <p:cNvPr id="60" name="Shape 57"/>
          <p:cNvSpPr/>
          <p:nvPr/>
        </p:nvSpPr>
        <p:spPr>
          <a:xfrm>
            <a:off x="10352985" y="6190488"/>
            <a:ext cx="54864" cy="54864"/>
          </a:xfrm>
          <a:prstGeom prst="ellipse">
            <a:avLst/>
          </a:prstGeom>
          <a:solidFill>
            <a:srgbClr val="7F95A3"/>
          </a:solidFill>
          <a:ln/>
        </p:spPr>
      </p:sp>
      <p:sp>
        <p:nvSpPr>
          <p:cNvPr id="61" name="Shape 58"/>
          <p:cNvSpPr/>
          <p:nvPr/>
        </p:nvSpPr>
        <p:spPr>
          <a:xfrm>
            <a:off x="10439366" y="6190488"/>
            <a:ext cx="54864" cy="54864"/>
          </a:xfrm>
          <a:prstGeom prst="ellipse">
            <a:avLst/>
          </a:prstGeom>
          <a:solidFill>
            <a:srgbClr val="7F95A3"/>
          </a:solidFill>
          <a:ln/>
        </p:spPr>
      </p:sp>
      <p:sp>
        <p:nvSpPr>
          <p:cNvPr id="62" name="Shape 59"/>
          <p:cNvSpPr/>
          <p:nvPr/>
        </p:nvSpPr>
        <p:spPr>
          <a:xfrm>
            <a:off x="10525746" y="6190488"/>
            <a:ext cx="54864" cy="54864"/>
          </a:xfrm>
          <a:prstGeom prst="ellipse">
            <a:avLst/>
          </a:prstGeom>
          <a:solidFill>
            <a:srgbClr val="7F95A3"/>
          </a:solidFill>
          <a:ln/>
        </p:spPr>
      </p:sp>
      <p:sp>
        <p:nvSpPr>
          <p:cNvPr id="63" name="Shape 60"/>
          <p:cNvSpPr/>
          <p:nvPr/>
        </p:nvSpPr>
        <p:spPr>
          <a:xfrm>
            <a:off x="10612127" y="6190488"/>
            <a:ext cx="54864" cy="54864"/>
          </a:xfrm>
          <a:prstGeom prst="ellipse">
            <a:avLst/>
          </a:prstGeom>
          <a:solidFill>
            <a:srgbClr val="7F95A3"/>
          </a:solidFill>
          <a:ln/>
        </p:spPr>
      </p:sp>
      <p:sp>
        <p:nvSpPr>
          <p:cNvPr id="64" name="Shape 61"/>
          <p:cNvSpPr/>
          <p:nvPr/>
        </p:nvSpPr>
        <p:spPr>
          <a:xfrm>
            <a:off x="10698508" y="6190488"/>
            <a:ext cx="54864" cy="54864"/>
          </a:xfrm>
          <a:prstGeom prst="ellipse">
            <a:avLst/>
          </a:prstGeom>
          <a:solidFill>
            <a:srgbClr val="7F95A3"/>
          </a:solidFill>
          <a:ln/>
        </p:spPr>
      </p:sp>
      <p:sp>
        <p:nvSpPr>
          <p:cNvPr id="65" name="Shape 62"/>
          <p:cNvSpPr/>
          <p:nvPr/>
        </p:nvSpPr>
        <p:spPr>
          <a:xfrm>
            <a:off x="10784888" y="6190488"/>
            <a:ext cx="54864" cy="54864"/>
          </a:xfrm>
          <a:prstGeom prst="ellipse">
            <a:avLst/>
          </a:prstGeom>
          <a:solidFill>
            <a:srgbClr val="7F95A3"/>
          </a:solidFill>
          <a:ln/>
        </p:spPr>
      </p:sp>
      <p:sp>
        <p:nvSpPr>
          <p:cNvPr id="66" name="Shape 63"/>
          <p:cNvSpPr/>
          <p:nvPr/>
        </p:nvSpPr>
        <p:spPr>
          <a:xfrm>
            <a:off x="10820977" y="6140196"/>
            <a:ext cx="155448" cy="155448"/>
          </a:xfrm>
          <a:prstGeom prst="ellipse">
            <a:avLst/>
          </a:prstGeom>
          <a:solidFill>
            <a:srgbClr val="3B3B3B"/>
          </a:solidFill>
          <a:ln/>
        </p:spPr>
      </p:sp>
      <p:sp>
        <p:nvSpPr>
          <p:cNvPr id="67" name="Shape 64"/>
          <p:cNvSpPr/>
          <p:nvPr/>
        </p:nvSpPr>
        <p:spPr>
          <a:xfrm>
            <a:off x="10957650" y="6190488"/>
            <a:ext cx="54864" cy="54864"/>
          </a:xfrm>
          <a:prstGeom prst="ellipse">
            <a:avLst/>
          </a:prstGeom>
          <a:solidFill>
            <a:srgbClr val="CFD9DF"/>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pic>
        <p:nvPicPr>
          <p:cNvPr id="2" name="Step 55 image" descr="Step 55: Spread the flock">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99539" cy="292608"/>
          </a:xfrm>
          <a:prstGeom prst="roundRect">
            <a:avLst>
              <a:gd name="adj" fmla="val 31250"/>
            </a:avLst>
          </a:prstGeom>
          <a:solidFill>
            <a:srgbClr val="3B3B3B"/>
          </a:solidFill>
          <a:ln/>
        </p:spPr>
        <p:txBody>
          <a:bodyPr wrap="square" lIns="0" tIns="0" rIns="0" bIns="0" rtlCol="0" anchor="ctr"/>
          <a:lstStyle/>
          <a:p>
            <a:pPr algn="ctr" indent="0" marL="0">
              <a:buNone/>
            </a:pPr>
            <a:r>
              <a:rPr lang="en-US" sz="1100" b="1" dirty="0">
                <a:solidFill>
                  <a:srgbClr val="FFFFFF"/>
                </a:solidFill>
              </a:rPr>
              <a:t>STAGE 10 · BIRDS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55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Spread the flock</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Add a few birds a little farther from the group.</a:t>
            </a:r>
            <a:endParaRPr lang="en-US" sz="1500" dirty="0"/>
          </a:p>
          <a:p>
            <a:pPr marL="203200" indent="-203200">
              <a:spcAft>
                <a:spcPts val="600"/>
              </a:spcAft>
              <a:buSzPct val="100000"/>
              <a:buChar char="•"/>
            </a:pPr>
            <a:r>
              <a:rPr lang="en-US" sz="1500" dirty="0">
                <a:solidFill>
                  <a:schemeClr val="tx1"/>
                </a:solidFill>
              </a:rPr>
              <a:t>Aim to guide the eye from the flock toward the mountains.</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Stray birds make the flock feel natural.</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Black fine-tip pen"/>
          <p:cNvSpPr/>
          <p:nvPr/>
        </p:nvSpPr>
        <p:spPr>
          <a:xfrm>
            <a:off x="6277336" y="5532120"/>
            <a:ext cx="329184" cy="329184"/>
          </a:xfrm>
          <a:prstGeom prst="ellipse">
            <a:avLst/>
          </a:prstGeom>
          <a:solidFill>
            <a:srgbClr val="314343"/>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Black fine-tip pen</a:t>
            </a:r>
            <a:endParaRPr lang="en-US" sz="1100" dirty="0"/>
          </a:p>
          <a:p>
            <a:pPr indent="0" marL="0">
              <a:buNone/>
            </a:pPr>
            <a:r>
              <a:rPr lang="en-US" sz="1000" dirty="0">
                <a:solidFill>
                  <a:srgbClr val="4A5058"/>
                </a:solidFill>
              </a:rPr>
              <a:t>#314343</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66230" y="6190488"/>
            <a:ext cx="54864" cy="54864"/>
          </a:xfrm>
          <a:prstGeom prst="ellipse">
            <a:avLst/>
          </a:prstGeom>
          <a:solidFill>
            <a:srgbClr val="7F95A3"/>
          </a:solidFill>
          <a:ln/>
        </p:spPr>
      </p:sp>
      <p:sp>
        <p:nvSpPr>
          <p:cNvPr id="38" name="Shape 35"/>
          <p:cNvSpPr/>
          <p:nvPr/>
        </p:nvSpPr>
        <p:spPr>
          <a:xfrm>
            <a:off x="8452611" y="6190488"/>
            <a:ext cx="54864" cy="54864"/>
          </a:xfrm>
          <a:prstGeom prst="ellipse">
            <a:avLst/>
          </a:prstGeom>
          <a:solidFill>
            <a:srgbClr val="7F95A3"/>
          </a:solidFill>
          <a:ln/>
        </p:spPr>
      </p:sp>
      <p:sp>
        <p:nvSpPr>
          <p:cNvPr id="39" name="Shape 36"/>
          <p:cNvSpPr/>
          <p:nvPr/>
        </p:nvSpPr>
        <p:spPr>
          <a:xfrm>
            <a:off x="8538991" y="6190488"/>
            <a:ext cx="54864" cy="54864"/>
          </a:xfrm>
          <a:prstGeom prst="ellipse">
            <a:avLst/>
          </a:prstGeom>
          <a:solidFill>
            <a:srgbClr val="7F95A3"/>
          </a:solidFill>
          <a:ln/>
        </p:spPr>
      </p:sp>
      <p:sp>
        <p:nvSpPr>
          <p:cNvPr id="40" name="Shape 37"/>
          <p:cNvSpPr/>
          <p:nvPr/>
        </p:nvSpPr>
        <p:spPr>
          <a:xfrm>
            <a:off x="8625372" y="6190488"/>
            <a:ext cx="54864" cy="54864"/>
          </a:xfrm>
          <a:prstGeom prst="ellipse">
            <a:avLst/>
          </a:prstGeom>
          <a:solidFill>
            <a:srgbClr val="7F95A3"/>
          </a:solidFill>
          <a:ln/>
        </p:spPr>
      </p:sp>
      <p:sp>
        <p:nvSpPr>
          <p:cNvPr id="41" name="Shape 38"/>
          <p:cNvSpPr/>
          <p:nvPr/>
        </p:nvSpPr>
        <p:spPr>
          <a:xfrm>
            <a:off x="8711753" y="6190488"/>
            <a:ext cx="54864" cy="54864"/>
          </a:xfrm>
          <a:prstGeom prst="ellipse">
            <a:avLst/>
          </a:prstGeom>
          <a:solidFill>
            <a:srgbClr val="7F95A3"/>
          </a:solidFill>
          <a:ln/>
        </p:spPr>
      </p:sp>
      <p:sp>
        <p:nvSpPr>
          <p:cNvPr id="42" name="Shape 39"/>
          <p:cNvSpPr/>
          <p:nvPr/>
        </p:nvSpPr>
        <p:spPr>
          <a:xfrm>
            <a:off x="8798133" y="6190488"/>
            <a:ext cx="54864" cy="54864"/>
          </a:xfrm>
          <a:prstGeom prst="ellipse">
            <a:avLst/>
          </a:prstGeom>
          <a:solidFill>
            <a:srgbClr val="7F95A3"/>
          </a:solidFill>
          <a:ln/>
        </p:spPr>
      </p:sp>
      <p:sp>
        <p:nvSpPr>
          <p:cNvPr id="43" name="Shape 40"/>
          <p:cNvSpPr/>
          <p:nvPr/>
        </p:nvSpPr>
        <p:spPr>
          <a:xfrm>
            <a:off x="8884514" y="6190488"/>
            <a:ext cx="54864" cy="54864"/>
          </a:xfrm>
          <a:prstGeom prst="ellipse">
            <a:avLst/>
          </a:prstGeom>
          <a:solidFill>
            <a:srgbClr val="7F95A3"/>
          </a:solidFill>
          <a:ln/>
        </p:spPr>
      </p:sp>
      <p:sp>
        <p:nvSpPr>
          <p:cNvPr id="44" name="Shape 41"/>
          <p:cNvSpPr/>
          <p:nvPr/>
        </p:nvSpPr>
        <p:spPr>
          <a:xfrm>
            <a:off x="8970895" y="6190488"/>
            <a:ext cx="54864" cy="54864"/>
          </a:xfrm>
          <a:prstGeom prst="ellipse">
            <a:avLst/>
          </a:prstGeom>
          <a:solidFill>
            <a:srgbClr val="7F95A3"/>
          </a:solidFill>
          <a:ln/>
        </p:spPr>
      </p:sp>
      <p:sp>
        <p:nvSpPr>
          <p:cNvPr id="45" name="Shape 42"/>
          <p:cNvSpPr/>
          <p:nvPr/>
        </p:nvSpPr>
        <p:spPr>
          <a:xfrm>
            <a:off x="9057275" y="6190488"/>
            <a:ext cx="54864" cy="54864"/>
          </a:xfrm>
          <a:prstGeom prst="ellipse">
            <a:avLst/>
          </a:prstGeom>
          <a:solidFill>
            <a:srgbClr val="7F95A3"/>
          </a:solidFill>
          <a:ln/>
        </p:spPr>
      </p:sp>
      <p:sp>
        <p:nvSpPr>
          <p:cNvPr id="46" name="Shape 43"/>
          <p:cNvSpPr/>
          <p:nvPr/>
        </p:nvSpPr>
        <p:spPr>
          <a:xfrm>
            <a:off x="9143656" y="6190488"/>
            <a:ext cx="54864" cy="54864"/>
          </a:xfrm>
          <a:prstGeom prst="ellipse">
            <a:avLst/>
          </a:prstGeom>
          <a:solidFill>
            <a:srgbClr val="7F95A3"/>
          </a:solidFill>
          <a:ln/>
        </p:spPr>
      </p:sp>
      <p:sp>
        <p:nvSpPr>
          <p:cNvPr id="47" name="Shape 44"/>
          <p:cNvSpPr/>
          <p:nvPr/>
        </p:nvSpPr>
        <p:spPr>
          <a:xfrm>
            <a:off x="9230036" y="6190488"/>
            <a:ext cx="54864" cy="54864"/>
          </a:xfrm>
          <a:prstGeom prst="ellipse">
            <a:avLst/>
          </a:prstGeom>
          <a:solidFill>
            <a:srgbClr val="7F95A3"/>
          </a:solidFill>
          <a:ln/>
        </p:spPr>
      </p:sp>
      <p:sp>
        <p:nvSpPr>
          <p:cNvPr id="48" name="Shape 45"/>
          <p:cNvSpPr/>
          <p:nvPr/>
        </p:nvSpPr>
        <p:spPr>
          <a:xfrm>
            <a:off x="9316417" y="6190488"/>
            <a:ext cx="54864" cy="54864"/>
          </a:xfrm>
          <a:prstGeom prst="ellipse">
            <a:avLst/>
          </a:prstGeom>
          <a:solidFill>
            <a:srgbClr val="7F95A3"/>
          </a:solidFill>
          <a:ln/>
        </p:spPr>
      </p:sp>
      <p:sp>
        <p:nvSpPr>
          <p:cNvPr id="49" name="Shape 46"/>
          <p:cNvSpPr/>
          <p:nvPr/>
        </p:nvSpPr>
        <p:spPr>
          <a:xfrm>
            <a:off x="9402798" y="6190488"/>
            <a:ext cx="54864" cy="54864"/>
          </a:xfrm>
          <a:prstGeom prst="ellipse">
            <a:avLst/>
          </a:prstGeom>
          <a:solidFill>
            <a:srgbClr val="7F95A3"/>
          </a:solidFill>
          <a:ln/>
        </p:spPr>
      </p:sp>
      <p:sp>
        <p:nvSpPr>
          <p:cNvPr id="50" name="Shape 47"/>
          <p:cNvSpPr/>
          <p:nvPr/>
        </p:nvSpPr>
        <p:spPr>
          <a:xfrm>
            <a:off x="9489178" y="6190488"/>
            <a:ext cx="54864" cy="54864"/>
          </a:xfrm>
          <a:prstGeom prst="ellipse">
            <a:avLst/>
          </a:prstGeom>
          <a:solidFill>
            <a:srgbClr val="7F95A3"/>
          </a:solidFill>
          <a:ln/>
        </p:spPr>
      </p:sp>
      <p:sp>
        <p:nvSpPr>
          <p:cNvPr id="51" name="Shape 48"/>
          <p:cNvSpPr/>
          <p:nvPr/>
        </p:nvSpPr>
        <p:spPr>
          <a:xfrm>
            <a:off x="9575559" y="6190488"/>
            <a:ext cx="54864" cy="54864"/>
          </a:xfrm>
          <a:prstGeom prst="ellipse">
            <a:avLst/>
          </a:prstGeom>
          <a:solidFill>
            <a:srgbClr val="7F95A3"/>
          </a:solidFill>
          <a:ln/>
        </p:spPr>
      </p:sp>
      <p:sp>
        <p:nvSpPr>
          <p:cNvPr id="52" name="Shape 49"/>
          <p:cNvSpPr/>
          <p:nvPr/>
        </p:nvSpPr>
        <p:spPr>
          <a:xfrm>
            <a:off x="9661940" y="6190488"/>
            <a:ext cx="54864" cy="54864"/>
          </a:xfrm>
          <a:prstGeom prst="ellipse">
            <a:avLst/>
          </a:prstGeom>
          <a:solidFill>
            <a:srgbClr val="7F95A3"/>
          </a:solidFill>
          <a:ln/>
        </p:spPr>
      </p:sp>
      <p:sp>
        <p:nvSpPr>
          <p:cNvPr id="53" name="Shape 50"/>
          <p:cNvSpPr/>
          <p:nvPr/>
        </p:nvSpPr>
        <p:spPr>
          <a:xfrm>
            <a:off x="9748320" y="6190488"/>
            <a:ext cx="54864" cy="54864"/>
          </a:xfrm>
          <a:prstGeom prst="ellipse">
            <a:avLst/>
          </a:prstGeom>
          <a:solidFill>
            <a:srgbClr val="7F95A3"/>
          </a:solidFill>
          <a:ln/>
        </p:spPr>
      </p:sp>
      <p:sp>
        <p:nvSpPr>
          <p:cNvPr id="54" name="Shape 51"/>
          <p:cNvSpPr/>
          <p:nvPr/>
        </p:nvSpPr>
        <p:spPr>
          <a:xfrm>
            <a:off x="9834701" y="6190488"/>
            <a:ext cx="54864" cy="54864"/>
          </a:xfrm>
          <a:prstGeom prst="ellipse">
            <a:avLst/>
          </a:prstGeom>
          <a:solidFill>
            <a:srgbClr val="7F95A3"/>
          </a:solidFill>
          <a:ln/>
        </p:spPr>
      </p:sp>
      <p:sp>
        <p:nvSpPr>
          <p:cNvPr id="55" name="Shape 52"/>
          <p:cNvSpPr/>
          <p:nvPr/>
        </p:nvSpPr>
        <p:spPr>
          <a:xfrm>
            <a:off x="9921082" y="6190488"/>
            <a:ext cx="54864" cy="54864"/>
          </a:xfrm>
          <a:prstGeom prst="ellipse">
            <a:avLst/>
          </a:prstGeom>
          <a:solidFill>
            <a:srgbClr val="7F95A3"/>
          </a:solidFill>
          <a:ln/>
        </p:spPr>
      </p:sp>
      <p:sp>
        <p:nvSpPr>
          <p:cNvPr id="56" name="Shape 53"/>
          <p:cNvSpPr/>
          <p:nvPr/>
        </p:nvSpPr>
        <p:spPr>
          <a:xfrm>
            <a:off x="10007462" y="6190488"/>
            <a:ext cx="54864" cy="54864"/>
          </a:xfrm>
          <a:prstGeom prst="ellipse">
            <a:avLst/>
          </a:prstGeom>
          <a:solidFill>
            <a:srgbClr val="7F95A3"/>
          </a:solidFill>
          <a:ln/>
        </p:spPr>
      </p:sp>
      <p:sp>
        <p:nvSpPr>
          <p:cNvPr id="57" name="Shape 54"/>
          <p:cNvSpPr/>
          <p:nvPr/>
        </p:nvSpPr>
        <p:spPr>
          <a:xfrm>
            <a:off x="10093843" y="6190488"/>
            <a:ext cx="54864" cy="54864"/>
          </a:xfrm>
          <a:prstGeom prst="ellipse">
            <a:avLst/>
          </a:prstGeom>
          <a:solidFill>
            <a:srgbClr val="7F95A3"/>
          </a:solidFill>
          <a:ln/>
        </p:spPr>
      </p:sp>
      <p:sp>
        <p:nvSpPr>
          <p:cNvPr id="58" name="Shape 55"/>
          <p:cNvSpPr/>
          <p:nvPr/>
        </p:nvSpPr>
        <p:spPr>
          <a:xfrm>
            <a:off x="10180224" y="6190488"/>
            <a:ext cx="54864" cy="54864"/>
          </a:xfrm>
          <a:prstGeom prst="ellipse">
            <a:avLst/>
          </a:prstGeom>
          <a:solidFill>
            <a:srgbClr val="7F95A3"/>
          </a:solidFill>
          <a:ln/>
        </p:spPr>
      </p:sp>
      <p:sp>
        <p:nvSpPr>
          <p:cNvPr id="59" name="Shape 56"/>
          <p:cNvSpPr/>
          <p:nvPr/>
        </p:nvSpPr>
        <p:spPr>
          <a:xfrm>
            <a:off x="10266604" y="6190488"/>
            <a:ext cx="54864" cy="54864"/>
          </a:xfrm>
          <a:prstGeom prst="ellipse">
            <a:avLst/>
          </a:prstGeom>
          <a:solidFill>
            <a:srgbClr val="7F95A3"/>
          </a:solidFill>
          <a:ln/>
        </p:spPr>
      </p:sp>
      <p:sp>
        <p:nvSpPr>
          <p:cNvPr id="60" name="Shape 57"/>
          <p:cNvSpPr/>
          <p:nvPr/>
        </p:nvSpPr>
        <p:spPr>
          <a:xfrm>
            <a:off x="10352985" y="6190488"/>
            <a:ext cx="54864" cy="54864"/>
          </a:xfrm>
          <a:prstGeom prst="ellipse">
            <a:avLst/>
          </a:prstGeom>
          <a:solidFill>
            <a:srgbClr val="7F95A3"/>
          </a:solidFill>
          <a:ln/>
        </p:spPr>
      </p:sp>
      <p:sp>
        <p:nvSpPr>
          <p:cNvPr id="61" name="Shape 58"/>
          <p:cNvSpPr/>
          <p:nvPr/>
        </p:nvSpPr>
        <p:spPr>
          <a:xfrm>
            <a:off x="10439366" y="6190488"/>
            <a:ext cx="54864" cy="54864"/>
          </a:xfrm>
          <a:prstGeom prst="ellipse">
            <a:avLst/>
          </a:prstGeom>
          <a:solidFill>
            <a:srgbClr val="7F95A3"/>
          </a:solidFill>
          <a:ln/>
        </p:spPr>
      </p:sp>
      <p:sp>
        <p:nvSpPr>
          <p:cNvPr id="62" name="Shape 59"/>
          <p:cNvSpPr/>
          <p:nvPr/>
        </p:nvSpPr>
        <p:spPr>
          <a:xfrm>
            <a:off x="10525746" y="6190488"/>
            <a:ext cx="54864" cy="54864"/>
          </a:xfrm>
          <a:prstGeom prst="ellipse">
            <a:avLst/>
          </a:prstGeom>
          <a:solidFill>
            <a:srgbClr val="7F95A3"/>
          </a:solidFill>
          <a:ln/>
        </p:spPr>
      </p:sp>
      <p:sp>
        <p:nvSpPr>
          <p:cNvPr id="63" name="Shape 60"/>
          <p:cNvSpPr/>
          <p:nvPr/>
        </p:nvSpPr>
        <p:spPr>
          <a:xfrm>
            <a:off x="10612127" y="6190488"/>
            <a:ext cx="54864" cy="54864"/>
          </a:xfrm>
          <a:prstGeom prst="ellipse">
            <a:avLst/>
          </a:prstGeom>
          <a:solidFill>
            <a:srgbClr val="7F95A3"/>
          </a:solidFill>
          <a:ln/>
        </p:spPr>
      </p:sp>
      <p:sp>
        <p:nvSpPr>
          <p:cNvPr id="64" name="Shape 61"/>
          <p:cNvSpPr/>
          <p:nvPr/>
        </p:nvSpPr>
        <p:spPr>
          <a:xfrm>
            <a:off x="10698508" y="6190488"/>
            <a:ext cx="54864" cy="54864"/>
          </a:xfrm>
          <a:prstGeom prst="ellipse">
            <a:avLst/>
          </a:prstGeom>
          <a:solidFill>
            <a:srgbClr val="7F95A3"/>
          </a:solidFill>
          <a:ln/>
        </p:spPr>
      </p:sp>
      <p:sp>
        <p:nvSpPr>
          <p:cNvPr id="65" name="Shape 62"/>
          <p:cNvSpPr/>
          <p:nvPr/>
        </p:nvSpPr>
        <p:spPr>
          <a:xfrm>
            <a:off x="10784888" y="6190488"/>
            <a:ext cx="54864" cy="54864"/>
          </a:xfrm>
          <a:prstGeom prst="ellipse">
            <a:avLst/>
          </a:prstGeom>
          <a:solidFill>
            <a:srgbClr val="7F95A3"/>
          </a:solidFill>
          <a:ln/>
        </p:spPr>
      </p:sp>
      <p:sp>
        <p:nvSpPr>
          <p:cNvPr id="66" name="Shape 63"/>
          <p:cNvSpPr/>
          <p:nvPr/>
        </p:nvSpPr>
        <p:spPr>
          <a:xfrm>
            <a:off x="10871269" y="6190488"/>
            <a:ext cx="54864" cy="54864"/>
          </a:xfrm>
          <a:prstGeom prst="ellipse">
            <a:avLst/>
          </a:prstGeom>
          <a:solidFill>
            <a:srgbClr val="7F95A3"/>
          </a:solidFill>
          <a:ln/>
        </p:spPr>
      </p:sp>
      <p:sp>
        <p:nvSpPr>
          <p:cNvPr id="67" name="Shape 64"/>
          <p:cNvSpPr/>
          <p:nvPr/>
        </p:nvSpPr>
        <p:spPr>
          <a:xfrm>
            <a:off x="10907358" y="6140196"/>
            <a:ext cx="155448" cy="155448"/>
          </a:xfrm>
          <a:prstGeom prst="ellipse">
            <a:avLst/>
          </a:prstGeom>
          <a:solidFill>
            <a:srgbClr val="3B3B3B"/>
          </a:solidFill>
          <a:ln/>
        </p:spPr>
      </p:sp>
      <p:sp>
        <p:nvSpPr>
          <p:cNvPr id="68" name="Shape 65"/>
          <p:cNvSpPr/>
          <p:nvPr/>
        </p:nvSpPr>
        <p:spPr>
          <a:xfrm>
            <a:off x="11044030" y="6190488"/>
            <a:ext cx="54864" cy="54864"/>
          </a:xfrm>
          <a:prstGeom prst="ellipse">
            <a:avLst/>
          </a:prstGeom>
          <a:solidFill>
            <a:srgbClr val="CFD9DF"/>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pic>
        <p:nvPicPr>
          <p:cNvPr id="2" name="Step 56 image" descr="Step 56: Place a few birds higher in the sky">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99539" cy="292608"/>
          </a:xfrm>
          <a:prstGeom prst="roundRect">
            <a:avLst>
              <a:gd name="adj" fmla="val 31250"/>
            </a:avLst>
          </a:prstGeom>
          <a:solidFill>
            <a:srgbClr val="3B3B3B"/>
          </a:solidFill>
          <a:ln/>
        </p:spPr>
        <p:txBody>
          <a:bodyPr wrap="square" lIns="0" tIns="0" rIns="0" bIns="0" rtlCol="0" anchor="ctr"/>
          <a:lstStyle/>
          <a:p>
            <a:pPr algn="ctr" indent="0" marL="0">
              <a:buNone/>
            </a:pPr>
            <a:r>
              <a:rPr lang="en-US" sz="1100" b="1" dirty="0">
                <a:solidFill>
                  <a:srgbClr val="FFFFFF"/>
                </a:solidFill>
              </a:rPr>
              <a:t>STAGE 10 · BIRDS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56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Place a few birds higher in the sky</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Add one or two birds near the top of the sky.</a:t>
            </a:r>
            <a:endParaRPr lang="en-US" sz="1500" dirty="0"/>
          </a:p>
          <a:p>
            <a:pPr marL="203200" indent="-203200">
              <a:spcAft>
                <a:spcPts val="600"/>
              </a:spcAft>
              <a:buSzPct val="100000"/>
              <a:buChar char="•"/>
            </a:pPr>
            <a:r>
              <a:rPr lang="en-US" sz="1500" dirty="0">
                <a:solidFill>
                  <a:schemeClr val="tx1"/>
                </a:solidFill>
              </a:rPr>
              <a:t>Keep them very small.</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Don't overdo it. Eight to twelve birds is plenty.</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Black fine-tip pen"/>
          <p:cNvSpPr/>
          <p:nvPr/>
        </p:nvSpPr>
        <p:spPr>
          <a:xfrm>
            <a:off x="6277336" y="5532120"/>
            <a:ext cx="329184" cy="329184"/>
          </a:xfrm>
          <a:prstGeom prst="ellipse">
            <a:avLst/>
          </a:prstGeom>
          <a:solidFill>
            <a:srgbClr val="314343"/>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Black fine-tip pen</a:t>
            </a:r>
            <a:endParaRPr lang="en-US" sz="1100" dirty="0"/>
          </a:p>
          <a:p>
            <a:pPr indent="0" marL="0">
              <a:buNone/>
            </a:pPr>
            <a:r>
              <a:rPr lang="en-US" sz="1000" dirty="0">
                <a:solidFill>
                  <a:srgbClr val="4A5058"/>
                </a:solidFill>
              </a:rPr>
              <a:t>#314343</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66230" y="6190488"/>
            <a:ext cx="54864" cy="54864"/>
          </a:xfrm>
          <a:prstGeom prst="ellipse">
            <a:avLst/>
          </a:prstGeom>
          <a:solidFill>
            <a:srgbClr val="7F95A3"/>
          </a:solidFill>
          <a:ln/>
        </p:spPr>
      </p:sp>
      <p:sp>
        <p:nvSpPr>
          <p:cNvPr id="38" name="Shape 35"/>
          <p:cNvSpPr/>
          <p:nvPr/>
        </p:nvSpPr>
        <p:spPr>
          <a:xfrm>
            <a:off x="8452611" y="6190488"/>
            <a:ext cx="54864" cy="54864"/>
          </a:xfrm>
          <a:prstGeom prst="ellipse">
            <a:avLst/>
          </a:prstGeom>
          <a:solidFill>
            <a:srgbClr val="7F95A3"/>
          </a:solidFill>
          <a:ln/>
        </p:spPr>
      </p:sp>
      <p:sp>
        <p:nvSpPr>
          <p:cNvPr id="39" name="Shape 36"/>
          <p:cNvSpPr/>
          <p:nvPr/>
        </p:nvSpPr>
        <p:spPr>
          <a:xfrm>
            <a:off x="8538991" y="6190488"/>
            <a:ext cx="54864" cy="54864"/>
          </a:xfrm>
          <a:prstGeom prst="ellipse">
            <a:avLst/>
          </a:prstGeom>
          <a:solidFill>
            <a:srgbClr val="7F95A3"/>
          </a:solidFill>
          <a:ln/>
        </p:spPr>
      </p:sp>
      <p:sp>
        <p:nvSpPr>
          <p:cNvPr id="40" name="Shape 37"/>
          <p:cNvSpPr/>
          <p:nvPr/>
        </p:nvSpPr>
        <p:spPr>
          <a:xfrm>
            <a:off x="8625372" y="6190488"/>
            <a:ext cx="54864" cy="54864"/>
          </a:xfrm>
          <a:prstGeom prst="ellipse">
            <a:avLst/>
          </a:prstGeom>
          <a:solidFill>
            <a:srgbClr val="7F95A3"/>
          </a:solidFill>
          <a:ln/>
        </p:spPr>
      </p:sp>
      <p:sp>
        <p:nvSpPr>
          <p:cNvPr id="41" name="Shape 38"/>
          <p:cNvSpPr/>
          <p:nvPr/>
        </p:nvSpPr>
        <p:spPr>
          <a:xfrm>
            <a:off x="8711753" y="6190488"/>
            <a:ext cx="54864" cy="54864"/>
          </a:xfrm>
          <a:prstGeom prst="ellipse">
            <a:avLst/>
          </a:prstGeom>
          <a:solidFill>
            <a:srgbClr val="7F95A3"/>
          </a:solidFill>
          <a:ln/>
        </p:spPr>
      </p:sp>
      <p:sp>
        <p:nvSpPr>
          <p:cNvPr id="42" name="Shape 39"/>
          <p:cNvSpPr/>
          <p:nvPr/>
        </p:nvSpPr>
        <p:spPr>
          <a:xfrm>
            <a:off x="8798133" y="6190488"/>
            <a:ext cx="54864" cy="54864"/>
          </a:xfrm>
          <a:prstGeom prst="ellipse">
            <a:avLst/>
          </a:prstGeom>
          <a:solidFill>
            <a:srgbClr val="7F95A3"/>
          </a:solidFill>
          <a:ln/>
        </p:spPr>
      </p:sp>
      <p:sp>
        <p:nvSpPr>
          <p:cNvPr id="43" name="Shape 40"/>
          <p:cNvSpPr/>
          <p:nvPr/>
        </p:nvSpPr>
        <p:spPr>
          <a:xfrm>
            <a:off x="8884514" y="6190488"/>
            <a:ext cx="54864" cy="54864"/>
          </a:xfrm>
          <a:prstGeom prst="ellipse">
            <a:avLst/>
          </a:prstGeom>
          <a:solidFill>
            <a:srgbClr val="7F95A3"/>
          </a:solidFill>
          <a:ln/>
        </p:spPr>
      </p:sp>
      <p:sp>
        <p:nvSpPr>
          <p:cNvPr id="44" name="Shape 41"/>
          <p:cNvSpPr/>
          <p:nvPr/>
        </p:nvSpPr>
        <p:spPr>
          <a:xfrm>
            <a:off x="8970895" y="6190488"/>
            <a:ext cx="54864" cy="54864"/>
          </a:xfrm>
          <a:prstGeom prst="ellipse">
            <a:avLst/>
          </a:prstGeom>
          <a:solidFill>
            <a:srgbClr val="7F95A3"/>
          </a:solidFill>
          <a:ln/>
        </p:spPr>
      </p:sp>
      <p:sp>
        <p:nvSpPr>
          <p:cNvPr id="45" name="Shape 42"/>
          <p:cNvSpPr/>
          <p:nvPr/>
        </p:nvSpPr>
        <p:spPr>
          <a:xfrm>
            <a:off x="9057275" y="6190488"/>
            <a:ext cx="54864" cy="54864"/>
          </a:xfrm>
          <a:prstGeom prst="ellipse">
            <a:avLst/>
          </a:prstGeom>
          <a:solidFill>
            <a:srgbClr val="7F95A3"/>
          </a:solidFill>
          <a:ln/>
        </p:spPr>
      </p:sp>
      <p:sp>
        <p:nvSpPr>
          <p:cNvPr id="46" name="Shape 43"/>
          <p:cNvSpPr/>
          <p:nvPr/>
        </p:nvSpPr>
        <p:spPr>
          <a:xfrm>
            <a:off x="9143656" y="6190488"/>
            <a:ext cx="54864" cy="54864"/>
          </a:xfrm>
          <a:prstGeom prst="ellipse">
            <a:avLst/>
          </a:prstGeom>
          <a:solidFill>
            <a:srgbClr val="7F95A3"/>
          </a:solidFill>
          <a:ln/>
        </p:spPr>
      </p:sp>
      <p:sp>
        <p:nvSpPr>
          <p:cNvPr id="47" name="Shape 44"/>
          <p:cNvSpPr/>
          <p:nvPr/>
        </p:nvSpPr>
        <p:spPr>
          <a:xfrm>
            <a:off x="9230036" y="6190488"/>
            <a:ext cx="54864" cy="54864"/>
          </a:xfrm>
          <a:prstGeom prst="ellipse">
            <a:avLst/>
          </a:prstGeom>
          <a:solidFill>
            <a:srgbClr val="7F95A3"/>
          </a:solidFill>
          <a:ln/>
        </p:spPr>
      </p:sp>
      <p:sp>
        <p:nvSpPr>
          <p:cNvPr id="48" name="Shape 45"/>
          <p:cNvSpPr/>
          <p:nvPr/>
        </p:nvSpPr>
        <p:spPr>
          <a:xfrm>
            <a:off x="9316417" y="6190488"/>
            <a:ext cx="54864" cy="54864"/>
          </a:xfrm>
          <a:prstGeom prst="ellipse">
            <a:avLst/>
          </a:prstGeom>
          <a:solidFill>
            <a:srgbClr val="7F95A3"/>
          </a:solidFill>
          <a:ln/>
        </p:spPr>
      </p:sp>
      <p:sp>
        <p:nvSpPr>
          <p:cNvPr id="49" name="Shape 46"/>
          <p:cNvSpPr/>
          <p:nvPr/>
        </p:nvSpPr>
        <p:spPr>
          <a:xfrm>
            <a:off x="9402798" y="6190488"/>
            <a:ext cx="54864" cy="54864"/>
          </a:xfrm>
          <a:prstGeom prst="ellipse">
            <a:avLst/>
          </a:prstGeom>
          <a:solidFill>
            <a:srgbClr val="7F95A3"/>
          </a:solidFill>
          <a:ln/>
        </p:spPr>
      </p:sp>
      <p:sp>
        <p:nvSpPr>
          <p:cNvPr id="50" name="Shape 47"/>
          <p:cNvSpPr/>
          <p:nvPr/>
        </p:nvSpPr>
        <p:spPr>
          <a:xfrm>
            <a:off x="9489178" y="6190488"/>
            <a:ext cx="54864" cy="54864"/>
          </a:xfrm>
          <a:prstGeom prst="ellipse">
            <a:avLst/>
          </a:prstGeom>
          <a:solidFill>
            <a:srgbClr val="7F95A3"/>
          </a:solidFill>
          <a:ln/>
        </p:spPr>
      </p:sp>
      <p:sp>
        <p:nvSpPr>
          <p:cNvPr id="51" name="Shape 48"/>
          <p:cNvSpPr/>
          <p:nvPr/>
        </p:nvSpPr>
        <p:spPr>
          <a:xfrm>
            <a:off x="9575559" y="6190488"/>
            <a:ext cx="54864" cy="54864"/>
          </a:xfrm>
          <a:prstGeom prst="ellipse">
            <a:avLst/>
          </a:prstGeom>
          <a:solidFill>
            <a:srgbClr val="7F95A3"/>
          </a:solidFill>
          <a:ln/>
        </p:spPr>
      </p:sp>
      <p:sp>
        <p:nvSpPr>
          <p:cNvPr id="52" name="Shape 49"/>
          <p:cNvSpPr/>
          <p:nvPr/>
        </p:nvSpPr>
        <p:spPr>
          <a:xfrm>
            <a:off x="9661940" y="6190488"/>
            <a:ext cx="54864" cy="54864"/>
          </a:xfrm>
          <a:prstGeom prst="ellipse">
            <a:avLst/>
          </a:prstGeom>
          <a:solidFill>
            <a:srgbClr val="7F95A3"/>
          </a:solidFill>
          <a:ln/>
        </p:spPr>
      </p:sp>
      <p:sp>
        <p:nvSpPr>
          <p:cNvPr id="53" name="Shape 50"/>
          <p:cNvSpPr/>
          <p:nvPr/>
        </p:nvSpPr>
        <p:spPr>
          <a:xfrm>
            <a:off x="9748320" y="6190488"/>
            <a:ext cx="54864" cy="54864"/>
          </a:xfrm>
          <a:prstGeom prst="ellipse">
            <a:avLst/>
          </a:prstGeom>
          <a:solidFill>
            <a:srgbClr val="7F95A3"/>
          </a:solidFill>
          <a:ln/>
        </p:spPr>
      </p:sp>
      <p:sp>
        <p:nvSpPr>
          <p:cNvPr id="54" name="Shape 51"/>
          <p:cNvSpPr/>
          <p:nvPr/>
        </p:nvSpPr>
        <p:spPr>
          <a:xfrm>
            <a:off x="9834701" y="6190488"/>
            <a:ext cx="54864" cy="54864"/>
          </a:xfrm>
          <a:prstGeom prst="ellipse">
            <a:avLst/>
          </a:prstGeom>
          <a:solidFill>
            <a:srgbClr val="7F95A3"/>
          </a:solidFill>
          <a:ln/>
        </p:spPr>
      </p:sp>
      <p:sp>
        <p:nvSpPr>
          <p:cNvPr id="55" name="Shape 52"/>
          <p:cNvSpPr/>
          <p:nvPr/>
        </p:nvSpPr>
        <p:spPr>
          <a:xfrm>
            <a:off x="9921082" y="6190488"/>
            <a:ext cx="54864" cy="54864"/>
          </a:xfrm>
          <a:prstGeom prst="ellipse">
            <a:avLst/>
          </a:prstGeom>
          <a:solidFill>
            <a:srgbClr val="7F95A3"/>
          </a:solidFill>
          <a:ln/>
        </p:spPr>
      </p:sp>
      <p:sp>
        <p:nvSpPr>
          <p:cNvPr id="56" name="Shape 53"/>
          <p:cNvSpPr/>
          <p:nvPr/>
        </p:nvSpPr>
        <p:spPr>
          <a:xfrm>
            <a:off x="10007462" y="6190488"/>
            <a:ext cx="54864" cy="54864"/>
          </a:xfrm>
          <a:prstGeom prst="ellipse">
            <a:avLst/>
          </a:prstGeom>
          <a:solidFill>
            <a:srgbClr val="7F95A3"/>
          </a:solidFill>
          <a:ln/>
        </p:spPr>
      </p:sp>
      <p:sp>
        <p:nvSpPr>
          <p:cNvPr id="57" name="Shape 54"/>
          <p:cNvSpPr/>
          <p:nvPr/>
        </p:nvSpPr>
        <p:spPr>
          <a:xfrm>
            <a:off x="10093843" y="6190488"/>
            <a:ext cx="54864" cy="54864"/>
          </a:xfrm>
          <a:prstGeom prst="ellipse">
            <a:avLst/>
          </a:prstGeom>
          <a:solidFill>
            <a:srgbClr val="7F95A3"/>
          </a:solidFill>
          <a:ln/>
        </p:spPr>
      </p:sp>
      <p:sp>
        <p:nvSpPr>
          <p:cNvPr id="58" name="Shape 55"/>
          <p:cNvSpPr/>
          <p:nvPr/>
        </p:nvSpPr>
        <p:spPr>
          <a:xfrm>
            <a:off x="10180224" y="6190488"/>
            <a:ext cx="54864" cy="54864"/>
          </a:xfrm>
          <a:prstGeom prst="ellipse">
            <a:avLst/>
          </a:prstGeom>
          <a:solidFill>
            <a:srgbClr val="7F95A3"/>
          </a:solidFill>
          <a:ln/>
        </p:spPr>
      </p:sp>
      <p:sp>
        <p:nvSpPr>
          <p:cNvPr id="59" name="Shape 56"/>
          <p:cNvSpPr/>
          <p:nvPr/>
        </p:nvSpPr>
        <p:spPr>
          <a:xfrm>
            <a:off x="10266604" y="6190488"/>
            <a:ext cx="54864" cy="54864"/>
          </a:xfrm>
          <a:prstGeom prst="ellipse">
            <a:avLst/>
          </a:prstGeom>
          <a:solidFill>
            <a:srgbClr val="7F95A3"/>
          </a:solidFill>
          <a:ln/>
        </p:spPr>
      </p:sp>
      <p:sp>
        <p:nvSpPr>
          <p:cNvPr id="60" name="Shape 57"/>
          <p:cNvSpPr/>
          <p:nvPr/>
        </p:nvSpPr>
        <p:spPr>
          <a:xfrm>
            <a:off x="10352985" y="6190488"/>
            <a:ext cx="54864" cy="54864"/>
          </a:xfrm>
          <a:prstGeom prst="ellipse">
            <a:avLst/>
          </a:prstGeom>
          <a:solidFill>
            <a:srgbClr val="7F95A3"/>
          </a:solidFill>
          <a:ln/>
        </p:spPr>
      </p:sp>
      <p:sp>
        <p:nvSpPr>
          <p:cNvPr id="61" name="Shape 58"/>
          <p:cNvSpPr/>
          <p:nvPr/>
        </p:nvSpPr>
        <p:spPr>
          <a:xfrm>
            <a:off x="10439366" y="6190488"/>
            <a:ext cx="54864" cy="54864"/>
          </a:xfrm>
          <a:prstGeom prst="ellipse">
            <a:avLst/>
          </a:prstGeom>
          <a:solidFill>
            <a:srgbClr val="7F95A3"/>
          </a:solidFill>
          <a:ln/>
        </p:spPr>
      </p:sp>
      <p:sp>
        <p:nvSpPr>
          <p:cNvPr id="62" name="Shape 59"/>
          <p:cNvSpPr/>
          <p:nvPr/>
        </p:nvSpPr>
        <p:spPr>
          <a:xfrm>
            <a:off x="10525746" y="6190488"/>
            <a:ext cx="54864" cy="54864"/>
          </a:xfrm>
          <a:prstGeom prst="ellipse">
            <a:avLst/>
          </a:prstGeom>
          <a:solidFill>
            <a:srgbClr val="7F95A3"/>
          </a:solidFill>
          <a:ln/>
        </p:spPr>
      </p:sp>
      <p:sp>
        <p:nvSpPr>
          <p:cNvPr id="63" name="Shape 60"/>
          <p:cNvSpPr/>
          <p:nvPr/>
        </p:nvSpPr>
        <p:spPr>
          <a:xfrm>
            <a:off x="10612127" y="6190488"/>
            <a:ext cx="54864" cy="54864"/>
          </a:xfrm>
          <a:prstGeom prst="ellipse">
            <a:avLst/>
          </a:prstGeom>
          <a:solidFill>
            <a:srgbClr val="7F95A3"/>
          </a:solidFill>
          <a:ln/>
        </p:spPr>
      </p:sp>
      <p:sp>
        <p:nvSpPr>
          <p:cNvPr id="64" name="Shape 61"/>
          <p:cNvSpPr/>
          <p:nvPr/>
        </p:nvSpPr>
        <p:spPr>
          <a:xfrm>
            <a:off x="10698508" y="6190488"/>
            <a:ext cx="54864" cy="54864"/>
          </a:xfrm>
          <a:prstGeom prst="ellipse">
            <a:avLst/>
          </a:prstGeom>
          <a:solidFill>
            <a:srgbClr val="7F95A3"/>
          </a:solidFill>
          <a:ln/>
        </p:spPr>
      </p:sp>
      <p:sp>
        <p:nvSpPr>
          <p:cNvPr id="65" name="Shape 62"/>
          <p:cNvSpPr/>
          <p:nvPr/>
        </p:nvSpPr>
        <p:spPr>
          <a:xfrm>
            <a:off x="10784888" y="6190488"/>
            <a:ext cx="54864" cy="54864"/>
          </a:xfrm>
          <a:prstGeom prst="ellipse">
            <a:avLst/>
          </a:prstGeom>
          <a:solidFill>
            <a:srgbClr val="7F95A3"/>
          </a:solidFill>
          <a:ln/>
        </p:spPr>
      </p:sp>
      <p:sp>
        <p:nvSpPr>
          <p:cNvPr id="66" name="Shape 63"/>
          <p:cNvSpPr/>
          <p:nvPr/>
        </p:nvSpPr>
        <p:spPr>
          <a:xfrm>
            <a:off x="10871269" y="6190488"/>
            <a:ext cx="54864" cy="54864"/>
          </a:xfrm>
          <a:prstGeom prst="ellipse">
            <a:avLst/>
          </a:prstGeom>
          <a:solidFill>
            <a:srgbClr val="7F95A3"/>
          </a:solidFill>
          <a:ln/>
        </p:spPr>
      </p:sp>
      <p:sp>
        <p:nvSpPr>
          <p:cNvPr id="67" name="Shape 64"/>
          <p:cNvSpPr/>
          <p:nvPr/>
        </p:nvSpPr>
        <p:spPr>
          <a:xfrm>
            <a:off x="10957650" y="6190488"/>
            <a:ext cx="54864" cy="54864"/>
          </a:xfrm>
          <a:prstGeom prst="ellipse">
            <a:avLst/>
          </a:prstGeom>
          <a:solidFill>
            <a:srgbClr val="7F95A3"/>
          </a:solidFill>
          <a:ln/>
        </p:spPr>
      </p:sp>
      <p:sp>
        <p:nvSpPr>
          <p:cNvPr id="68" name="Shape 65"/>
          <p:cNvSpPr/>
          <p:nvPr/>
        </p:nvSpPr>
        <p:spPr>
          <a:xfrm>
            <a:off x="10993738" y="6140196"/>
            <a:ext cx="155448" cy="155448"/>
          </a:xfrm>
          <a:prstGeom prst="ellipse">
            <a:avLst/>
          </a:prstGeom>
          <a:solidFill>
            <a:srgbClr val="3B3B3B"/>
          </a:solidFill>
          <a:ln/>
        </p:spPr>
      </p:sp>
      <p:sp>
        <p:nvSpPr>
          <p:cNvPr id="69" name="Shape 66"/>
          <p:cNvSpPr/>
          <p:nvPr/>
        </p:nvSpPr>
        <p:spPr>
          <a:xfrm>
            <a:off x="11130411" y="6190488"/>
            <a:ext cx="54864" cy="54864"/>
          </a:xfrm>
          <a:prstGeom prst="ellipse">
            <a:avLst/>
          </a:prstGeom>
          <a:solidFill>
            <a:srgbClr val="CFD9DF"/>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pic>
        <p:nvPicPr>
          <p:cNvPr id="2" name="Step 57 image" descr="Step 57: A last bird or two">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1799539" cy="292608"/>
          </a:xfrm>
          <a:prstGeom prst="roundRect">
            <a:avLst>
              <a:gd name="adj" fmla="val 31250"/>
            </a:avLst>
          </a:prstGeom>
          <a:solidFill>
            <a:srgbClr val="3B3B3B"/>
          </a:solidFill>
          <a:ln/>
        </p:spPr>
        <p:txBody>
          <a:bodyPr wrap="square" lIns="0" tIns="0" rIns="0" bIns="0" rtlCol="0" anchor="ctr"/>
          <a:lstStyle/>
          <a:p>
            <a:pPr algn="ctr" indent="0" marL="0">
              <a:buNone/>
            </a:pPr>
            <a:r>
              <a:rPr lang="en-US" sz="1100" b="1" dirty="0">
                <a:solidFill>
                  <a:srgbClr val="FFFFFF"/>
                </a:solidFill>
              </a:rPr>
              <a:t>STAGE 10 · BIRDS</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57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A last bird or two</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Add one final bird on the left to balance the flock on the right.</a:t>
            </a:r>
            <a:endParaRPr lang="en-US" sz="1500" dirty="0"/>
          </a:p>
          <a:p>
            <a:pPr marL="203200" indent="-203200">
              <a:spcAft>
                <a:spcPts val="600"/>
              </a:spcAft>
              <a:buSzPct val="100000"/>
              <a:buChar char="•"/>
            </a:pPr>
            <a:r>
              <a:rPr lang="en-US" sz="1500" dirty="0">
                <a:solidFill>
                  <a:schemeClr val="tx1"/>
                </a:solidFill>
              </a:rPr>
              <a:t>Lift the pen and look before you add another.</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Stop while the sky still has plenty of open space.</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COLORS IN THIS STEP</a:t>
            </a:r>
            <a:endParaRPr lang="en-US" sz="1000" dirty="0"/>
          </a:p>
        </p:txBody>
      </p:sp>
      <p:sp>
        <p:nvSpPr>
          <p:cNvPr id="11" name="Swatch Black fine-tip pen"/>
          <p:cNvSpPr/>
          <p:nvPr/>
        </p:nvSpPr>
        <p:spPr>
          <a:xfrm>
            <a:off x="6277336" y="5532120"/>
            <a:ext cx="329184" cy="329184"/>
          </a:xfrm>
          <a:prstGeom prst="ellipse">
            <a:avLst/>
          </a:prstGeom>
          <a:solidFill>
            <a:srgbClr val="314343"/>
          </a:solidFill>
          <a:ln w="9525">
            <a:solidFill>
              <a:srgbClr val="C9D3D9"/>
            </a:solidFill>
            <a:prstDash val="solid"/>
          </a:ln>
        </p:spPr>
      </p:sp>
      <p:sp>
        <p:nvSpPr>
          <p:cNvPr id="12" name="Text 9"/>
          <p:cNvSpPr txBox="1"/>
          <p:nvPr/>
        </p:nvSpPr>
        <p:spPr>
          <a:xfrm>
            <a:off x="6688816" y="5504688"/>
            <a:ext cx="1270413" cy="384048"/>
          </a:xfrm>
          <a:prstGeom prst="rect">
            <a:avLst/>
          </a:prstGeom>
          <a:noFill/>
          <a:ln/>
        </p:spPr>
        <p:txBody>
          <a:bodyPr wrap="square" lIns="0" tIns="0" rIns="0" bIns="0" rtlCol="0" anchor="ctr"/>
          <a:lstStyle/>
          <a:p>
            <a:pPr indent="0" marL="0">
              <a:buNone/>
            </a:pPr>
            <a:r>
              <a:rPr lang="en-US" sz="1100" b="1" dirty="0">
                <a:solidFill>
                  <a:schemeClr val="tx1"/>
                </a:solidFill>
              </a:rPr>
              <a:t>Black fine-tip pen</a:t>
            </a:r>
            <a:endParaRPr lang="en-US" sz="1100" dirty="0"/>
          </a:p>
          <a:p>
            <a:pPr indent="0" marL="0">
              <a:buNone/>
            </a:pPr>
            <a:r>
              <a:rPr lang="en-US" sz="1000" dirty="0">
                <a:solidFill>
                  <a:srgbClr val="4A5058"/>
                </a:solidFill>
              </a:rPr>
              <a:t>#314343</a:t>
            </a:r>
            <a:endParaRPr lang="en-US" sz="1100" dirty="0"/>
          </a:p>
        </p:txBody>
      </p:sp>
      <p:sp>
        <p:nvSpPr>
          <p:cNvPr id="13" name="Shape 10"/>
          <p:cNvSpPr/>
          <p:nvPr/>
        </p:nvSpPr>
        <p:spPr>
          <a:xfrm>
            <a:off x="6293094" y="6190488"/>
            <a:ext cx="54864" cy="54864"/>
          </a:xfrm>
          <a:prstGeom prst="ellipse">
            <a:avLst/>
          </a:prstGeom>
          <a:solidFill>
            <a:srgbClr val="7F95A3"/>
          </a:solidFill>
          <a:ln/>
        </p:spPr>
      </p:sp>
      <p:sp>
        <p:nvSpPr>
          <p:cNvPr id="14" name="Shape 11"/>
          <p:cNvSpPr/>
          <p:nvPr/>
        </p:nvSpPr>
        <p:spPr>
          <a:xfrm>
            <a:off x="6379475" y="6190488"/>
            <a:ext cx="54864" cy="54864"/>
          </a:xfrm>
          <a:prstGeom prst="ellipse">
            <a:avLst/>
          </a:prstGeom>
          <a:solidFill>
            <a:srgbClr val="7F95A3"/>
          </a:solidFill>
          <a:ln/>
        </p:spPr>
      </p:sp>
      <p:sp>
        <p:nvSpPr>
          <p:cNvPr id="15" name="Shape 12"/>
          <p:cNvSpPr/>
          <p:nvPr/>
        </p:nvSpPr>
        <p:spPr>
          <a:xfrm>
            <a:off x="6465855" y="6190488"/>
            <a:ext cx="54864" cy="54864"/>
          </a:xfrm>
          <a:prstGeom prst="ellipse">
            <a:avLst/>
          </a:prstGeom>
          <a:solidFill>
            <a:srgbClr val="7F95A3"/>
          </a:solidFill>
          <a:ln/>
        </p:spPr>
      </p:sp>
      <p:sp>
        <p:nvSpPr>
          <p:cNvPr id="16" name="Shape 13"/>
          <p:cNvSpPr/>
          <p:nvPr/>
        </p:nvSpPr>
        <p:spPr>
          <a:xfrm>
            <a:off x="6552236" y="6190488"/>
            <a:ext cx="54864" cy="54864"/>
          </a:xfrm>
          <a:prstGeom prst="ellipse">
            <a:avLst/>
          </a:prstGeom>
          <a:solidFill>
            <a:srgbClr val="7F95A3"/>
          </a:solidFill>
          <a:ln/>
        </p:spPr>
      </p:sp>
      <p:sp>
        <p:nvSpPr>
          <p:cNvPr id="17" name="Shape 14"/>
          <p:cNvSpPr/>
          <p:nvPr/>
        </p:nvSpPr>
        <p:spPr>
          <a:xfrm>
            <a:off x="6638617" y="6190488"/>
            <a:ext cx="54864" cy="54864"/>
          </a:xfrm>
          <a:prstGeom prst="ellipse">
            <a:avLst/>
          </a:prstGeom>
          <a:solidFill>
            <a:srgbClr val="7F95A3"/>
          </a:solidFill>
          <a:ln/>
        </p:spPr>
      </p:sp>
      <p:sp>
        <p:nvSpPr>
          <p:cNvPr id="18" name="Shape 15"/>
          <p:cNvSpPr/>
          <p:nvPr/>
        </p:nvSpPr>
        <p:spPr>
          <a:xfrm>
            <a:off x="6724997" y="6190488"/>
            <a:ext cx="54864" cy="54864"/>
          </a:xfrm>
          <a:prstGeom prst="ellipse">
            <a:avLst/>
          </a:prstGeom>
          <a:solidFill>
            <a:srgbClr val="7F95A3"/>
          </a:solidFill>
          <a:ln/>
        </p:spPr>
      </p:sp>
      <p:sp>
        <p:nvSpPr>
          <p:cNvPr id="19" name="Shape 16"/>
          <p:cNvSpPr/>
          <p:nvPr/>
        </p:nvSpPr>
        <p:spPr>
          <a:xfrm>
            <a:off x="6811378" y="6190488"/>
            <a:ext cx="54864" cy="54864"/>
          </a:xfrm>
          <a:prstGeom prst="ellipse">
            <a:avLst/>
          </a:prstGeom>
          <a:solidFill>
            <a:srgbClr val="7F95A3"/>
          </a:solidFill>
          <a:ln/>
        </p:spPr>
      </p:sp>
      <p:sp>
        <p:nvSpPr>
          <p:cNvPr id="20" name="Shape 17"/>
          <p:cNvSpPr/>
          <p:nvPr/>
        </p:nvSpPr>
        <p:spPr>
          <a:xfrm>
            <a:off x="6897759" y="6190488"/>
            <a:ext cx="54864" cy="54864"/>
          </a:xfrm>
          <a:prstGeom prst="ellipse">
            <a:avLst/>
          </a:prstGeom>
          <a:solidFill>
            <a:srgbClr val="7F95A3"/>
          </a:solidFill>
          <a:ln/>
        </p:spPr>
      </p:sp>
      <p:sp>
        <p:nvSpPr>
          <p:cNvPr id="21" name="Shape 18"/>
          <p:cNvSpPr/>
          <p:nvPr/>
        </p:nvSpPr>
        <p:spPr>
          <a:xfrm>
            <a:off x="6984139" y="6190488"/>
            <a:ext cx="54864" cy="54864"/>
          </a:xfrm>
          <a:prstGeom prst="ellipse">
            <a:avLst/>
          </a:prstGeom>
          <a:solidFill>
            <a:srgbClr val="7F95A3"/>
          </a:solidFill>
          <a:ln/>
        </p:spPr>
      </p:sp>
      <p:sp>
        <p:nvSpPr>
          <p:cNvPr id="22" name="Shape 19"/>
          <p:cNvSpPr/>
          <p:nvPr/>
        </p:nvSpPr>
        <p:spPr>
          <a:xfrm>
            <a:off x="7070520" y="6190488"/>
            <a:ext cx="54864" cy="54864"/>
          </a:xfrm>
          <a:prstGeom prst="ellipse">
            <a:avLst/>
          </a:prstGeom>
          <a:solidFill>
            <a:srgbClr val="7F95A3"/>
          </a:solidFill>
          <a:ln/>
        </p:spPr>
      </p:sp>
      <p:sp>
        <p:nvSpPr>
          <p:cNvPr id="23" name="Shape 20"/>
          <p:cNvSpPr/>
          <p:nvPr/>
        </p:nvSpPr>
        <p:spPr>
          <a:xfrm>
            <a:off x="7156901" y="6190488"/>
            <a:ext cx="54864" cy="54864"/>
          </a:xfrm>
          <a:prstGeom prst="ellipse">
            <a:avLst/>
          </a:prstGeom>
          <a:solidFill>
            <a:srgbClr val="7F95A3"/>
          </a:solidFill>
          <a:ln/>
        </p:spPr>
      </p:sp>
      <p:sp>
        <p:nvSpPr>
          <p:cNvPr id="24" name="Shape 21"/>
          <p:cNvSpPr/>
          <p:nvPr/>
        </p:nvSpPr>
        <p:spPr>
          <a:xfrm>
            <a:off x="7243281" y="6190488"/>
            <a:ext cx="54864" cy="54864"/>
          </a:xfrm>
          <a:prstGeom prst="ellipse">
            <a:avLst/>
          </a:prstGeom>
          <a:solidFill>
            <a:srgbClr val="7F95A3"/>
          </a:solidFill>
          <a:ln/>
        </p:spPr>
      </p:sp>
      <p:sp>
        <p:nvSpPr>
          <p:cNvPr id="25" name="Shape 22"/>
          <p:cNvSpPr/>
          <p:nvPr/>
        </p:nvSpPr>
        <p:spPr>
          <a:xfrm>
            <a:off x="7329662" y="6190488"/>
            <a:ext cx="54864" cy="54864"/>
          </a:xfrm>
          <a:prstGeom prst="ellipse">
            <a:avLst/>
          </a:prstGeom>
          <a:solidFill>
            <a:srgbClr val="7F95A3"/>
          </a:solidFill>
          <a:ln/>
        </p:spPr>
      </p:sp>
      <p:sp>
        <p:nvSpPr>
          <p:cNvPr id="26" name="Shape 23"/>
          <p:cNvSpPr/>
          <p:nvPr/>
        </p:nvSpPr>
        <p:spPr>
          <a:xfrm>
            <a:off x="7416043" y="6190488"/>
            <a:ext cx="54864" cy="54864"/>
          </a:xfrm>
          <a:prstGeom prst="ellipse">
            <a:avLst/>
          </a:prstGeom>
          <a:solidFill>
            <a:srgbClr val="7F95A3"/>
          </a:solidFill>
          <a:ln/>
        </p:spPr>
      </p:sp>
      <p:sp>
        <p:nvSpPr>
          <p:cNvPr id="27" name="Shape 24"/>
          <p:cNvSpPr/>
          <p:nvPr/>
        </p:nvSpPr>
        <p:spPr>
          <a:xfrm>
            <a:off x="7502423" y="6190488"/>
            <a:ext cx="54864" cy="54864"/>
          </a:xfrm>
          <a:prstGeom prst="ellipse">
            <a:avLst/>
          </a:prstGeom>
          <a:solidFill>
            <a:srgbClr val="7F95A3"/>
          </a:solidFill>
          <a:ln/>
        </p:spPr>
      </p:sp>
      <p:sp>
        <p:nvSpPr>
          <p:cNvPr id="28" name="Shape 25"/>
          <p:cNvSpPr/>
          <p:nvPr/>
        </p:nvSpPr>
        <p:spPr>
          <a:xfrm>
            <a:off x="7588804" y="6190488"/>
            <a:ext cx="54864" cy="54864"/>
          </a:xfrm>
          <a:prstGeom prst="ellipse">
            <a:avLst/>
          </a:prstGeom>
          <a:solidFill>
            <a:srgbClr val="7F95A3"/>
          </a:solidFill>
          <a:ln/>
        </p:spPr>
      </p:sp>
      <p:sp>
        <p:nvSpPr>
          <p:cNvPr id="29" name="Shape 26"/>
          <p:cNvSpPr/>
          <p:nvPr/>
        </p:nvSpPr>
        <p:spPr>
          <a:xfrm>
            <a:off x="7675185" y="6190488"/>
            <a:ext cx="54864" cy="54864"/>
          </a:xfrm>
          <a:prstGeom prst="ellipse">
            <a:avLst/>
          </a:prstGeom>
          <a:solidFill>
            <a:srgbClr val="7F95A3"/>
          </a:solidFill>
          <a:ln/>
        </p:spPr>
      </p:sp>
      <p:sp>
        <p:nvSpPr>
          <p:cNvPr id="30" name="Shape 27"/>
          <p:cNvSpPr/>
          <p:nvPr/>
        </p:nvSpPr>
        <p:spPr>
          <a:xfrm>
            <a:off x="7761565" y="6190488"/>
            <a:ext cx="54864" cy="54864"/>
          </a:xfrm>
          <a:prstGeom prst="ellipse">
            <a:avLst/>
          </a:prstGeom>
          <a:solidFill>
            <a:srgbClr val="7F95A3"/>
          </a:solidFill>
          <a:ln/>
        </p:spPr>
      </p:sp>
      <p:sp>
        <p:nvSpPr>
          <p:cNvPr id="31" name="Shape 28"/>
          <p:cNvSpPr/>
          <p:nvPr/>
        </p:nvSpPr>
        <p:spPr>
          <a:xfrm>
            <a:off x="7847946" y="6190488"/>
            <a:ext cx="54864" cy="54864"/>
          </a:xfrm>
          <a:prstGeom prst="ellipse">
            <a:avLst/>
          </a:prstGeom>
          <a:solidFill>
            <a:srgbClr val="7F95A3"/>
          </a:solidFill>
          <a:ln/>
        </p:spPr>
      </p:sp>
      <p:sp>
        <p:nvSpPr>
          <p:cNvPr id="32" name="Shape 29"/>
          <p:cNvSpPr/>
          <p:nvPr/>
        </p:nvSpPr>
        <p:spPr>
          <a:xfrm>
            <a:off x="7934327" y="6190488"/>
            <a:ext cx="54864" cy="54864"/>
          </a:xfrm>
          <a:prstGeom prst="ellipse">
            <a:avLst/>
          </a:prstGeom>
          <a:solidFill>
            <a:srgbClr val="7F95A3"/>
          </a:solidFill>
          <a:ln/>
        </p:spPr>
      </p:sp>
      <p:sp>
        <p:nvSpPr>
          <p:cNvPr id="33" name="Shape 30"/>
          <p:cNvSpPr/>
          <p:nvPr/>
        </p:nvSpPr>
        <p:spPr>
          <a:xfrm>
            <a:off x="8020707" y="6190488"/>
            <a:ext cx="54864" cy="54864"/>
          </a:xfrm>
          <a:prstGeom prst="ellipse">
            <a:avLst/>
          </a:prstGeom>
          <a:solidFill>
            <a:srgbClr val="7F95A3"/>
          </a:solidFill>
          <a:ln/>
        </p:spPr>
      </p:sp>
      <p:sp>
        <p:nvSpPr>
          <p:cNvPr id="34" name="Shape 31"/>
          <p:cNvSpPr/>
          <p:nvPr/>
        </p:nvSpPr>
        <p:spPr>
          <a:xfrm>
            <a:off x="8107088" y="6190488"/>
            <a:ext cx="54864" cy="54864"/>
          </a:xfrm>
          <a:prstGeom prst="ellipse">
            <a:avLst/>
          </a:prstGeom>
          <a:solidFill>
            <a:srgbClr val="7F95A3"/>
          </a:solidFill>
          <a:ln/>
        </p:spPr>
      </p:sp>
      <p:sp>
        <p:nvSpPr>
          <p:cNvPr id="35" name="Shape 32"/>
          <p:cNvSpPr/>
          <p:nvPr/>
        </p:nvSpPr>
        <p:spPr>
          <a:xfrm>
            <a:off x="8193469" y="6190488"/>
            <a:ext cx="54864" cy="54864"/>
          </a:xfrm>
          <a:prstGeom prst="ellipse">
            <a:avLst/>
          </a:prstGeom>
          <a:solidFill>
            <a:srgbClr val="7F95A3"/>
          </a:solidFill>
          <a:ln/>
        </p:spPr>
      </p:sp>
      <p:sp>
        <p:nvSpPr>
          <p:cNvPr id="36" name="Shape 33"/>
          <p:cNvSpPr/>
          <p:nvPr/>
        </p:nvSpPr>
        <p:spPr>
          <a:xfrm>
            <a:off x="8279849" y="6190488"/>
            <a:ext cx="54864" cy="54864"/>
          </a:xfrm>
          <a:prstGeom prst="ellipse">
            <a:avLst/>
          </a:prstGeom>
          <a:solidFill>
            <a:srgbClr val="7F95A3"/>
          </a:solidFill>
          <a:ln/>
        </p:spPr>
      </p:sp>
      <p:sp>
        <p:nvSpPr>
          <p:cNvPr id="37" name="Shape 34"/>
          <p:cNvSpPr/>
          <p:nvPr/>
        </p:nvSpPr>
        <p:spPr>
          <a:xfrm>
            <a:off x="8366230" y="6190488"/>
            <a:ext cx="54864" cy="54864"/>
          </a:xfrm>
          <a:prstGeom prst="ellipse">
            <a:avLst/>
          </a:prstGeom>
          <a:solidFill>
            <a:srgbClr val="7F95A3"/>
          </a:solidFill>
          <a:ln/>
        </p:spPr>
      </p:sp>
      <p:sp>
        <p:nvSpPr>
          <p:cNvPr id="38" name="Shape 35"/>
          <p:cNvSpPr/>
          <p:nvPr/>
        </p:nvSpPr>
        <p:spPr>
          <a:xfrm>
            <a:off x="8452611" y="6190488"/>
            <a:ext cx="54864" cy="54864"/>
          </a:xfrm>
          <a:prstGeom prst="ellipse">
            <a:avLst/>
          </a:prstGeom>
          <a:solidFill>
            <a:srgbClr val="7F95A3"/>
          </a:solidFill>
          <a:ln/>
        </p:spPr>
      </p:sp>
      <p:sp>
        <p:nvSpPr>
          <p:cNvPr id="39" name="Shape 36"/>
          <p:cNvSpPr/>
          <p:nvPr/>
        </p:nvSpPr>
        <p:spPr>
          <a:xfrm>
            <a:off x="8538991" y="6190488"/>
            <a:ext cx="54864" cy="54864"/>
          </a:xfrm>
          <a:prstGeom prst="ellipse">
            <a:avLst/>
          </a:prstGeom>
          <a:solidFill>
            <a:srgbClr val="7F95A3"/>
          </a:solidFill>
          <a:ln/>
        </p:spPr>
      </p:sp>
      <p:sp>
        <p:nvSpPr>
          <p:cNvPr id="40" name="Shape 37"/>
          <p:cNvSpPr/>
          <p:nvPr/>
        </p:nvSpPr>
        <p:spPr>
          <a:xfrm>
            <a:off x="8625372" y="6190488"/>
            <a:ext cx="54864" cy="54864"/>
          </a:xfrm>
          <a:prstGeom prst="ellipse">
            <a:avLst/>
          </a:prstGeom>
          <a:solidFill>
            <a:srgbClr val="7F95A3"/>
          </a:solidFill>
          <a:ln/>
        </p:spPr>
      </p:sp>
      <p:sp>
        <p:nvSpPr>
          <p:cNvPr id="41" name="Shape 38"/>
          <p:cNvSpPr/>
          <p:nvPr/>
        </p:nvSpPr>
        <p:spPr>
          <a:xfrm>
            <a:off x="8711753" y="6190488"/>
            <a:ext cx="54864" cy="54864"/>
          </a:xfrm>
          <a:prstGeom prst="ellipse">
            <a:avLst/>
          </a:prstGeom>
          <a:solidFill>
            <a:srgbClr val="7F95A3"/>
          </a:solidFill>
          <a:ln/>
        </p:spPr>
      </p:sp>
      <p:sp>
        <p:nvSpPr>
          <p:cNvPr id="42" name="Shape 39"/>
          <p:cNvSpPr/>
          <p:nvPr/>
        </p:nvSpPr>
        <p:spPr>
          <a:xfrm>
            <a:off x="8798133" y="6190488"/>
            <a:ext cx="54864" cy="54864"/>
          </a:xfrm>
          <a:prstGeom prst="ellipse">
            <a:avLst/>
          </a:prstGeom>
          <a:solidFill>
            <a:srgbClr val="7F95A3"/>
          </a:solidFill>
          <a:ln/>
        </p:spPr>
      </p:sp>
      <p:sp>
        <p:nvSpPr>
          <p:cNvPr id="43" name="Shape 40"/>
          <p:cNvSpPr/>
          <p:nvPr/>
        </p:nvSpPr>
        <p:spPr>
          <a:xfrm>
            <a:off x="8884514" y="6190488"/>
            <a:ext cx="54864" cy="54864"/>
          </a:xfrm>
          <a:prstGeom prst="ellipse">
            <a:avLst/>
          </a:prstGeom>
          <a:solidFill>
            <a:srgbClr val="7F95A3"/>
          </a:solidFill>
          <a:ln/>
        </p:spPr>
      </p:sp>
      <p:sp>
        <p:nvSpPr>
          <p:cNvPr id="44" name="Shape 41"/>
          <p:cNvSpPr/>
          <p:nvPr/>
        </p:nvSpPr>
        <p:spPr>
          <a:xfrm>
            <a:off x="8970895" y="6190488"/>
            <a:ext cx="54864" cy="54864"/>
          </a:xfrm>
          <a:prstGeom prst="ellipse">
            <a:avLst/>
          </a:prstGeom>
          <a:solidFill>
            <a:srgbClr val="7F95A3"/>
          </a:solidFill>
          <a:ln/>
        </p:spPr>
      </p:sp>
      <p:sp>
        <p:nvSpPr>
          <p:cNvPr id="45" name="Shape 42"/>
          <p:cNvSpPr/>
          <p:nvPr/>
        </p:nvSpPr>
        <p:spPr>
          <a:xfrm>
            <a:off x="9057275" y="6190488"/>
            <a:ext cx="54864" cy="54864"/>
          </a:xfrm>
          <a:prstGeom prst="ellipse">
            <a:avLst/>
          </a:prstGeom>
          <a:solidFill>
            <a:srgbClr val="7F95A3"/>
          </a:solidFill>
          <a:ln/>
        </p:spPr>
      </p:sp>
      <p:sp>
        <p:nvSpPr>
          <p:cNvPr id="46" name="Shape 43"/>
          <p:cNvSpPr/>
          <p:nvPr/>
        </p:nvSpPr>
        <p:spPr>
          <a:xfrm>
            <a:off x="9143656" y="6190488"/>
            <a:ext cx="54864" cy="54864"/>
          </a:xfrm>
          <a:prstGeom prst="ellipse">
            <a:avLst/>
          </a:prstGeom>
          <a:solidFill>
            <a:srgbClr val="7F95A3"/>
          </a:solidFill>
          <a:ln/>
        </p:spPr>
      </p:sp>
      <p:sp>
        <p:nvSpPr>
          <p:cNvPr id="47" name="Shape 44"/>
          <p:cNvSpPr/>
          <p:nvPr/>
        </p:nvSpPr>
        <p:spPr>
          <a:xfrm>
            <a:off x="9230036" y="6190488"/>
            <a:ext cx="54864" cy="54864"/>
          </a:xfrm>
          <a:prstGeom prst="ellipse">
            <a:avLst/>
          </a:prstGeom>
          <a:solidFill>
            <a:srgbClr val="7F95A3"/>
          </a:solidFill>
          <a:ln/>
        </p:spPr>
      </p:sp>
      <p:sp>
        <p:nvSpPr>
          <p:cNvPr id="48" name="Shape 45"/>
          <p:cNvSpPr/>
          <p:nvPr/>
        </p:nvSpPr>
        <p:spPr>
          <a:xfrm>
            <a:off x="9316417" y="6190488"/>
            <a:ext cx="54864" cy="54864"/>
          </a:xfrm>
          <a:prstGeom prst="ellipse">
            <a:avLst/>
          </a:prstGeom>
          <a:solidFill>
            <a:srgbClr val="7F95A3"/>
          </a:solidFill>
          <a:ln/>
        </p:spPr>
      </p:sp>
      <p:sp>
        <p:nvSpPr>
          <p:cNvPr id="49" name="Shape 46"/>
          <p:cNvSpPr/>
          <p:nvPr/>
        </p:nvSpPr>
        <p:spPr>
          <a:xfrm>
            <a:off x="9402798" y="6190488"/>
            <a:ext cx="54864" cy="54864"/>
          </a:xfrm>
          <a:prstGeom prst="ellipse">
            <a:avLst/>
          </a:prstGeom>
          <a:solidFill>
            <a:srgbClr val="7F95A3"/>
          </a:solidFill>
          <a:ln/>
        </p:spPr>
      </p:sp>
      <p:sp>
        <p:nvSpPr>
          <p:cNvPr id="50" name="Shape 47"/>
          <p:cNvSpPr/>
          <p:nvPr/>
        </p:nvSpPr>
        <p:spPr>
          <a:xfrm>
            <a:off x="9489178" y="6190488"/>
            <a:ext cx="54864" cy="54864"/>
          </a:xfrm>
          <a:prstGeom prst="ellipse">
            <a:avLst/>
          </a:prstGeom>
          <a:solidFill>
            <a:srgbClr val="7F95A3"/>
          </a:solidFill>
          <a:ln/>
        </p:spPr>
      </p:sp>
      <p:sp>
        <p:nvSpPr>
          <p:cNvPr id="51" name="Shape 48"/>
          <p:cNvSpPr/>
          <p:nvPr/>
        </p:nvSpPr>
        <p:spPr>
          <a:xfrm>
            <a:off x="9575559" y="6190488"/>
            <a:ext cx="54864" cy="54864"/>
          </a:xfrm>
          <a:prstGeom prst="ellipse">
            <a:avLst/>
          </a:prstGeom>
          <a:solidFill>
            <a:srgbClr val="7F95A3"/>
          </a:solidFill>
          <a:ln/>
        </p:spPr>
      </p:sp>
      <p:sp>
        <p:nvSpPr>
          <p:cNvPr id="52" name="Shape 49"/>
          <p:cNvSpPr/>
          <p:nvPr/>
        </p:nvSpPr>
        <p:spPr>
          <a:xfrm>
            <a:off x="9661940" y="6190488"/>
            <a:ext cx="54864" cy="54864"/>
          </a:xfrm>
          <a:prstGeom prst="ellipse">
            <a:avLst/>
          </a:prstGeom>
          <a:solidFill>
            <a:srgbClr val="7F95A3"/>
          </a:solidFill>
          <a:ln/>
        </p:spPr>
      </p:sp>
      <p:sp>
        <p:nvSpPr>
          <p:cNvPr id="53" name="Shape 50"/>
          <p:cNvSpPr/>
          <p:nvPr/>
        </p:nvSpPr>
        <p:spPr>
          <a:xfrm>
            <a:off x="9748320" y="6190488"/>
            <a:ext cx="54864" cy="54864"/>
          </a:xfrm>
          <a:prstGeom prst="ellipse">
            <a:avLst/>
          </a:prstGeom>
          <a:solidFill>
            <a:srgbClr val="7F95A3"/>
          </a:solidFill>
          <a:ln/>
        </p:spPr>
      </p:sp>
      <p:sp>
        <p:nvSpPr>
          <p:cNvPr id="54" name="Shape 51"/>
          <p:cNvSpPr/>
          <p:nvPr/>
        </p:nvSpPr>
        <p:spPr>
          <a:xfrm>
            <a:off x="9834701" y="6190488"/>
            <a:ext cx="54864" cy="54864"/>
          </a:xfrm>
          <a:prstGeom prst="ellipse">
            <a:avLst/>
          </a:prstGeom>
          <a:solidFill>
            <a:srgbClr val="7F95A3"/>
          </a:solidFill>
          <a:ln/>
        </p:spPr>
      </p:sp>
      <p:sp>
        <p:nvSpPr>
          <p:cNvPr id="55" name="Shape 52"/>
          <p:cNvSpPr/>
          <p:nvPr/>
        </p:nvSpPr>
        <p:spPr>
          <a:xfrm>
            <a:off x="9921082" y="6190488"/>
            <a:ext cx="54864" cy="54864"/>
          </a:xfrm>
          <a:prstGeom prst="ellipse">
            <a:avLst/>
          </a:prstGeom>
          <a:solidFill>
            <a:srgbClr val="7F95A3"/>
          </a:solidFill>
          <a:ln/>
        </p:spPr>
      </p:sp>
      <p:sp>
        <p:nvSpPr>
          <p:cNvPr id="56" name="Shape 53"/>
          <p:cNvSpPr/>
          <p:nvPr/>
        </p:nvSpPr>
        <p:spPr>
          <a:xfrm>
            <a:off x="10007462" y="6190488"/>
            <a:ext cx="54864" cy="54864"/>
          </a:xfrm>
          <a:prstGeom prst="ellipse">
            <a:avLst/>
          </a:prstGeom>
          <a:solidFill>
            <a:srgbClr val="7F95A3"/>
          </a:solidFill>
          <a:ln/>
        </p:spPr>
      </p:sp>
      <p:sp>
        <p:nvSpPr>
          <p:cNvPr id="57" name="Shape 54"/>
          <p:cNvSpPr/>
          <p:nvPr/>
        </p:nvSpPr>
        <p:spPr>
          <a:xfrm>
            <a:off x="10093843" y="6190488"/>
            <a:ext cx="54864" cy="54864"/>
          </a:xfrm>
          <a:prstGeom prst="ellipse">
            <a:avLst/>
          </a:prstGeom>
          <a:solidFill>
            <a:srgbClr val="7F95A3"/>
          </a:solidFill>
          <a:ln/>
        </p:spPr>
      </p:sp>
      <p:sp>
        <p:nvSpPr>
          <p:cNvPr id="58" name="Shape 55"/>
          <p:cNvSpPr/>
          <p:nvPr/>
        </p:nvSpPr>
        <p:spPr>
          <a:xfrm>
            <a:off x="10180224" y="6190488"/>
            <a:ext cx="54864" cy="54864"/>
          </a:xfrm>
          <a:prstGeom prst="ellipse">
            <a:avLst/>
          </a:prstGeom>
          <a:solidFill>
            <a:srgbClr val="7F95A3"/>
          </a:solidFill>
          <a:ln/>
        </p:spPr>
      </p:sp>
      <p:sp>
        <p:nvSpPr>
          <p:cNvPr id="59" name="Shape 56"/>
          <p:cNvSpPr/>
          <p:nvPr/>
        </p:nvSpPr>
        <p:spPr>
          <a:xfrm>
            <a:off x="10266604" y="6190488"/>
            <a:ext cx="54864" cy="54864"/>
          </a:xfrm>
          <a:prstGeom prst="ellipse">
            <a:avLst/>
          </a:prstGeom>
          <a:solidFill>
            <a:srgbClr val="7F95A3"/>
          </a:solidFill>
          <a:ln/>
        </p:spPr>
      </p:sp>
      <p:sp>
        <p:nvSpPr>
          <p:cNvPr id="60" name="Shape 57"/>
          <p:cNvSpPr/>
          <p:nvPr/>
        </p:nvSpPr>
        <p:spPr>
          <a:xfrm>
            <a:off x="10352985" y="6190488"/>
            <a:ext cx="54864" cy="54864"/>
          </a:xfrm>
          <a:prstGeom prst="ellipse">
            <a:avLst/>
          </a:prstGeom>
          <a:solidFill>
            <a:srgbClr val="7F95A3"/>
          </a:solidFill>
          <a:ln/>
        </p:spPr>
      </p:sp>
      <p:sp>
        <p:nvSpPr>
          <p:cNvPr id="61" name="Shape 58"/>
          <p:cNvSpPr/>
          <p:nvPr/>
        </p:nvSpPr>
        <p:spPr>
          <a:xfrm>
            <a:off x="10439366" y="6190488"/>
            <a:ext cx="54864" cy="54864"/>
          </a:xfrm>
          <a:prstGeom prst="ellipse">
            <a:avLst/>
          </a:prstGeom>
          <a:solidFill>
            <a:srgbClr val="7F95A3"/>
          </a:solidFill>
          <a:ln/>
        </p:spPr>
      </p:sp>
      <p:sp>
        <p:nvSpPr>
          <p:cNvPr id="62" name="Shape 59"/>
          <p:cNvSpPr/>
          <p:nvPr/>
        </p:nvSpPr>
        <p:spPr>
          <a:xfrm>
            <a:off x="10525746" y="6190488"/>
            <a:ext cx="54864" cy="54864"/>
          </a:xfrm>
          <a:prstGeom prst="ellipse">
            <a:avLst/>
          </a:prstGeom>
          <a:solidFill>
            <a:srgbClr val="7F95A3"/>
          </a:solidFill>
          <a:ln/>
        </p:spPr>
      </p:sp>
      <p:sp>
        <p:nvSpPr>
          <p:cNvPr id="63" name="Shape 60"/>
          <p:cNvSpPr/>
          <p:nvPr/>
        </p:nvSpPr>
        <p:spPr>
          <a:xfrm>
            <a:off x="10612127" y="6190488"/>
            <a:ext cx="54864" cy="54864"/>
          </a:xfrm>
          <a:prstGeom prst="ellipse">
            <a:avLst/>
          </a:prstGeom>
          <a:solidFill>
            <a:srgbClr val="7F95A3"/>
          </a:solidFill>
          <a:ln/>
        </p:spPr>
      </p:sp>
      <p:sp>
        <p:nvSpPr>
          <p:cNvPr id="64" name="Shape 61"/>
          <p:cNvSpPr/>
          <p:nvPr/>
        </p:nvSpPr>
        <p:spPr>
          <a:xfrm>
            <a:off x="10698508" y="6190488"/>
            <a:ext cx="54864" cy="54864"/>
          </a:xfrm>
          <a:prstGeom prst="ellipse">
            <a:avLst/>
          </a:prstGeom>
          <a:solidFill>
            <a:srgbClr val="7F95A3"/>
          </a:solidFill>
          <a:ln/>
        </p:spPr>
      </p:sp>
      <p:sp>
        <p:nvSpPr>
          <p:cNvPr id="65" name="Shape 62"/>
          <p:cNvSpPr/>
          <p:nvPr/>
        </p:nvSpPr>
        <p:spPr>
          <a:xfrm>
            <a:off x="10784888" y="6190488"/>
            <a:ext cx="54864" cy="54864"/>
          </a:xfrm>
          <a:prstGeom prst="ellipse">
            <a:avLst/>
          </a:prstGeom>
          <a:solidFill>
            <a:srgbClr val="7F95A3"/>
          </a:solidFill>
          <a:ln/>
        </p:spPr>
      </p:sp>
      <p:sp>
        <p:nvSpPr>
          <p:cNvPr id="66" name="Shape 63"/>
          <p:cNvSpPr/>
          <p:nvPr/>
        </p:nvSpPr>
        <p:spPr>
          <a:xfrm>
            <a:off x="10871269" y="6190488"/>
            <a:ext cx="54864" cy="54864"/>
          </a:xfrm>
          <a:prstGeom prst="ellipse">
            <a:avLst/>
          </a:prstGeom>
          <a:solidFill>
            <a:srgbClr val="7F95A3"/>
          </a:solidFill>
          <a:ln/>
        </p:spPr>
      </p:sp>
      <p:sp>
        <p:nvSpPr>
          <p:cNvPr id="67" name="Shape 64"/>
          <p:cNvSpPr/>
          <p:nvPr/>
        </p:nvSpPr>
        <p:spPr>
          <a:xfrm>
            <a:off x="10957650" y="6190488"/>
            <a:ext cx="54864" cy="54864"/>
          </a:xfrm>
          <a:prstGeom prst="ellipse">
            <a:avLst/>
          </a:prstGeom>
          <a:solidFill>
            <a:srgbClr val="7F95A3"/>
          </a:solidFill>
          <a:ln/>
        </p:spPr>
      </p:sp>
      <p:sp>
        <p:nvSpPr>
          <p:cNvPr id="68" name="Shape 65"/>
          <p:cNvSpPr/>
          <p:nvPr/>
        </p:nvSpPr>
        <p:spPr>
          <a:xfrm>
            <a:off x="11044030" y="6190488"/>
            <a:ext cx="54864" cy="54864"/>
          </a:xfrm>
          <a:prstGeom prst="ellipse">
            <a:avLst/>
          </a:prstGeom>
          <a:solidFill>
            <a:srgbClr val="7F95A3"/>
          </a:solidFill>
          <a:ln/>
        </p:spPr>
      </p:sp>
      <p:sp>
        <p:nvSpPr>
          <p:cNvPr id="69" name="Shape 66"/>
          <p:cNvSpPr/>
          <p:nvPr/>
        </p:nvSpPr>
        <p:spPr>
          <a:xfrm>
            <a:off x="11080119" y="6140196"/>
            <a:ext cx="155448" cy="155448"/>
          </a:xfrm>
          <a:prstGeom prst="ellipse">
            <a:avLst/>
          </a:prstGeom>
          <a:solidFill>
            <a:srgbClr val="3B3B3B"/>
          </a:solidFill>
          <a:ln/>
        </p:spPr>
      </p:sp>
      <p:sp>
        <p:nvSpPr>
          <p:cNvPr id="70" name="Shape 67"/>
          <p:cNvSpPr/>
          <p:nvPr/>
        </p:nvSpPr>
        <p:spPr>
          <a:xfrm>
            <a:off x="11216792" y="6190488"/>
            <a:ext cx="54864" cy="54864"/>
          </a:xfrm>
          <a:prstGeom prst="ellipse">
            <a:avLst/>
          </a:prstGeom>
          <a:solidFill>
            <a:srgbClr val="CFD9DF"/>
          </a:solidFill>
          <a:ln/>
        </p:spPr>
      </p:sp>
      <p:sp>
        <p:nvSpPr>
          <p:cNvPr id="71" name="Shape 68"/>
          <p:cNvSpPr/>
          <p:nvPr/>
        </p:nvSpPr>
        <p:spPr>
          <a:xfrm>
            <a:off x="11303172" y="6190488"/>
            <a:ext cx="54864" cy="54864"/>
          </a:xfrm>
          <a:prstGeom prst="ellipse">
            <a:avLst/>
          </a:prstGeom>
          <a:solidFill>
            <a:srgbClr val="CFD9DF"/>
          </a:solidFill>
          <a:ln/>
        </p:spPr>
      </p:sp>
      <p:sp>
        <p:nvSpPr>
          <p:cNvPr id="72" name="Shape 69"/>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pic>
        <p:nvPicPr>
          <p:cNvPr id="2" name="Step 58 image" descr="Step 58: Close-up on the finished sky and sea">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874874" cy="292608"/>
          </a:xfrm>
          <a:prstGeom prst="roundRect">
            <a:avLst>
              <a:gd name="adj" fmla="val 31250"/>
            </a:avLst>
          </a:prstGeom>
          <a:solidFill>
            <a:srgbClr val="1B4D3E"/>
          </a:solidFill>
          <a:ln/>
        </p:spPr>
        <p:txBody>
          <a:bodyPr wrap="square" lIns="0" tIns="0" rIns="0" bIns="0" rtlCol="0" anchor="ctr"/>
          <a:lstStyle/>
          <a:p>
            <a:pPr algn="ctr" indent="0" marL="0">
              <a:buNone/>
            </a:pPr>
            <a:r>
              <a:rPr lang="en-US" sz="1100" b="1" dirty="0">
                <a:solidFill>
                  <a:srgbClr val="FFFFFF"/>
                </a:solidFill>
              </a:rPr>
              <a:t>STAGE 11 · FINISHED PAINTING</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58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Close-up on the finished sky and sea</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The reel zooms in to show the finished details: soft clouds, pale mountains and a white horizon line.</a:t>
            </a:r>
            <a:endParaRPr lang="en-US" sz="1500" dirty="0"/>
          </a:p>
          <a:p>
            <a:pPr marL="203200" indent="-203200">
              <a:spcAft>
                <a:spcPts val="600"/>
              </a:spcAft>
              <a:buSzPct val="100000"/>
              <a:buChar char="•"/>
            </a:pPr>
            <a:r>
              <a:rPr lang="en-US" sz="1500" dirty="0">
                <a:solidFill>
                  <a:schemeClr val="tx1"/>
                </a:solidFill>
              </a:rPr>
              <a:t>Notice the small birds and the layered tones of blue.</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Zoom in on your own painting like this to judge it. Details show up that you miss at arm's length.</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FULL PALETTE ON SLIDE 5</a:t>
            </a:r>
            <a:endParaRPr lang="en-US" sz="1000" dirty="0"/>
          </a:p>
        </p:txBody>
      </p:sp>
      <p:sp>
        <p:nvSpPr>
          <p:cNvPr id="11" name="Shape 8"/>
          <p:cNvSpPr/>
          <p:nvPr/>
        </p:nvSpPr>
        <p:spPr>
          <a:xfrm>
            <a:off x="6293094" y="6190488"/>
            <a:ext cx="54864" cy="54864"/>
          </a:xfrm>
          <a:prstGeom prst="ellipse">
            <a:avLst/>
          </a:prstGeom>
          <a:solidFill>
            <a:srgbClr val="7F95A3"/>
          </a:solidFill>
          <a:ln/>
        </p:spPr>
      </p:sp>
      <p:sp>
        <p:nvSpPr>
          <p:cNvPr id="12" name="Shape 9"/>
          <p:cNvSpPr/>
          <p:nvPr/>
        </p:nvSpPr>
        <p:spPr>
          <a:xfrm>
            <a:off x="6379475" y="6190488"/>
            <a:ext cx="54864" cy="54864"/>
          </a:xfrm>
          <a:prstGeom prst="ellipse">
            <a:avLst/>
          </a:prstGeom>
          <a:solidFill>
            <a:srgbClr val="7F95A3"/>
          </a:solidFill>
          <a:ln/>
        </p:spPr>
      </p:sp>
      <p:sp>
        <p:nvSpPr>
          <p:cNvPr id="13" name="Shape 10"/>
          <p:cNvSpPr/>
          <p:nvPr/>
        </p:nvSpPr>
        <p:spPr>
          <a:xfrm>
            <a:off x="6465855" y="6190488"/>
            <a:ext cx="54864" cy="54864"/>
          </a:xfrm>
          <a:prstGeom prst="ellipse">
            <a:avLst/>
          </a:prstGeom>
          <a:solidFill>
            <a:srgbClr val="7F95A3"/>
          </a:solidFill>
          <a:ln/>
        </p:spPr>
      </p:sp>
      <p:sp>
        <p:nvSpPr>
          <p:cNvPr id="14" name="Shape 11"/>
          <p:cNvSpPr/>
          <p:nvPr/>
        </p:nvSpPr>
        <p:spPr>
          <a:xfrm>
            <a:off x="6552236" y="6190488"/>
            <a:ext cx="54864" cy="54864"/>
          </a:xfrm>
          <a:prstGeom prst="ellipse">
            <a:avLst/>
          </a:prstGeom>
          <a:solidFill>
            <a:srgbClr val="7F95A3"/>
          </a:solidFill>
          <a:ln/>
        </p:spPr>
      </p:sp>
      <p:sp>
        <p:nvSpPr>
          <p:cNvPr id="15" name="Shape 12"/>
          <p:cNvSpPr/>
          <p:nvPr/>
        </p:nvSpPr>
        <p:spPr>
          <a:xfrm>
            <a:off x="6638617" y="6190488"/>
            <a:ext cx="54864" cy="54864"/>
          </a:xfrm>
          <a:prstGeom prst="ellipse">
            <a:avLst/>
          </a:prstGeom>
          <a:solidFill>
            <a:srgbClr val="7F95A3"/>
          </a:solidFill>
          <a:ln/>
        </p:spPr>
      </p:sp>
      <p:sp>
        <p:nvSpPr>
          <p:cNvPr id="16" name="Shape 13"/>
          <p:cNvSpPr/>
          <p:nvPr/>
        </p:nvSpPr>
        <p:spPr>
          <a:xfrm>
            <a:off x="6724997" y="6190488"/>
            <a:ext cx="54864" cy="54864"/>
          </a:xfrm>
          <a:prstGeom prst="ellipse">
            <a:avLst/>
          </a:prstGeom>
          <a:solidFill>
            <a:srgbClr val="7F95A3"/>
          </a:solidFill>
          <a:ln/>
        </p:spPr>
      </p:sp>
      <p:sp>
        <p:nvSpPr>
          <p:cNvPr id="17" name="Shape 14"/>
          <p:cNvSpPr/>
          <p:nvPr/>
        </p:nvSpPr>
        <p:spPr>
          <a:xfrm>
            <a:off x="6811378" y="6190488"/>
            <a:ext cx="54864" cy="54864"/>
          </a:xfrm>
          <a:prstGeom prst="ellipse">
            <a:avLst/>
          </a:prstGeom>
          <a:solidFill>
            <a:srgbClr val="7F95A3"/>
          </a:solidFill>
          <a:ln/>
        </p:spPr>
      </p:sp>
      <p:sp>
        <p:nvSpPr>
          <p:cNvPr id="18" name="Shape 15"/>
          <p:cNvSpPr/>
          <p:nvPr/>
        </p:nvSpPr>
        <p:spPr>
          <a:xfrm>
            <a:off x="6897759" y="6190488"/>
            <a:ext cx="54864" cy="54864"/>
          </a:xfrm>
          <a:prstGeom prst="ellipse">
            <a:avLst/>
          </a:prstGeom>
          <a:solidFill>
            <a:srgbClr val="7F95A3"/>
          </a:solidFill>
          <a:ln/>
        </p:spPr>
      </p:sp>
      <p:sp>
        <p:nvSpPr>
          <p:cNvPr id="19" name="Shape 16"/>
          <p:cNvSpPr/>
          <p:nvPr/>
        </p:nvSpPr>
        <p:spPr>
          <a:xfrm>
            <a:off x="6984139" y="6190488"/>
            <a:ext cx="54864" cy="54864"/>
          </a:xfrm>
          <a:prstGeom prst="ellipse">
            <a:avLst/>
          </a:prstGeom>
          <a:solidFill>
            <a:srgbClr val="7F95A3"/>
          </a:solidFill>
          <a:ln/>
        </p:spPr>
      </p:sp>
      <p:sp>
        <p:nvSpPr>
          <p:cNvPr id="20" name="Shape 17"/>
          <p:cNvSpPr/>
          <p:nvPr/>
        </p:nvSpPr>
        <p:spPr>
          <a:xfrm>
            <a:off x="7070520" y="6190488"/>
            <a:ext cx="54864" cy="54864"/>
          </a:xfrm>
          <a:prstGeom prst="ellipse">
            <a:avLst/>
          </a:prstGeom>
          <a:solidFill>
            <a:srgbClr val="7F95A3"/>
          </a:solidFill>
          <a:ln/>
        </p:spPr>
      </p:sp>
      <p:sp>
        <p:nvSpPr>
          <p:cNvPr id="21" name="Shape 18"/>
          <p:cNvSpPr/>
          <p:nvPr/>
        </p:nvSpPr>
        <p:spPr>
          <a:xfrm>
            <a:off x="7156901" y="6190488"/>
            <a:ext cx="54864" cy="54864"/>
          </a:xfrm>
          <a:prstGeom prst="ellipse">
            <a:avLst/>
          </a:prstGeom>
          <a:solidFill>
            <a:srgbClr val="7F95A3"/>
          </a:solidFill>
          <a:ln/>
        </p:spPr>
      </p:sp>
      <p:sp>
        <p:nvSpPr>
          <p:cNvPr id="22" name="Shape 19"/>
          <p:cNvSpPr/>
          <p:nvPr/>
        </p:nvSpPr>
        <p:spPr>
          <a:xfrm>
            <a:off x="7243281" y="6190488"/>
            <a:ext cx="54864" cy="54864"/>
          </a:xfrm>
          <a:prstGeom prst="ellipse">
            <a:avLst/>
          </a:prstGeom>
          <a:solidFill>
            <a:srgbClr val="7F95A3"/>
          </a:solidFill>
          <a:ln/>
        </p:spPr>
      </p:sp>
      <p:sp>
        <p:nvSpPr>
          <p:cNvPr id="23" name="Shape 20"/>
          <p:cNvSpPr/>
          <p:nvPr/>
        </p:nvSpPr>
        <p:spPr>
          <a:xfrm>
            <a:off x="7329662" y="6190488"/>
            <a:ext cx="54864" cy="54864"/>
          </a:xfrm>
          <a:prstGeom prst="ellipse">
            <a:avLst/>
          </a:prstGeom>
          <a:solidFill>
            <a:srgbClr val="7F95A3"/>
          </a:solidFill>
          <a:ln/>
        </p:spPr>
      </p:sp>
      <p:sp>
        <p:nvSpPr>
          <p:cNvPr id="24" name="Shape 21"/>
          <p:cNvSpPr/>
          <p:nvPr/>
        </p:nvSpPr>
        <p:spPr>
          <a:xfrm>
            <a:off x="7416043" y="6190488"/>
            <a:ext cx="54864" cy="54864"/>
          </a:xfrm>
          <a:prstGeom prst="ellipse">
            <a:avLst/>
          </a:prstGeom>
          <a:solidFill>
            <a:srgbClr val="7F95A3"/>
          </a:solidFill>
          <a:ln/>
        </p:spPr>
      </p:sp>
      <p:sp>
        <p:nvSpPr>
          <p:cNvPr id="25" name="Shape 22"/>
          <p:cNvSpPr/>
          <p:nvPr/>
        </p:nvSpPr>
        <p:spPr>
          <a:xfrm>
            <a:off x="7502423" y="6190488"/>
            <a:ext cx="54864" cy="54864"/>
          </a:xfrm>
          <a:prstGeom prst="ellipse">
            <a:avLst/>
          </a:prstGeom>
          <a:solidFill>
            <a:srgbClr val="7F95A3"/>
          </a:solidFill>
          <a:ln/>
        </p:spPr>
      </p:sp>
      <p:sp>
        <p:nvSpPr>
          <p:cNvPr id="26" name="Shape 23"/>
          <p:cNvSpPr/>
          <p:nvPr/>
        </p:nvSpPr>
        <p:spPr>
          <a:xfrm>
            <a:off x="7588804" y="6190488"/>
            <a:ext cx="54864" cy="54864"/>
          </a:xfrm>
          <a:prstGeom prst="ellipse">
            <a:avLst/>
          </a:prstGeom>
          <a:solidFill>
            <a:srgbClr val="7F95A3"/>
          </a:solidFill>
          <a:ln/>
        </p:spPr>
      </p:sp>
      <p:sp>
        <p:nvSpPr>
          <p:cNvPr id="27" name="Shape 24"/>
          <p:cNvSpPr/>
          <p:nvPr/>
        </p:nvSpPr>
        <p:spPr>
          <a:xfrm>
            <a:off x="7675185" y="6190488"/>
            <a:ext cx="54864" cy="54864"/>
          </a:xfrm>
          <a:prstGeom prst="ellipse">
            <a:avLst/>
          </a:prstGeom>
          <a:solidFill>
            <a:srgbClr val="7F95A3"/>
          </a:solidFill>
          <a:ln/>
        </p:spPr>
      </p:sp>
      <p:sp>
        <p:nvSpPr>
          <p:cNvPr id="28" name="Shape 25"/>
          <p:cNvSpPr/>
          <p:nvPr/>
        </p:nvSpPr>
        <p:spPr>
          <a:xfrm>
            <a:off x="7761565" y="6190488"/>
            <a:ext cx="54864" cy="54864"/>
          </a:xfrm>
          <a:prstGeom prst="ellipse">
            <a:avLst/>
          </a:prstGeom>
          <a:solidFill>
            <a:srgbClr val="7F95A3"/>
          </a:solidFill>
          <a:ln/>
        </p:spPr>
      </p:sp>
      <p:sp>
        <p:nvSpPr>
          <p:cNvPr id="29" name="Shape 26"/>
          <p:cNvSpPr/>
          <p:nvPr/>
        </p:nvSpPr>
        <p:spPr>
          <a:xfrm>
            <a:off x="7847946" y="6190488"/>
            <a:ext cx="54864" cy="54864"/>
          </a:xfrm>
          <a:prstGeom prst="ellipse">
            <a:avLst/>
          </a:prstGeom>
          <a:solidFill>
            <a:srgbClr val="7F95A3"/>
          </a:solidFill>
          <a:ln/>
        </p:spPr>
      </p:sp>
      <p:sp>
        <p:nvSpPr>
          <p:cNvPr id="30" name="Shape 27"/>
          <p:cNvSpPr/>
          <p:nvPr/>
        </p:nvSpPr>
        <p:spPr>
          <a:xfrm>
            <a:off x="7934327" y="6190488"/>
            <a:ext cx="54864" cy="54864"/>
          </a:xfrm>
          <a:prstGeom prst="ellipse">
            <a:avLst/>
          </a:prstGeom>
          <a:solidFill>
            <a:srgbClr val="7F95A3"/>
          </a:solidFill>
          <a:ln/>
        </p:spPr>
      </p:sp>
      <p:sp>
        <p:nvSpPr>
          <p:cNvPr id="31" name="Shape 28"/>
          <p:cNvSpPr/>
          <p:nvPr/>
        </p:nvSpPr>
        <p:spPr>
          <a:xfrm>
            <a:off x="8020707" y="6190488"/>
            <a:ext cx="54864" cy="54864"/>
          </a:xfrm>
          <a:prstGeom prst="ellipse">
            <a:avLst/>
          </a:prstGeom>
          <a:solidFill>
            <a:srgbClr val="7F95A3"/>
          </a:solidFill>
          <a:ln/>
        </p:spPr>
      </p:sp>
      <p:sp>
        <p:nvSpPr>
          <p:cNvPr id="32" name="Shape 29"/>
          <p:cNvSpPr/>
          <p:nvPr/>
        </p:nvSpPr>
        <p:spPr>
          <a:xfrm>
            <a:off x="8107088" y="6190488"/>
            <a:ext cx="54864" cy="54864"/>
          </a:xfrm>
          <a:prstGeom prst="ellipse">
            <a:avLst/>
          </a:prstGeom>
          <a:solidFill>
            <a:srgbClr val="7F95A3"/>
          </a:solidFill>
          <a:ln/>
        </p:spPr>
      </p:sp>
      <p:sp>
        <p:nvSpPr>
          <p:cNvPr id="33" name="Shape 30"/>
          <p:cNvSpPr/>
          <p:nvPr/>
        </p:nvSpPr>
        <p:spPr>
          <a:xfrm>
            <a:off x="8193469" y="6190488"/>
            <a:ext cx="54864" cy="54864"/>
          </a:xfrm>
          <a:prstGeom prst="ellipse">
            <a:avLst/>
          </a:prstGeom>
          <a:solidFill>
            <a:srgbClr val="7F95A3"/>
          </a:solidFill>
          <a:ln/>
        </p:spPr>
      </p:sp>
      <p:sp>
        <p:nvSpPr>
          <p:cNvPr id="34" name="Shape 31"/>
          <p:cNvSpPr/>
          <p:nvPr/>
        </p:nvSpPr>
        <p:spPr>
          <a:xfrm>
            <a:off x="8279849" y="6190488"/>
            <a:ext cx="54864" cy="54864"/>
          </a:xfrm>
          <a:prstGeom prst="ellipse">
            <a:avLst/>
          </a:prstGeom>
          <a:solidFill>
            <a:srgbClr val="7F95A3"/>
          </a:solidFill>
          <a:ln/>
        </p:spPr>
      </p:sp>
      <p:sp>
        <p:nvSpPr>
          <p:cNvPr id="35" name="Shape 32"/>
          <p:cNvSpPr/>
          <p:nvPr/>
        </p:nvSpPr>
        <p:spPr>
          <a:xfrm>
            <a:off x="8366230" y="6190488"/>
            <a:ext cx="54864" cy="54864"/>
          </a:xfrm>
          <a:prstGeom prst="ellipse">
            <a:avLst/>
          </a:prstGeom>
          <a:solidFill>
            <a:srgbClr val="7F95A3"/>
          </a:solidFill>
          <a:ln/>
        </p:spPr>
      </p:sp>
      <p:sp>
        <p:nvSpPr>
          <p:cNvPr id="36" name="Shape 33"/>
          <p:cNvSpPr/>
          <p:nvPr/>
        </p:nvSpPr>
        <p:spPr>
          <a:xfrm>
            <a:off x="8452611" y="6190488"/>
            <a:ext cx="54864" cy="54864"/>
          </a:xfrm>
          <a:prstGeom prst="ellipse">
            <a:avLst/>
          </a:prstGeom>
          <a:solidFill>
            <a:srgbClr val="7F95A3"/>
          </a:solidFill>
          <a:ln/>
        </p:spPr>
      </p:sp>
      <p:sp>
        <p:nvSpPr>
          <p:cNvPr id="37" name="Shape 34"/>
          <p:cNvSpPr/>
          <p:nvPr/>
        </p:nvSpPr>
        <p:spPr>
          <a:xfrm>
            <a:off x="8538991" y="6190488"/>
            <a:ext cx="54864" cy="54864"/>
          </a:xfrm>
          <a:prstGeom prst="ellipse">
            <a:avLst/>
          </a:prstGeom>
          <a:solidFill>
            <a:srgbClr val="7F95A3"/>
          </a:solidFill>
          <a:ln/>
        </p:spPr>
      </p:sp>
      <p:sp>
        <p:nvSpPr>
          <p:cNvPr id="38" name="Shape 35"/>
          <p:cNvSpPr/>
          <p:nvPr/>
        </p:nvSpPr>
        <p:spPr>
          <a:xfrm>
            <a:off x="8625372" y="6190488"/>
            <a:ext cx="54864" cy="54864"/>
          </a:xfrm>
          <a:prstGeom prst="ellipse">
            <a:avLst/>
          </a:prstGeom>
          <a:solidFill>
            <a:srgbClr val="7F95A3"/>
          </a:solidFill>
          <a:ln/>
        </p:spPr>
      </p:sp>
      <p:sp>
        <p:nvSpPr>
          <p:cNvPr id="39" name="Shape 36"/>
          <p:cNvSpPr/>
          <p:nvPr/>
        </p:nvSpPr>
        <p:spPr>
          <a:xfrm>
            <a:off x="8711753" y="6190488"/>
            <a:ext cx="54864" cy="54864"/>
          </a:xfrm>
          <a:prstGeom prst="ellipse">
            <a:avLst/>
          </a:prstGeom>
          <a:solidFill>
            <a:srgbClr val="7F95A3"/>
          </a:solidFill>
          <a:ln/>
        </p:spPr>
      </p:sp>
      <p:sp>
        <p:nvSpPr>
          <p:cNvPr id="40" name="Shape 37"/>
          <p:cNvSpPr/>
          <p:nvPr/>
        </p:nvSpPr>
        <p:spPr>
          <a:xfrm>
            <a:off x="8798133" y="6190488"/>
            <a:ext cx="54864" cy="54864"/>
          </a:xfrm>
          <a:prstGeom prst="ellipse">
            <a:avLst/>
          </a:prstGeom>
          <a:solidFill>
            <a:srgbClr val="7F95A3"/>
          </a:solidFill>
          <a:ln/>
        </p:spPr>
      </p:sp>
      <p:sp>
        <p:nvSpPr>
          <p:cNvPr id="41" name="Shape 38"/>
          <p:cNvSpPr/>
          <p:nvPr/>
        </p:nvSpPr>
        <p:spPr>
          <a:xfrm>
            <a:off x="8884514" y="6190488"/>
            <a:ext cx="54864" cy="54864"/>
          </a:xfrm>
          <a:prstGeom prst="ellipse">
            <a:avLst/>
          </a:prstGeom>
          <a:solidFill>
            <a:srgbClr val="7F95A3"/>
          </a:solidFill>
          <a:ln/>
        </p:spPr>
      </p:sp>
      <p:sp>
        <p:nvSpPr>
          <p:cNvPr id="42" name="Shape 39"/>
          <p:cNvSpPr/>
          <p:nvPr/>
        </p:nvSpPr>
        <p:spPr>
          <a:xfrm>
            <a:off x="8970895" y="6190488"/>
            <a:ext cx="54864" cy="54864"/>
          </a:xfrm>
          <a:prstGeom prst="ellipse">
            <a:avLst/>
          </a:prstGeom>
          <a:solidFill>
            <a:srgbClr val="7F95A3"/>
          </a:solidFill>
          <a:ln/>
        </p:spPr>
      </p:sp>
      <p:sp>
        <p:nvSpPr>
          <p:cNvPr id="43" name="Shape 40"/>
          <p:cNvSpPr/>
          <p:nvPr/>
        </p:nvSpPr>
        <p:spPr>
          <a:xfrm>
            <a:off x="9057275" y="6190488"/>
            <a:ext cx="54864" cy="54864"/>
          </a:xfrm>
          <a:prstGeom prst="ellipse">
            <a:avLst/>
          </a:prstGeom>
          <a:solidFill>
            <a:srgbClr val="7F95A3"/>
          </a:solidFill>
          <a:ln/>
        </p:spPr>
      </p:sp>
      <p:sp>
        <p:nvSpPr>
          <p:cNvPr id="44" name="Shape 41"/>
          <p:cNvSpPr/>
          <p:nvPr/>
        </p:nvSpPr>
        <p:spPr>
          <a:xfrm>
            <a:off x="9143656" y="6190488"/>
            <a:ext cx="54864" cy="54864"/>
          </a:xfrm>
          <a:prstGeom prst="ellipse">
            <a:avLst/>
          </a:prstGeom>
          <a:solidFill>
            <a:srgbClr val="7F95A3"/>
          </a:solidFill>
          <a:ln/>
        </p:spPr>
      </p:sp>
      <p:sp>
        <p:nvSpPr>
          <p:cNvPr id="45" name="Shape 42"/>
          <p:cNvSpPr/>
          <p:nvPr/>
        </p:nvSpPr>
        <p:spPr>
          <a:xfrm>
            <a:off x="9230036" y="6190488"/>
            <a:ext cx="54864" cy="54864"/>
          </a:xfrm>
          <a:prstGeom prst="ellipse">
            <a:avLst/>
          </a:prstGeom>
          <a:solidFill>
            <a:srgbClr val="7F95A3"/>
          </a:solidFill>
          <a:ln/>
        </p:spPr>
      </p:sp>
      <p:sp>
        <p:nvSpPr>
          <p:cNvPr id="46" name="Shape 43"/>
          <p:cNvSpPr/>
          <p:nvPr/>
        </p:nvSpPr>
        <p:spPr>
          <a:xfrm>
            <a:off x="9316417" y="6190488"/>
            <a:ext cx="54864" cy="54864"/>
          </a:xfrm>
          <a:prstGeom prst="ellipse">
            <a:avLst/>
          </a:prstGeom>
          <a:solidFill>
            <a:srgbClr val="7F95A3"/>
          </a:solidFill>
          <a:ln/>
        </p:spPr>
      </p:sp>
      <p:sp>
        <p:nvSpPr>
          <p:cNvPr id="47" name="Shape 44"/>
          <p:cNvSpPr/>
          <p:nvPr/>
        </p:nvSpPr>
        <p:spPr>
          <a:xfrm>
            <a:off x="9402798" y="6190488"/>
            <a:ext cx="54864" cy="54864"/>
          </a:xfrm>
          <a:prstGeom prst="ellipse">
            <a:avLst/>
          </a:prstGeom>
          <a:solidFill>
            <a:srgbClr val="7F95A3"/>
          </a:solidFill>
          <a:ln/>
        </p:spPr>
      </p:sp>
      <p:sp>
        <p:nvSpPr>
          <p:cNvPr id="48" name="Shape 45"/>
          <p:cNvSpPr/>
          <p:nvPr/>
        </p:nvSpPr>
        <p:spPr>
          <a:xfrm>
            <a:off x="9489178" y="6190488"/>
            <a:ext cx="54864" cy="54864"/>
          </a:xfrm>
          <a:prstGeom prst="ellipse">
            <a:avLst/>
          </a:prstGeom>
          <a:solidFill>
            <a:srgbClr val="7F95A3"/>
          </a:solidFill>
          <a:ln/>
        </p:spPr>
      </p:sp>
      <p:sp>
        <p:nvSpPr>
          <p:cNvPr id="49" name="Shape 46"/>
          <p:cNvSpPr/>
          <p:nvPr/>
        </p:nvSpPr>
        <p:spPr>
          <a:xfrm>
            <a:off x="9575559" y="6190488"/>
            <a:ext cx="54864" cy="54864"/>
          </a:xfrm>
          <a:prstGeom prst="ellipse">
            <a:avLst/>
          </a:prstGeom>
          <a:solidFill>
            <a:srgbClr val="7F95A3"/>
          </a:solidFill>
          <a:ln/>
        </p:spPr>
      </p:sp>
      <p:sp>
        <p:nvSpPr>
          <p:cNvPr id="50" name="Shape 47"/>
          <p:cNvSpPr/>
          <p:nvPr/>
        </p:nvSpPr>
        <p:spPr>
          <a:xfrm>
            <a:off x="9661940" y="6190488"/>
            <a:ext cx="54864" cy="54864"/>
          </a:xfrm>
          <a:prstGeom prst="ellipse">
            <a:avLst/>
          </a:prstGeom>
          <a:solidFill>
            <a:srgbClr val="7F95A3"/>
          </a:solidFill>
          <a:ln/>
        </p:spPr>
      </p:sp>
      <p:sp>
        <p:nvSpPr>
          <p:cNvPr id="51" name="Shape 48"/>
          <p:cNvSpPr/>
          <p:nvPr/>
        </p:nvSpPr>
        <p:spPr>
          <a:xfrm>
            <a:off x="9748320" y="6190488"/>
            <a:ext cx="54864" cy="54864"/>
          </a:xfrm>
          <a:prstGeom prst="ellipse">
            <a:avLst/>
          </a:prstGeom>
          <a:solidFill>
            <a:srgbClr val="7F95A3"/>
          </a:solidFill>
          <a:ln/>
        </p:spPr>
      </p:sp>
      <p:sp>
        <p:nvSpPr>
          <p:cNvPr id="52" name="Shape 49"/>
          <p:cNvSpPr/>
          <p:nvPr/>
        </p:nvSpPr>
        <p:spPr>
          <a:xfrm>
            <a:off x="9834701" y="6190488"/>
            <a:ext cx="54864" cy="54864"/>
          </a:xfrm>
          <a:prstGeom prst="ellipse">
            <a:avLst/>
          </a:prstGeom>
          <a:solidFill>
            <a:srgbClr val="7F95A3"/>
          </a:solidFill>
          <a:ln/>
        </p:spPr>
      </p:sp>
      <p:sp>
        <p:nvSpPr>
          <p:cNvPr id="53" name="Shape 50"/>
          <p:cNvSpPr/>
          <p:nvPr/>
        </p:nvSpPr>
        <p:spPr>
          <a:xfrm>
            <a:off x="9921082" y="6190488"/>
            <a:ext cx="54864" cy="54864"/>
          </a:xfrm>
          <a:prstGeom prst="ellipse">
            <a:avLst/>
          </a:prstGeom>
          <a:solidFill>
            <a:srgbClr val="7F95A3"/>
          </a:solidFill>
          <a:ln/>
        </p:spPr>
      </p:sp>
      <p:sp>
        <p:nvSpPr>
          <p:cNvPr id="54" name="Shape 51"/>
          <p:cNvSpPr/>
          <p:nvPr/>
        </p:nvSpPr>
        <p:spPr>
          <a:xfrm>
            <a:off x="10007462" y="6190488"/>
            <a:ext cx="54864" cy="54864"/>
          </a:xfrm>
          <a:prstGeom prst="ellipse">
            <a:avLst/>
          </a:prstGeom>
          <a:solidFill>
            <a:srgbClr val="7F95A3"/>
          </a:solidFill>
          <a:ln/>
        </p:spPr>
      </p:sp>
      <p:sp>
        <p:nvSpPr>
          <p:cNvPr id="55" name="Shape 52"/>
          <p:cNvSpPr/>
          <p:nvPr/>
        </p:nvSpPr>
        <p:spPr>
          <a:xfrm>
            <a:off x="10093843" y="6190488"/>
            <a:ext cx="54864" cy="54864"/>
          </a:xfrm>
          <a:prstGeom prst="ellipse">
            <a:avLst/>
          </a:prstGeom>
          <a:solidFill>
            <a:srgbClr val="7F95A3"/>
          </a:solidFill>
          <a:ln/>
        </p:spPr>
      </p:sp>
      <p:sp>
        <p:nvSpPr>
          <p:cNvPr id="56" name="Shape 53"/>
          <p:cNvSpPr/>
          <p:nvPr/>
        </p:nvSpPr>
        <p:spPr>
          <a:xfrm>
            <a:off x="10180224" y="6190488"/>
            <a:ext cx="54864" cy="54864"/>
          </a:xfrm>
          <a:prstGeom prst="ellipse">
            <a:avLst/>
          </a:prstGeom>
          <a:solidFill>
            <a:srgbClr val="7F95A3"/>
          </a:solidFill>
          <a:ln/>
        </p:spPr>
      </p:sp>
      <p:sp>
        <p:nvSpPr>
          <p:cNvPr id="57" name="Shape 54"/>
          <p:cNvSpPr/>
          <p:nvPr/>
        </p:nvSpPr>
        <p:spPr>
          <a:xfrm>
            <a:off x="10266604" y="6190488"/>
            <a:ext cx="54864" cy="54864"/>
          </a:xfrm>
          <a:prstGeom prst="ellipse">
            <a:avLst/>
          </a:prstGeom>
          <a:solidFill>
            <a:srgbClr val="7F95A3"/>
          </a:solidFill>
          <a:ln/>
        </p:spPr>
      </p:sp>
      <p:sp>
        <p:nvSpPr>
          <p:cNvPr id="58" name="Shape 55"/>
          <p:cNvSpPr/>
          <p:nvPr/>
        </p:nvSpPr>
        <p:spPr>
          <a:xfrm>
            <a:off x="10352985" y="6190488"/>
            <a:ext cx="54864" cy="54864"/>
          </a:xfrm>
          <a:prstGeom prst="ellipse">
            <a:avLst/>
          </a:prstGeom>
          <a:solidFill>
            <a:srgbClr val="7F95A3"/>
          </a:solidFill>
          <a:ln/>
        </p:spPr>
      </p:sp>
      <p:sp>
        <p:nvSpPr>
          <p:cNvPr id="59" name="Shape 56"/>
          <p:cNvSpPr/>
          <p:nvPr/>
        </p:nvSpPr>
        <p:spPr>
          <a:xfrm>
            <a:off x="10439366" y="6190488"/>
            <a:ext cx="54864" cy="54864"/>
          </a:xfrm>
          <a:prstGeom prst="ellipse">
            <a:avLst/>
          </a:prstGeom>
          <a:solidFill>
            <a:srgbClr val="7F95A3"/>
          </a:solidFill>
          <a:ln/>
        </p:spPr>
      </p:sp>
      <p:sp>
        <p:nvSpPr>
          <p:cNvPr id="60" name="Shape 57"/>
          <p:cNvSpPr/>
          <p:nvPr/>
        </p:nvSpPr>
        <p:spPr>
          <a:xfrm>
            <a:off x="10525746" y="6190488"/>
            <a:ext cx="54864" cy="54864"/>
          </a:xfrm>
          <a:prstGeom prst="ellipse">
            <a:avLst/>
          </a:prstGeom>
          <a:solidFill>
            <a:srgbClr val="7F95A3"/>
          </a:solidFill>
          <a:ln/>
        </p:spPr>
      </p:sp>
      <p:sp>
        <p:nvSpPr>
          <p:cNvPr id="61" name="Shape 58"/>
          <p:cNvSpPr/>
          <p:nvPr/>
        </p:nvSpPr>
        <p:spPr>
          <a:xfrm>
            <a:off x="10612127" y="6190488"/>
            <a:ext cx="54864" cy="54864"/>
          </a:xfrm>
          <a:prstGeom prst="ellipse">
            <a:avLst/>
          </a:prstGeom>
          <a:solidFill>
            <a:srgbClr val="7F95A3"/>
          </a:solidFill>
          <a:ln/>
        </p:spPr>
      </p:sp>
      <p:sp>
        <p:nvSpPr>
          <p:cNvPr id="62" name="Shape 59"/>
          <p:cNvSpPr/>
          <p:nvPr/>
        </p:nvSpPr>
        <p:spPr>
          <a:xfrm>
            <a:off x="10698508" y="6190488"/>
            <a:ext cx="54864" cy="54864"/>
          </a:xfrm>
          <a:prstGeom prst="ellipse">
            <a:avLst/>
          </a:prstGeom>
          <a:solidFill>
            <a:srgbClr val="7F95A3"/>
          </a:solidFill>
          <a:ln/>
        </p:spPr>
      </p:sp>
      <p:sp>
        <p:nvSpPr>
          <p:cNvPr id="63" name="Shape 60"/>
          <p:cNvSpPr/>
          <p:nvPr/>
        </p:nvSpPr>
        <p:spPr>
          <a:xfrm>
            <a:off x="10784888" y="6190488"/>
            <a:ext cx="54864" cy="54864"/>
          </a:xfrm>
          <a:prstGeom prst="ellipse">
            <a:avLst/>
          </a:prstGeom>
          <a:solidFill>
            <a:srgbClr val="7F95A3"/>
          </a:solidFill>
          <a:ln/>
        </p:spPr>
      </p:sp>
      <p:sp>
        <p:nvSpPr>
          <p:cNvPr id="64" name="Shape 61"/>
          <p:cNvSpPr/>
          <p:nvPr/>
        </p:nvSpPr>
        <p:spPr>
          <a:xfrm>
            <a:off x="10871269" y="6190488"/>
            <a:ext cx="54864" cy="54864"/>
          </a:xfrm>
          <a:prstGeom prst="ellipse">
            <a:avLst/>
          </a:prstGeom>
          <a:solidFill>
            <a:srgbClr val="7F95A3"/>
          </a:solidFill>
          <a:ln/>
        </p:spPr>
      </p:sp>
      <p:sp>
        <p:nvSpPr>
          <p:cNvPr id="65" name="Shape 62"/>
          <p:cNvSpPr/>
          <p:nvPr/>
        </p:nvSpPr>
        <p:spPr>
          <a:xfrm>
            <a:off x="10957650" y="6190488"/>
            <a:ext cx="54864" cy="54864"/>
          </a:xfrm>
          <a:prstGeom prst="ellipse">
            <a:avLst/>
          </a:prstGeom>
          <a:solidFill>
            <a:srgbClr val="7F95A3"/>
          </a:solidFill>
          <a:ln/>
        </p:spPr>
      </p:sp>
      <p:sp>
        <p:nvSpPr>
          <p:cNvPr id="66" name="Shape 63"/>
          <p:cNvSpPr/>
          <p:nvPr/>
        </p:nvSpPr>
        <p:spPr>
          <a:xfrm>
            <a:off x="11044030" y="6190488"/>
            <a:ext cx="54864" cy="54864"/>
          </a:xfrm>
          <a:prstGeom prst="ellipse">
            <a:avLst/>
          </a:prstGeom>
          <a:solidFill>
            <a:srgbClr val="7F95A3"/>
          </a:solidFill>
          <a:ln/>
        </p:spPr>
      </p:sp>
      <p:sp>
        <p:nvSpPr>
          <p:cNvPr id="67" name="Shape 64"/>
          <p:cNvSpPr/>
          <p:nvPr/>
        </p:nvSpPr>
        <p:spPr>
          <a:xfrm>
            <a:off x="11130411" y="6190488"/>
            <a:ext cx="54864" cy="54864"/>
          </a:xfrm>
          <a:prstGeom prst="ellipse">
            <a:avLst/>
          </a:prstGeom>
          <a:solidFill>
            <a:srgbClr val="7F95A3"/>
          </a:solidFill>
          <a:ln/>
        </p:spPr>
      </p:sp>
      <p:sp>
        <p:nvSpPr>
          <p:cNvPr id="68" name="Shape 65"/>
          <p:cNvSpPr/>
          <p:nvPr/>
        </p:nvSpPr>
        <p:spPr>
          <a:xfrm>
            <a:off x="11166500" y="6140196"/>
            <a:ext cx="155448" cy="155448"/>
          </a:xfrm>
          <a:prstGeom prst="ellipse">
            <a:avLst/>
          </a:prstGeom>
          <a:solidFill>
            <a:srgbClr val="1B4D3E"/>
          </a:solidFill>
          <a:ln/>
        </p:spPr>
      </p:sp>
      <p:sp>
        <p:nvSpPr>
          <p:cNvPr id="69" name="Shape 66"/>
          <p:cNvSpPr/>
          <p:nvPr/>
        </p:nvSpPr>
        <p:spPr>
          <a:xfrm>
            <a:off x="11303172" y="6190488"/>
            <a:ext cx="54864" cy="54864"/>
          </a:xfrm>
          <a:prstGeom prst="ellipse">
            <a:avLst/>
          </a:prstGeom>
          <a:solidFill>
            <a:srgbClr val="CFD9DF"/>
          </a:solidFill>
          <a:ln/>
        </p:spPr>
      </p:sp>
      <p:sp>
        <p:nvSpPr>
          <p:cNvPr id="70" name="Shape 67"/>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pic>
        <p:nvPicPr>
          <p:cNvPr id="2" name="Step 59 image" descr="Step 59: Peel the tape and reveal the painting">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874874" cy="292608"/>
          </a:xfrm>
          <a:prstGeom prst="roundRect">
            <a:avLst>
              <a:gd name="adj" fmla="val 31250"/>
            </a:avLst>
          </a:prstGeom>
          <a:solidFill>
            <a:srgbClr val="1B4D3E"/>
          </a:solidFill>
          <a:ln/>
        </p:spPr>
        <p:txBody>
          <a:bodyPr wrap="square" lIns="0" tIns="0" rIns="0" bIns="0" rtlCol="0" anchor="ctr"/>
          <a:lstStyle/>
          <a:p>
            <a:pPr algn="ctr" indent="0" marL="0">
              <a:buNone/>
            </a:pPr>
            <a:r>
              <a:rPr lang="en-US" sz="1100" b="1" dirty="0">
                <a:solidFill>
                  <a:srgbClr val="FFFFFF"/>
                </a:solidFill>
              </a:rPr>
              <a:t>STAGE 11 · FINISHED PAINTING</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59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Peel the tape and reveal the painting</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Once everything is fully dry, peel the tape away slowly, pulling it back over itself and away from the paint.</a:t>
            </a:r>
            <a:endParaRPr lang="en-US" sz="1500" dirty="0"/>
          </a:p>
          <a:p>
            <a:pPr marL="203200" indent="-203200">
              <a:spcAft>
                <a:spcPts val="600"/>
              </a:spcAft>
              <a:buSzPct val="100000"/>
              <a:buChar char="•"/>
            </a:pPr>
            <a:r>
              <a:rPr lang="en-US" sz="1500" dirty="0">
                <a:solidFill>
                  <a:schemeClr val="tx1"/>
                </a:solidFill>
              </a:rPr>
              <a:t>A clean white border is left around the picture. The artist also signs and dates the corner.</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Peeling slowly keeps the paper from tearing. This is a general tip; the reel shows only the result.</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FULL PALETTE ON SLIDE 5</a:t>
            </a:r>
            <a:endParaRPr lang="en-US" sz="1000" dirty="0"/>
          </a:p>
        </p:txBody>
      </p:sp>
      <p:sp>
        <p:nvSpPr>
          <p:cNvPr id="11" name="Shape 8"/>
          <p:cNvSpPr/>
          <p:nvPr/>
        </p:nvSpPr>
        <p:spPr>
          <a:xfrm>
            <a:off x="6293094" y="6190488"/>
            <a:ext cx="54864" cy="54864"/>
          </a:xfrm>
          <a:prstGeom prst="ellipse">
            <a:avLst/>
          </a:prstGeom>
          <a:solidFill>
            <a:srgbClr val="7F95A3"/>
          </a:solidFill>
          <a:ln/>
        </p:spPr>
      </p:sp>
      <p:sp>
        <p:nvSpPr>
          <p:cNvPr id="12" name="Shape 9"/>
          <p:cNvSpPr/>
          <p:nvPr/>
        </p:nvSpPr>
        <p:spPr>
          <a:xfrm>
            <a:off x="6379475" y="6190488"/>
            <a:ext cx="54864" cy="54864"/>
          </a:xfrm>
          <a:prstGeom prst="ellipse">
            <a:avLst/>
          </a:prstGeom>
          <a:solidFill>
            <a:srgbClr val="7F95A3"/>
          </a:solidFill>
          <a:ln/>
        </p:spPr>
      </p:sp>
      <p:sp>
        <p:nvSpPr>
          <p:cNvPr id="13" name="Shape 10"/>
          <p:cNvSpPr/>
          <p:nvPr/>
        </p:nvSpPr>
        <p:spPr>
          <a:xfrm>
            <a:off x="6465855" y="6190488"/>
            <a:ext cx="54864" cy="54864"/>
          </a:xfrm>
          <a:prstGeom prst="ellipse">
            <a:avLst/>
          </a:prstGeom>
          <a:solidFill>
            <a:srgbClr val="7F95A3"/>
          </a:solidFill>
          <a:ln/>
        </p:spPr>
      </p:sp>
      <p:sp>
        <p:nvSpPr>
          <p:cNvPr id="14" name="Shape 11"/>
          <p:cNvSpPr/>
          <p:nvPr/>
        </p:nvSpPr>
        <p:spPr>
          <a:xfrm>
            <a:off x="6552236" y="6190488"/>
            <a:ext cx="54864" cy="54864"/>
          </a:xfrm>
          <a:prstGeom prst="ellipse">
            <a:avLst/>
          </a:prstGeom>
          <a:solidFill>
            <a:srgbClr val="7F95A3"/>
          </a:solidFill>
          <a:ln/>
        </p:spPr>
      </p:sp>
      <p:sp>
        <p:nvSpPr>
          <p:cNvPr id="15" name="Shape 12"/>
          <p:cNvSpPr/>
          <p:nvPr/>
        </p:nvSpPr>
        <p:spPr>
          <a:xfrm>
            <a:off x="6638617" y="6190488"/>
            <a:ext cx="54864" cy="54864"/>
          </a:xfrm>
          <a:prstGeom prst="ellipse">
            <a:avLst/>
          </a:prstGeom>
          <a:solidFill>
            <a:srgbClr val="7F95A3"/>
          </a:solidFill>
          <a:ln/>
        </p:spPr>
      </p:sp>
      <p:sp>
        <p:nvSpPr>
          <p:cNvPr id="16" name="Shape 13"/>
          <p:cNvSpPr/>
          <p:nvPr/>
        </p:nvSpPr>
        <p:spPr>
          <a:xfrm>
            <a:off x="6724997" y="6190488"/>
            <a:ext cx="54864" cy="54864"/>
          </a:xfrm>
          <a:prstGeom prst="ellipse">
            <a:avLst/>
          </a:prstGeom>
          <a:solidFill>
            <a:srgbClr val="7F95A3"/>
          </a:solidFill>
          <a:ln/>
        </p:spPr>
      </p:sp>
      <p:sp>
        <p:nvSpPr>
          <p:cNvPr id="17" name="Shape 14"/>
          <p:cNvSpPr/>
          <p:nvPr/>
        </p:nvSpPr>
        <p:spPr>
          <a:xfrm>
            <a:off x="6811378" y="6190488"/>
            <a:ext cx="54864" cy="54864"/>
          </a:xfrm>
          <a:prstGeom prst="ellipse">
            <a:avLst/>
          </a:prstGeom>
          <a:solidFill>
            <a:srgbClr val="7F95A3"/>
          </a:solidFill>
          <a:ln/>
        </p:spPr>
      </p:sp>
      <p:sp>
        <p:nvSpPr>
          <p:cNvPr id="18" name="Shape 15"/>
          <p:cNvSpPr/>
          <p:nvPr/>
        </p:nvSpPr>
        <p:spPr>
          <a:xfrm>
            <a:off x="6897759" y="6190488"/>
            <a:ext cx="54864" cy="54864"/>
          </a:xfrm>
          <a:prstGeom prst="ellipse">
            <a:avLst/>
          </a:prstGeom>
          <a:solidFill>
            <a:srgbClr val="7F95A3"/>
          </a:solidFill>
          <a:ln/>
        </p:spPr>
      </p:sp>
      <p:sp>
        <p:nvSpPr>
          <p:cNvPr id="19" name="Shape 16"/>
          <p:cNvSpPr/>
          <p:nvPr/>
        </p:nvSpPr>
        <p:spPr>
          <a:xfrm>
            <a:off x="6984139" y="6190488"/>
            <a:ext cx="54864" cy="54864"/>
          </a:xfrm>
          <a:prstGeom prst="ellipse">
            <a:avLst/>
          </a:prstGeom>
          <a:solidFill>
            <a:srgbClr val="7F95A3"/>
          </a:solidFill>
          <a:ln/>
        </p:spPr>
      </p:sp>
      <p:sp>
        <p:nvSpPr>
          <p:cNvPr id="20" name="Shape 17"/>
          <p:cNvSpPr/>
          <p:nvPr/>
        </p:nvSpPr>
        <p:spPr>
          <a:xfrm>
            <a:off x="7070520" y="6190488"/>
            <a:ext cx="54864" cy="54864"/>
          </a:xfrm>
          <a:prstGeom prst="ellipse">
            <a:avLst/>
          </a:prstGeom>
          <a:solidFill>
            <a:srgbClr val="7F95A3"/>
          </a:solidFill>
          <a:ln/>
        </p:spPr>
      </p:sp>
      <p:sp>
        <p:nvSpPr>
          <p:cNvPr id="21" name="Shape 18"/>
          <p:cNvSpPr/>
          <p:nvPr/>
        </p:nvSpPr>
        <p:spPr>
          <a:xfrm>
            <a:off x="7156901" y="6190488"/>
            <a:ext cx="54864" cy="54864"/>
          </a:xfrm>
          <a:prstGeom prst="ellipse">
            <a:avLst/>
          </a:prstGeom>
          <a:solidFill>
            <a:srgbClr val="7F95A3"/>
          </a:solidFill>
          <a:ln/>
        </p:spPr>
      </p:sp>
      <p:sp>
        <p:nvSpPr>
          <p:cNvPr id="22" name="Shape 19"/>
          <p:cNvSpPr/>
          <p:nvPr/>
        </p:nvSpPr>
        <p:spPr>
          <a:xfrm>
            <a:off x="7243281" y="6190488"/>
            <a:ext cx="54864" cy="54864"/>
          </a:xfrm>
          <a:prstGeom prst="ellipse">
            <a:avLst/>
          </a:prstGeom>
          <a:solidFill>
            <a:srgbClr val="7F95A3"/>
          </a:solidFill>
          <a:ln/>
        </p:spPr>
      </p:sp>
      <p:sp>
        <p:nvSpPr>
          <p:cNvPr id="23" name="Shape 20"/>
          <p:cNvSpPr/>
          <p:nvPr/>
        </p:nvSpPr>
        <p:spPr>
          <a:xfrm>
            <a:off x="7329662" y="6190488"/>
            <a:ext cx="54864" cy="54864"/>
          </a:xfrm>
          <a:prstGeom prst="ellipse">
            <a:avLst/>
          </a:prstGeom>
          <a:solidFill>
            <a:srgbClr val="7F95A3"/>
          </a:solidFill>
          <a:ln/>
        </p:spPr>
      </p:sp>
      <p:sp>
        <p:nvSpPr>
          <p:cNvPr id="24" name="Shape 21"/>
          <p:cNvSpPr/>
          <p:nvPr/>
        </p:nvSpPr>
        <p:spPr>
          <a:xfrm>
            <a:off x="7416043" y="6190488"/>
            <a:ext cx="54864" cy="54864"/>
          </a:xfrm>
          <a:prstGeom prst="ellipse">
            <a:avLst/>
          </a:prstGeom>
          <a:solidFill>
            <a:srgbClr val="7F95A3"/>
          </a:solidFill>
          <a:ln/>
        </p:spPr>
      </p:sp>
      <p:sp>
        <p:nvSpPr>
          <p:cNvPr id="25" name="Shape 22"/>
          <p:cNvSpPr/>
          <p:nvPr/>
        </p:nvSpPr>
        <p:spPr>
          <a:xfrm>
            <a:off x="7502423" y="6190488"/>
            <a:ext cx="54864" cy="54864"/>
          </a:xfrm>
          <a:prstGeom prst="ellipse">
            <a:avLst/>
          </a:prstGeom>
          <a:solidFill>
            <a:srgbClr val="7F95A3"/>
          </a:solidFill>
          <a:ln/>
        </p:spPr>
      </p:sp>
      <p:sp>
        <p:nvSpPr>
          <p:cNvPr id="26" name="Shape 23"/>
          <p:cNvSpPr/>
          <p:nvPr/>
        </p:nvSpPr>
        <p:spPr>
          <a:xfrm>
            <a:off x="7588804" y="6190488"/>
            <a:ext cx="54864" cy="54864"/>
          </a:xfrm>
          <a:prstGeom prst="ellipse">
            <a:avLst/>
          </a:prstGeom>
          <a:solidFill>
            <a:srgbClr val="7F95A3"/>
          </a:solidFill>
          <a:ln/>
        </p:spPr>
      </p:sp>
      <p:sp>
        <p:nvSpPr>
          <p:cNvPr id="27" name="Shape 24"/>
          <p:cNvSpPr/>
          <p:nvPr/>
        </p:nvSpPr>
        <p:spPr>
          <a:xfrm>
            <a:off x="7675185" y="6190488"/>
            <a:ext cx="54864" cy="54864"/>
          </a:xfrm>
          <a:prstGeom prst="ellipse">
            <a:avLst/>
          </a:prstGeom>
          <a:solidFill>
            <a:srgbClr val="7F95A3"/>
          </a:solidFill>
          <a:ln/>
        </p:spPr>
      </p:sp>
      <p:sp>
        <p:nvSpPr>
          <p:cNvPr id="28" name="Shape 25"/>
          <p:cNvSpPr/>
          <p:nvPr/>
        </p:nvSpPr>
        <p:spPr>
          <a:xfrm>
            <a:off x="7761565" y="6190488"/>
            <a:ext cx="54864" cy="54864"/>
          </a:xfrm>
          <a:prstGeom prst="ellipse">
            <a:avLst/>
          </a:prstGeom>
          <a:solidFill>
            <a:srgbClr val="7F95A3"/>
          </a:solidFill>
          <a:ln/>
        </p:spPr>
      </p:sp>
      <p:sp>
        <p:nvSpPr>
          <p:cNvPr id="29" name="Shape 26"/>
          <p:cNvSpPr/>
          <p:nvPr/>
        </p:nvSpPr>
        <p:spPr>
          <a:xfrm>
            <a:off x="7847946" y="6190488"/>
            <a:ext cx="54864" cy="54864"/>
          </a:xfrm>
          <a:prstGeom prst="ellipse">
            <a:avLst/>
          </a:prstGeom>
          <a:solidFill>
            <a:srgbClr val="7F95A3"/>
          </a:solidFill>
          <a:ln/>
        </p:spPr>
      </p:sp>
      <p:sp>
        <p:nvSpPr>
          <p:cNvPr id="30" name="Shape 27"/>
          <p:cNvSpPr/>
          <p:nvPr/>
        </p:nvSpPr>
        <p:spPr>
          <a:xfrm>
            <a:off x="7934327" y="6190488"/>
            <a:ext cx="54864" cy="54864"/>
          </a:xfrm>
          <a:prstGeom prst="ellipse">
            <a:avLst/>
          </a:prstGeom>
          <a:solidFill>
            <a:srgbClr val="7F95A3"/>
          </a:solidFill>
          <a:ln/>
        </p:spPr>
      </p:sp>
      <p:sp>
        <p:nvSpPr>
          <p:cNvPr id="31" name="Shape 28"/>
          <p:cNvSpPr/>
          <p:nvPr/>
        </p:nvSpPr>
        <p:spPr>
          <a:xfrm>
            <a:off x="8020707" y="6190488"/>
            <a:ext cx="54864" cy="54864"/>
          </a:xfrm>
          <a:prstGeom prst="ellipse">
            <a:avLst/>
          </a:prstGeom>
          <a:solidFill>
            <a:srgbClr val="7F95A3"/>
          </a:solidFill>
          <a:ln/>
        </p:spPr>
      </p:sp>
      <p:sp>
        <p:nvSpPr>
          <p:cNvPr id="32" name="Shape 29"/>
          <p:cNvSpPr/>
          <p:nvPr/>
        </p:nvSpPr>
        <p:spPr>
          <a:xfrm>
            <a:off x="8107088" y="6190488"/>
            <a:ext cx="54864" cy="54864"/>
          </a:xfrm>
          <a:prstGeom prst="ellipse">
            <a:avLst/>
          </a:prstGeom>
          <a:solidFill>
            <a:srgbClr val="7F95A3"/>
          </a:solidFill>
          <a:ln/>
        </p:spPr>
      </p:sp>
      <p:sp>
        <p:nvSpPr>
          <p:cNvPr id="33" name="Shape 30"/>
          <p:cNvSpPr/>
          <p:nvPr/>
        </p:nvSpPr>
        <p:spPr>
          <a:xfrm>
            <a:off x="8193469" y="6190488"/>
            <a:ext cx="54864" cy="54864"/>
          </a:xfrm>
          <a:prstGeom prst="ellipse">
            <a:avLst/>
          </a:prstGeom>
          <a:solidFill>
            <a:srgbClr val="7F95A3"/>
          </a:solidFill>
          <a:ln/>
        </p:spPr>
      </p:sp>
      <p:sp>
        <p:nvSpPr>
          <p:cNvPr id="34" name="Shape 31"/>
          <p:cNvSpPr/>
          <p:nvPr/>
        </p:nvSpPr>
        <p:spPr>
          <a:xfrm>
            <a:off x="8279849" y="6190488"/>
            <a:ext cx="54864" cy="54864"/>
          </a:xfrm>
          <a:prstGeom prst="ellipse">
            <a:avLst/>
          </a:prstGeom>
          <a:solidFill>
            <a:srgbClr val="7F95A3"/>
          </a:solidFill>
          <a:ln/>
        </p:spPr>
      </p:sp>
      <p:sp>
        <p:nvSpPr>
          <p:cNvPr id="35" name="Shape 32"/>
          <p:cNvSpPr/>
          <p:nvPr/>
        </p:nvSpPr>
        <p:spPr>
          <a:xfrm>
            <a:off x="8366230" y="6190488"/>
            <a:ext cx="54864" cy="54864"/>
          </a:xfrm>
          <a:prstGeom prst="ellipse">
            <a:avLst/>
          </a:prstGeom>
          <a:solidFill>
            <a:srgbClr val="7F95A3"/>
          </a:solidFill>
          <a:ln/>
        </p:spPr>
      </p:sp>
      <p:sp>
        <p:nvSpPr>
          <p:cNvPr id="36" name="Shape 33"/>
          <p:cNvSpPr/>
          <p:nvPr/>
        </p:nvSpPr>
        <p:spPr>
          <a:xfrm>
            <a:off x="8452611" y="6190488"/>
            <a:ext cx="54864" cy="54864"/>
          </a:xfrm>
          <a:prstGeom prst="ellipse">
            <a:avLst/>
          </a:prstGeom>
          <a:solidFill>
            <a:srgbClr val="7F95A3"/>
          </a:solidFill>
          <a:ln/>
        </p:spPr>
      </p:sp>
      <p:sp>
        <p:nvSpPr>
          <p:cNvPr id="37" name="Shape 34"/>
          <p:cNvSpPr/>
          <p:nvPr/>
        </p:nvSpPr>
        <p:spPr>
          <a:xfrm>
            <a:off x="8538991" y="6190488"/>
            <a:ext cx="54864" cy="54864"/>
          </a:xfrm>
          <a:prstGeom prst="ellipse">
            <a:avLst/>
          </a:prstGeom>
          <a:solidFill>
            <a:srgbClr val="7F95A3"/>
          </a:solidFill>
          <a:ln/>
        </p:spPr>
      </p:sp>
      <p:sp>
        <p:nvSpPr>
          <p:cNvPr id="38" name="Shape 35"/>
          <p:cNvSpPr/>
          <p:nvPr/>
        </p:nvSpPr>
        <p:spPr>
          <a:xfrm>
            <a:off x="8625372" y="6190488"/>
            <a:ext cx="54864" cy="54864"/>
          </a:xfrm>
          <a:prstGeom prst="ellipse">
            <a:avLst/>
          </a:prstGeom>
          <a:solidFill>
            <a:srgbClr val="7F95A3"/>
          </a:solidFill>
          <a:ln/>
        </p:spPr>
      </p:sp>
      <p:sp>
        <p:nvSpPr>
          <p:cNvPr id="39" name="Shape 36"/>
          <p:cNvSpPr/>
          <p:nvPr/>
        </p:nvSpPr>
        <p:spPr>
          <a:xfrm>
            <a:off x="8711753" y="6190488"/>
            <a:ext cx="54864" cy="54864"/>
          </a:xfrm>
          <a:prstGeom prst="ellipse">
            <a:avLst/>
          </a:prstGeom>
          <a:solidFill>
            <a:srgbClr val="7F95A3"/>
          </a:solidFill>
          <a:ln/>
        </p:spPr>
      </p:sp>
      <p:sp>
        <p:nvSpPr>
          <p:cNvPr id="40" name="Shape 37"/>
          <p:cNvSpPr/>
          <p:nvPr/>
        </p:nvSpPr>
        <p:spPr>
          <a:xfrm>
            <a:off x="8798133" y="6190488"/>
            <a:ext cx="54864" cy="54864"/>
          </a:xfrm>
          <a:prstGeom prst="ellipse">
            <a:avLst/>
          </a:prstGeom>
          <a:solidFill>
            <a:srgbClr val="7F95A3"/>
          </a:solidFill>
          <a:ln/>
        </p:spPr>
      </p:sp>
      <p:sp>
        <p:nvSpPr>
          <p:cNvPr id="41" name="Shape 38"/>
          <p:cNvSpPr/>
          <p:nvPr/>
        </p:nvSpPr>
        <p:spPr>
          <a:xfrm>
            <a:off x="8884514" y="6190488"/>
            <a:ext cx="54864" cy="54864"/>
          </a:xfrm>
          <a:prstGeom prst="ellipse">
            <a:avLst/>
          </a:prstGeom>
          <a:solidFill>
            <a:srgbClr val="7F95A3"/>
          </a:solidFill>
          <a:ln/>
        </p:spPr>
      </p:sp>
      <p:sp>
        <p:nvSpPr>
          <p:cNvPr id="42" name="Shape 39"/>
          <p:cNvSpPr/>
          <p:nvPr/>
        </p:nvSpPr>
        <p:spPr>
          <a:xfrm>
            <a:off x="8970895" y="6190488"/>
            <a:ext cx="54864" cy="54864"/>
          </a:xfrm>
          <a:prstGeom prst="ellipse">
            <a:avLst/>
          </a:prstGeom>
          <a:solidFill>
            <a:srgbClr val="7F95A3"/>
          </a:solidFill>
          <a:ln/>
        </p:spPr>
      </p:sp>
      <p:sp>
        <p:nvSpPr>
          <p:cNvPr id="43" name="Shape 40"/>
          <p:cNvSpPr/>
          <p:nvPr/>
        </p:nvSpPr>
        <p:spPr>
          <a:xfrm>
            <a:off x="9057275" y="6190488"/>
            <a:ext cx="54864" cy="54864"/>
          </a:xfrm>
          <a:prstGeom prst="ellipse">
            <a:avLst/>
          </a:prstGeom>
          <a:solidFill>
            <a:srgbClr val="7F95A3"/>
          </a:solidFill>
          <a:ln/>
        </p:spPr>
      </p:sp>
      <p:sp>
        <p:nvSpPr>
          <p:cNvPr id="44" name="Shape 41"/>
          <p:cNvSpPr/>
          <p:nvPr/>
        </p:nvSpPr>
        <p:spPr>
          <a:xfrm>
            <a:off x="9143656" y="6190488"/>
            <a:ext cx="54864" cy="54864"/>
          </a:xfrm>
          <a:prstGeom prst="ellipse">
            <a:avLst/>
          </a:prstGeom>
          <a:solidFill>
            <a:srgbClr val="7F95A3"/>
          </a:solidFill>
          <a:ln/>
        </p:spPr>
      </p:sp>
      <p:sp>
        <p:nvSpPr>
          <p:cNvPr id="45" name="Shape 42"/>
          <p:cNvSpPr/>
          <p:nvPr/>
        </p:nvSpPr>
        <p:spPr>
          <a:xfrm>
            <a:off x="9230036" y="6190488"/>
            <a:ext cx="54864" cy="54864"/>
          </a:xfrm>
          <a:prstGeom prst="ellipse">
            <a:avLst/>
          </a:prstGeom>
          <a:solidFill>
            <a:srgbClr val="7F95A3"/>
          </a:solidFill>
          <a:ln/>
        </p:spPr>
      </p:sp>
      <p:sp>
        <p:nvSpPr>
          <p:cNvPr id="46" name="Shape 43"/>
          <p:cNvSpPr/>
          <p:nvPr/>
        </p:nvSpPr>
        <p:spPr>
          <a:xfrm>
            <a:off x="9316417" y="6190488"/>
            <a:ext cx="54864" cy="54864"/>
          </a:xfrm>
          <a:prstGeom prst="ellipse">
            <a:avLst/>
          </a:prstGeom>
          <a:solidFill>
            <a:srgbClr val="7F95A3"/>
          </a:solidFill>
          <a:ln/>
        </p:spPr>
      </p:sp>
      <p:sp>
        <p:nvSpPr>
          <p:cNvPr id="47" name="Shape 44"/>
          <p:cNvSpPr/>
          <p:nvPr/>
        </p:nvSpPr>
        <p:spPr>
          <a:xfrm>
            <a:off x="9402798" y="6190488"/>
            <a:ext cx="54864" cy="54864"/>
          </a:xfrm>
          <a:prstGeom prst="ellipse">
            <a:avLst/>
          </a:prstGeom>
          <a:solidFill>
            <a:srgbClr val="7F95A3"/>
          </a:solidFill>
          <a:ln/>
        </p:spPr>
      </p:sp>
      <p:sp>
        <p:nvSpPr>
          <p:cNvPr id="48" name="Shape 45"/>
          <p:cNvSpPr/>
          <p:nvPr/>
        </p:nvSpPr>
        <p:spPr>
          <a:xfrm>
            <a:off x="9489178" y="6190488"/>
            <a:ext cx="54864" cy="54864"/>
          </a:xfrm>
          <a:prstGeom prst="ellipse">
            <a:avLst/>
          </a:prstGeom>
          <a:solidFill>
            <a:srgbClr val="7F95A3"/>
          </a:solidFill>
          <a:ln/>
        </p:spPr>
      </p:sp>
      <p:sp>
        <p:nvSpPr>
          <p:cNvPr id="49" name="Shape 46"/>
          <p:cNvSpPr/>
          <p:nvPr/>
        </p:nvSpPr>
        <p:spPr>
          <a:xfrm>
            <a:off x="9575559" y="6190488"/>
            <a:ext cx="54864" cy="54864"/>
          </a:xfrm>
          <a:prstGeom prst="ellipse">
            <a:avLst/>
          </a:prstGeom>
          <a:solidFill>
            <a:srgbClr val="7F95A3"/>
          </a:solidFill>
          <a:ln/>
        </p:spPr>
      </p:sp>
      <p:sp>
        <p:nvSpPr>
          <p:cNvPr id="50" name="Shape 47"/>
          <p:cNvSpPr/>
          <p:nvPr/>
        </p:nvSpPr>
        <p:spPr>
          <a:xfrm>
            <a:off x="9661940" y="6190488"/>
            <a:ext cx="54864" cy="54864"/>
          </a:xfrm>
          <a:prstGeom prst="ellipse">
            <a:avLst/>
          </a:prstGeom>
          <a:solidFill>
            <a:srgbClr val="7F95A3"/>
          </a:solidFill>
          <a:ln/>
        </p:spPr>
      </p:sp>
      <p:sp>
        <p:nvSpPr>
          <p:cNvPr id="51" name="Shape 48"/>
          <p:cNvSpPr/>
          <p:nvPr/>
        </p:nvSpPr>
        <p:spPr>
          <a:xfrm>
            <a:off x="9748320" y="6190488"/>
            <a:ext cx="54864" cy="54864"/>
          </a:xfrm>
          <a:prstGeom prst="ellipse">
            <a:avLst/>
          </a:prstGeom>
          <a:solidFill>
            <a:srgbClr val="7F95A3"/>
          </a:solidFill>
          <a:ln/>
        </p:spPr>
      </p:sp>
      <p:sp>
        <p:nvSpPr>
          <p:cNvPr id="52" name="Shape 49"/>
          <p:cNvSpPr/>
          <p:nvPr/>
        </p:nvSpPr>
        <p:spPr>
          <a:xfrm>
            <a:off x="9834701" y="6190488"/>
            <a:ext cx="54864" cy="54864"/>
          </a:xfrm>
          <a:prstGeom prst="ellipse">
            <a:avLst/>
          </a:prstGeom>
          <a:solidFill>
            <a:srgbClr val="7F95A3"/>
          </a:solidFill>
          <a:ln/>
        </p:spPr>
      </p:sp>
      <p:sp>
        <p:nvSpPr>
          <p:cNvPr id="53" name="Shape 50"/>
          <p:cNvSpPr/>
          <p:nvPr/>
        </p:nvSpPr>
        <p:spPr>
          <a:xfrm>
            <a:off x="9921082" y="6190488"/>
            <a:ext cx="54864" cy="54864"/>
          </a:xfrm>
          <a:prstGeom prst="ellipse">
            <a:avLst/>
          </a:prstGeom>
          <a:solidFill>
            <a:srgbClr val="7F95A3"/>
          </a:solidFill>
          <a:ln/>
        </p:spPr>
      </p:sp>
      <p:sp>
        <p:nvSpPr>
          <p:cNvPr id="54" name="Shape 51"/>
          <p:cNvSpPr/>
          <p:nvPr/>
        </p:nvSpPr>
        <p:spPr>
          <a:xfrm>
            <a:off x="10007462" y="6190488"/>
            <a:ext cx="54864" cy="54864"/>
          </a:xfrm>
          <a:prstGeom prst="ellipse">
            <a:avLst/>
          </a:prstGeom>
          <a:solidFill>
            <a:srgbClr val="7F95A3"/>
          </a:solidFill>
          <a:ln/>
        </p:spPr>
      </p:sp>
      <p:sp>
        <p:nvSpPr>
          <p:cNvPr id="55" name="Shape 52"/>
          <p:cNvSpPr/>
          <p:nvPr/>
        </p:nvSpPr>
        <p:spPr>
          <a:xfrm>
            <a:off x="10093843" y="6190488"/>
            <a:ext cx="54864" cy="54864"/>
          </a:xfrm>
          <a:prstGeom prst="ellipse">
            <a:avLst/>
          </a:prstGeom>
          <a:solidFill>
            <a:srgbClr val="7F95A3"/>
          </a:solidFill>
          <a:ln/>
        </p:spPr>
      </p:sp>
      <p:sp>
        <p:nvSpPr>
          <p:cNvPr id="56" name="Shape 53"/>
          <p:cNvSpPr/>
          <p:nvPr/>
        </p:nvSpPr>
        <p:spPr>
          <a:xfrm>
            <a:off x="10180224" y="6190488"/>
            <a:ext cx="54864" cy="54864"/>
          </a:xfrm>
          <a:prstGeom prst="ellipse">
            <a:avLst/>
          </a:prstGeom>
          <a:solidFill>
            <a:srgbClr val="7F95A3"/>
          </a:solidFill>
          <a:ln/>
        </p:spPr>
      </p:sp>
      <p:sp>
        <p:nvSpPr>
          <p:cNvPr id="57" name="Shape 54"/>
          <p:cNvSpPr/>
          <p:nvPr/>
        </p:nvSpPr>
        <p:spPr>
          <a:xfrm>
            <a:off x="10266604" y="6190488"/>
            <a:ext cx="54864" cy="54864"/>
          </a:xfrm>
          <a:prstGeom prst="ellipse">
            <a:avLst/>
          </a:prstGeom>
          <a:solidFill>
            <a:srgbClr val="7F95A3"/>
          </a:solidFill>
          <a:ln/>
        </p:spPr>
      </p:sp>
      <p:sp>
        <p:nvSpPr>
          <p:cNvPr id="58" name="Shape 55"/>
          <p:cNvSpPr/>
          <p:nvPr/>
        </p:nvSpPr>
        <p:spPr>
          <a:xfrm>
            <a:off x="10352985" y="6190488"/>
            <a:ext cx="54864" cy="54864"/>
          </a:xfrm>
          <a:prstGeom prst="ellipse">
            <a:avLst/>
          </a:prstGeom>
          <a:solidFill>
            <a:srgbClr val="7F95A3"/>
          </a:solidFill>
          <a:ln/>
        </p:spPr>
      </p:sp>
      <p:sp>
        <p:nvSpPr>
          <p:cNvPr id="59" name="Shape 56"/>
          <p:cNvSpPr/>
          <p:nvPr/>
        </p:nvSpPr>
        <p:spPr>
          <a:xfrm>
            <a:off x="10439366" y="6190488"/>
            <a:ext cx="54864" cy="54864"/>
          </a:xfrm>
          <a:prstGeom prst="ellipse">
            <a:avLst/>
          </a:prstGeom>
          <a:solidFill>
            <a:srgbClr val="7F95A3"/>
          </a:solidFill>
          <a:ln/>
        </p:spPr>
      </p:sp>
      <p:sp>
        <p:nvSpPr>
          <p:cNvPr id="60" name="Shape 57"/>
          <p:cNvSpPr/>
          <p:nvPr/>
        </p:nvSpPr>
        <p:spPr>
          <a:xfrm>
            <a:off x="10525746" y="6190488"/>
            <a:ext cx="54864" cy="54864"/>
          </a:xfrm>
          <a:prstGeom prst="ellipse">
            <a:avLst/>
          </a:prstGeom>
          <a:solidFill>
            <a:srgbClr val="7F95A3"/>
          </a:solidFill>
          <a:ln/>
        </p:spPr>
      </p:sp>
      <p:sp>
        <p:nvSpPr>
          <p:cNvPr id="61" name="Shape 58"/>
          <p:cNvSpPr/>
          <p:nvPr/>
        </p:nvSpPr>
        <p:spPr>
          <a:xfrm>
            <a:off x="10612127" y="6190488"/>
            <a:ext cx="54864" cy="54864"/>
          </a:xfrm>
          <a:prstGeom prst="ellipse">
            <a:avLst/>
          </a:prstGeom>
          <a:solidFill>
            <a:srgbClr val="7F95A3"/>
          </a:solidFill>
          <a:ln/>
        </p:spPr>
      </p:sp>
      <p:sp>
        <p:nvSpPr>
          <p:cNvPr id="62" name="Shape 59"/>
          <p:cNvSpPr/>
          <p:nvPr/>
        </p:nvSpPr>
        <p:spPr>
          <a:xfrm>
            <a:off x="10698508" y="6190488"/>
            <a:ext cx="54864" cy="54864"/>
          </a:xfrm>
          <a:prstGeom prst="ellipse">
            <a:avLst/>
          </a:prstGeom>
          <a:solidFill>
            <a:srgbClr val="7F95A3"/>
          </a:solidFill>
          <a:ln/>
        </p:spPr>
      </p:sp>
      <p:sp>
        <p:nvSpPr>
          <p:cNvPr id="63" name="Shape 60"/>
          <p:cNvSpPr/>
          <p:nvPr/>
        </p:nvSpPr>
        <p:spPr>
          <a:xfrm>
            <a:off x="10784888" y="6190488"/>
            <a:ext cx="54864" cy="54864"/>
          </a:xfrm>
          <a:prstGeom prst="ellipse">
            <a:avLst/>
          </a:prstGeom>
          <a:solidFill>
            <a:srgbClr val="7F95A3"/>
          </a:solidFill>
          <a:ln/>
        </p:spPr>
      </p:sp>
      <p:sp>
        <p:nvSpPr>
          <p:cNvPr id="64" name="Shape 61"/>
          <p:cNvSpPr/>
          <p:nvPr/>
        </p:nvSpPr>
        <p:spPr>
          <a:xfrm>
            <a:off x="10871269" y="6190488"/>
            <a:ext cx="54864" cy="54864"/>
          </a:xfrm>
          <a:prstGeom prst="ellipse">
            <a:avLst/>
          </a:prstGeom>
          <a:solidFill>
            <a:srgbClr val="7F95A3"/>
          </a:solidFill>
          <a:ln/>
        </p:spPr>
      </p:sp>
      <p:sp>
        <p:nvSpPr>
          <p:cNvPr id="65" name="Shape 62"/>
          <p:cNvSpPr/>
          <p:nvPr/>
        </p:nvSpPr>
        <p:spPr>
          <a:xfrm>
            <a:off x="10957650" y="6190488"/>
            <a:ext cx="54864" cy="54864"/>
          </a:xfrm>
          <a:prstGeom prst="ellipse">
            <a:avLst/>
          </a:prstGeom>
          <a:solidFill>
            <a:srgbClr val="7F95A3"/>
          </a:solidFill>
          <a:ln/>
        </p:spPr>
      </p:sp>
      <p:sp>
        <p:nvSpPr>
          <p:cNvPr id="66" name="Shape 63"/>
          <p:cNvSpPr/>
          <p:nvPr/>
        </p:nvSpPr>
        <p:spPr>
          <a:xfrm>
            <a:off x="11044030" y="6190488"/>
            <a:ext cx="54864" cy="54864"/>
          </a:xfrm>
          <a:prstGeom prst="ellipse">
            <a:avLst/>
          </a:prstGeom>
          <a:solidFill>
            <a:srgbClr val="7F95A3"/>
          </a:solidFill>
          <a:ln/>
        </p:spPr>
      </p:sp>
      <p:sp>
        <p:nvSpPr>
          <p:cNvPr id="67" name="Shape 64"/>
          <p:cNvSpPr/>
          <p:nvPr/>
        </p:nvSpPr>
        <p:spPr>
          <a:xfrm>
            <a:off x="11130411" y="6190488"/>
            <a:ext cx="54864" cy="54864"/>
          </a:xfrm>
          <a:prstGeom prst="ellipse">
            <a:avLst/>
          </a:prstGeom>
          <a:solidFill>
            <a:srgbClr val="7F95A3"/>
          </a:solidFill>
          <a:ln/>
        </p:spPr>
      </p:sp>
      <p:sp>
        <p:nvSpPr>
          <p:cNvPr id="68" name="Shape 65"/>
          <p:cNvSpPr/>
          <p:nvPr/>
        </p:nvSpPr>
        <p:spPr>
          <a:xfrm>
            <a:off x="11216792" y="6190488"/>
            <a:ext cx="54864" cy="54864"/>
          </a:xfrm>
          <a:prstGeom prst="ellipse">
            <a:avLst/>
          </a:prstGeom>
          <a:solidFill>
            <a:srgbClr val="7F95A3"/>
          </a:solidFill>
          <a:ln/>
        </p:spPr>
      </p:sp>
      <p:sp>
        <p:nvSpPr>
          <p:cNvPr id="69" name="Shape 66"/>
          <p:cNvSpPr/>
          <p:nvPr/>
        </p:nvSpPr>
        <p:spPr>
          <a:xfrm>
            <a:off x="11252880" y="6140196"/>
            <a:ext cx="155448" cy="155448"/>
          </a:xfrm>
          <a:prstGeom prst="ellipse">
            <a:avLst/>
          </a:prstGeom>
          <a:solidFill>
            <a:srgbClr val="1B4D3E"/>
          </a:solidFill>
          <a:ln/>
        </p:spPr>
      </p:sp>
      <p:sp>
        <p:nvSpPr>
          <p:cNvPr id="70" name="Shape 67"/>
          <p:cNvSpPr/>
          <p:nvPr/>
        </p:nvSpPr>
        <p:spPr>
          <a:xfrm>
            <a:off x="11389553" y="6190488"/>
            <a:ext cx="54864" cy="54864"/>
          </a:xfrm>
          <a:prstGeom prst="ellipse">
            <a:avLst/>
          </a:prstGeom>
          <a:solidFill>
            <a:srgbClr val="CFD9DF"/>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pic>
        <p:nvPicPr>
          <p:cNvPr id="2" name="Step 60 image" descr="Step 60: The finished seascape">    </p:cNvPr>
          <p:cNvPicPr>
            <a:picLocks noChangeAspect="1"/>
          </p:cNvPicPr>
          <p:nvPr/>
        </p:nvPicPr>
        <p:blipFill>
          <a:blip r:embed="rId1"/>
          <a:stretch>
            <a:fillRect/>
          </a:stretch>
        </p:blipFill>
        <p:spPr>
          <a:xfrm>
            <a:off x="457200" y="411480"/>
            <a:ext cx="5317216" cy="6035040"/>
          </a:xfrm>
          <a:prstGeom prst="rect">
            <a:avLst/>
          </a:prstGeom>
        </p:spPr>
      </p:pic>
      <p:sp>
        <p:nvSpPr>
          <p:cNvPr id="3" name="Stage chip"/>
          <p:cNvSpPr txBox="1"/>
          <p:nvPr/>
        </p:nvSpPr>
        <p:spPr>
          <a:xfrm>
            <a:off x="6277336" y="640080"/>
            <a:ext cx="2874874" cy="292608"/>
          </a:xfrm>
          <a:prstGeom prst="roundRect">
            <a:avLst>
              <a:gd name="adj" fmla="val 31250"/>
            </a:avLst>
          </a:prstGeom>
          <a:solidFill>
            <a:srgbClr val="1B4D3E"/>
          </a:solidFill>
          <a:ln/>
        </p:spPr>
        <p:txBody>
          <a:bodyPr wrap="square" lIns="0" tIns="0" rIns="0" bIns="0" rtlCol="0" anchor="ctr"/>
          <a:lstStyle/>
          <a:p>
            <a:pPr algn="ctr" indent="0" marL="0">
              <a:buNone/>
            </a:pPr>
            <a:r>
              <a:rPr lang="en-US" sz="1100" b="1" dirty="0">
                <a:solidFill>
                  <a:srgbClr val="FFFFFF"/>
                </a:solidFill>
              </a:rPr>
              <a:t>STAGE 11 · FINISHED PAINTING</a:t>
            </a:r>
            <a:endParaRPr lang="en-US" sz="1100" dirty="0"/>
          </a:p>
        </p:txBody>
      </p:sp>
      <p:sp>
        <p:nvSpPr>
          <p:cNvPr id="4" name="Step counter"/>
          <p:cNvSpPr txBox="1"/>
          <p:nvPr/>
        </p:nvSpPr>
        <p:spPr>
          <a:xfrm>
            <a:off x="9905695" y="640080"/>
            <a:ext cx="1554480" cy="292608"/>
          </a:xfrm>
          <a:prstGeom prst="rect">
            <a:avLst/>
          </a:prstGeom>
          <a:noFill/>
          <a:ln/>
        </p:spPr>
        <p:txBody>
          <a:bodyPr wrap="square" lIns="0" tIns="0" rIns="0" bIns="0" rtlCol="0" anchor="ctr"/>
          <a:lstStyle/>
          <a:p>
            <a:pPr algn="r" indent="0" marL="0">
              <a:buNone/>
            </a:pPr>
            <a:r>
              <a:rPr lang="en-US" sz="1100" b="1" dirty="0">
                <a:solidFill>
                  <a:srgbClr val="6D7072"/>
                </a:solidFill>
              </a:rPr>
              <a:t>STEP 60 OF 60</a:t>
            </a:r>
            <a:endParaRPr lang="en-US" sz="1100" dirty="0"/>
          </a:p>
        </p:txBody>
      </p:sp>
      <p:sp>
        <p:nvSpPr>
          <p:cNvPr id="5" name="Text 1"/>
          <p:cNvSpPr/>
          <p:nvPr>
            <p:ph idx="101" type="title" hasCustomPrompt="1"/>
          </p:nvPr>
        </p:nvSpPr>
        <p:spPr>
          <a:xfrm>
            <a:off x="6277336" y="1051560"/>
            <a:ext cx="5182839" cy="868680"/>
          </a:xfrm>
          <a:prstGeom prst="rect">
            <a:avLst/>
          </a:prstGeom>
          <a:noFill/>
          <a:ln/>
        </p:spPr>
        <p:txBody>
          <a:bodyPr wrap="square" lIns="0" tIns="0" rIns="0" bIns="0" rtlCol="0" anchor="t"/>
          <a:lstStyle/>
          <a:p>
            <a:pPr algn="l" indent="0" marL="0">
              <a:buNone/>
            </a:pPr>
            <a:r>
              <a:rPr lang="en-US" sz="2600" b="1" dirty="0">
                <a:solidFill>
                  <a:schemeClr val="tx2"/>
                </a:solidFill>
              </a:rPr>
              <a:t>The finished seascape</a:t>
            </a:r>
            <a:endParaRPr lang="en-US" sz="2600" dirty="0"/>
          </a:p>
        </p:txBody>
      </p:sp>
      <p:sp>
        <p:nvSpPr>
          <p:cNvPr id="6" name="Text 3"/>
          <p:cNvSpPr txBox="1"/>
          <p:nvPr/>
        </p:nvSpPr>
        <p:spPr>
          <a:xfrm>
            <a:off x="6277336" y="2011680"/>
            <a:ext cx="2743200" cy="228600"/>
          </a:xfrm>
          <a:prstGeom prst="rect">
            <a:avLst/>
          </a:prstGeom>
          <a:noFill/>
          <a:ln/>
        </p:spPr>
        <p:txBody>
          <a:bodyPr wrap="square" lIns="0" tIns="0" rIns="0" bIns="0" rtlCol="0" anchor="ctr"/>
          <a:lstStyle/>
          <a:p>
            <a:pPr indent="0" marL="0">
              <a:buNone/>
            </a:pPr>
            <a:r>
              <a:rPr lang="en-US" sz="1100" b="1" dirty="0">
                <a:solidFill>
                  <a:srgbClr val="6D7072"/>
                </a:solidFill>
              </a:rPr>
              <a:t>WHAT TO DO</a:t>
            </a:r>
            <a:endParaRPr lang="en-US" sz="1100" dirty="0"/>
          </a:p>
        </p:txBody>
      </p:sp>
      <p:sp>
        <p:nvSpPr>
          <p:cNvPr id="7" name="Instructions"/>
          <p:cNvSpPr txBox="1"/>
          <p:nvPr/>
        </p:nvSpPr>
        <p:spPr>
          <a:xfrm>
            <a:off x="6277336" y="2286000"/>
            <a:ext cx="5182839" cy="1874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Is the sky pale at the horizon and deepest at the top?</a:t>
            </a:r>
            <a:endParaRPr lang="en-US" sz="1500" dirty="0"/>
          </a:p>
          <a:p>
            <a:pPr marL="203200" indent="-203200">
              <a:spcAft>
                <a:spcPts val="600"/>
              </a:spcAft>
              <a:buSzPct val="100000"/>
              <a:buChar char="•"/>
            </a:pPr>
            <a:r>
              <a:rPr lang="en-US" sz="1500" dirty="0">
                <a:solidFill>
                  <a:schemeClr val="tx1"/>
                </a:solidFill>
              </a:rPr>
              <a:t>Are the near mountains the darkest shapes, with the horizon kept level?</a:t>
            </a:r>
            <a:endParaRPr lang="en-US" sz="1500" dirty="0"/>
          </a:p>
          <a:p>
            <a:pPr marL="203200" indent="-203200">
              <a:spcAft>
                <a:spcPts val="600"/>
              </a:spcAft>
              <a:buSzPct val="100000"/>
              <a:buChar char="•"/>
            </a:pPr>
            <a:r>
              <a:rPr lang="en-US" sz="1500" dirty="0">
                <a:solidFill>
                  <a:schemeClr val="tx1"/>
                </a:solidFill>
              </a:rPr>
              <a:t>Does the sea sparkle with white flecks, and the sand glow warm?</a:t>
            </a:r>
            <a:endParaRPr lang="en-US" sz="1500" dirty="0"/>
          </a:p>
        </p:txBody>
      </p:sp>
      <p:sp>
        <p:nvSpPr>
          <p:cNvPr id="8" name="Tip box"/>
          <p:cNvSpPr/>
          <p:nvPr/>
        </p:nvSpPr>
        <p:spPr>
          <a:xfrm>
            <a:off x="6277336" y="4224528"/>
            <a:ext cx="5182839" cy="932688"/>
          </a:xfrm>
          <a:prstGeom prst="roundRect">
            <a:avLst>
              <a:gd name="adj" fmla="val 7843"/>
            </a:avLst>
          </a:prstGeom>
          <a:solidFill>
            <a:srgbClr val="EEF3F6"/>
          </a:solidFill>
          <a:ln/>
        </p:spPr>
      </p:sp>
      <p:sp>
        <p:nvSpPr>
          <p:cNvPr id="9" name="Tip text"/>
          <p:cNvSpPr txBox="1"/>
          <p:nvPr/>
        </p:nvSpPr>
        <p:spPr>
          <a:xfrm>
            <a:off x="6414496" y="4261104"/>
            <a:ext cx="4908519" cy="859536"/>
          </a:xfrm>
          <a:prstGeom prst="rect">
            <a:avLst/>
          </a:prstGeom>
          <a:noFill/>
          <a:ln/>
        </p:spPr>
        <p:txBody>
          <a:bodyPr wrap="square" lIns="0" tIns="0" rIns="0" bIns="0" rtlCol="0" anchor="ctr"/>
          <a:lstStyle/>
          <a:p>
            <a:pPr indent="0" marL="0">
              <a:buNone/>
            </a:pPr>
            <a:r>
              <a:rPr lang="en-US" sz="1000" b="1" dirty="0">
                <a:solidFill>
                  <a:srgbClr val="8F5E12"/>
                </a:solidFill>
              </a:rPr>
              <a:t>WATCH FOR</a:t>
            </a:r>
            <a:endParaRPr lang="en-US" sz="1000" dirty="0"/>
          </a:p>
          <a:p>
            <a:pPr indent="0" marL="0">
              <a:buNone/>
            </a:pPr>
            <a:r>
              <a:rPr lang="en-US" sz="1400" dirty="0">
                <a:solidFill>
                  <a:schemeClr val="tx1"/>
                </a:solidFill>
              </a:rPr>
              <a:t>Use this view as your reference when you check your own painting.</a:t>
            </a:r>
            <a:endParaRPr lang="en-US" sz="1000" dirty="0"/>
          </a:p>
        </p:txBody>
      </p:sp>
      <p:sp>
        <p:nvSpPr>
          <p:cNvPr id="10" name="Text 7"/>
          <p:cNvSpPr txBox="1"/>
          <p:nvPr/>
        </p:nvSpPr>
        <p:spPr>
          <a:xfrm>
            <a:off x="6277336" y="5285232"/>
            <a:ext cx="5182839" cy="201168"/>
          </a:xfrm>
          <a:prstGeom prst="rect">
            <a:avLst/>
          </a:prstGeom>
          <a:noFill/>
          <a:ln/>
        </p:spPr>
        <p:txBody>
          <a:bodyPr wrap="square" lIns="0" tIns="0" rIns="0" bIns="0" rtlCol="0" anchor="ctr"/>
          <a:lstStyle/>
          <a:p>
            <a:pPr indent="0" marL="0">
              <a:buNone/>
            </a:pPr>
            <a:r>
              <a:rPr lang="en-US" sz="1000" b="1" dirty="0">
                <a:solidFill>
                  <a:srgbClr val="6D7072"/>
                </a:solidFill>
              </a:rPr>
              <a:t>FULL PALETTE ON SLIDE 5</a:t>
            </a:r>
            <a:endParaRPr lang="en-US" sz="1000" dirty="0"/>
          </a:p>
        </p:txBody>
      </p:sp>
      <p:sp>
        <p:nvSpPr>
          <p:cNvPr id="11" name="Shape 8"/>
          <p:cNvSpPr/>
          <p:nvPr/>
        </p:nvSpPr>
        <p:spPr>
          <a:xfrm>
            <a:off x="6293094" y="6190488"/>
            <a:ext cx="54864" cy="54864"/>
          </a:xfrm>
          <a:prstGeom prst="ellipse">
            <a:avLst/>
          </a:prstGeom>
          <a:solidFill>
            <a:srgbClr val="7F95A3"/>
          </a:solidFill>
          <a:ln/>
        </p:spPr>
      </p:sp>
      <p:sp>
        <p:nvSpPr>
          <p:cNvPr id="12" name="Shape 9"/>
          <p:cNvSpPr/>
          <p:nvPr/>
        </p:nvSpPr>
        <p:spPr>
          <a:xfrm>
            <a:off x="6379475" y="6190488"/>
            <a:ext cx="54864" cy="54864"/>
          </a:xfrm>
          <a:prstGeom prst="ellipse">
            <a:avLst/>
          </a:prstGeom>
          <a:solidFill>
            <a:srgbClr val="7F95A3"/>
          </a:solidFill>
          <a:ln/>
        </p:spPr>
      </p:sp>
      <p:sp>
        <p:nvSpPr>
          <p:cNvPr id="13" name="Shape 10"/>
          <p:cNvSpPr/>
          <p:nvPr/>
        </p:nvSpPr>
        <p:spPr>
          <a:xfrm>
            <a:off x="6465855" y="6190488"/>
            <a:ext cx="54864" cy="54864"/>
          </a:xfrm>
          <a:prstGeom prst="ellipse">
            <a:avLst/>
          </a:prstGeom>
          <a:solidFill>
            <a:srgbClr val="7F95A3"/>
          </a:solidFill>
          <a:ln/>
        </p:spPr>
      </p:sp>
      <p:sp>
        <p:nvSpPr>
          <p:cNvPr id="14" name="Shape 11"/>
          <p:cNvSpPr/>
          <p:nvPr/>
        </p:nvSpPr>
        <p:spPr>
          <a:xfrm>
            <a:off x="6552236" y="6190488"/>
            <a:ext cx="54864" cy="54864"/>
          </a:xfrm>
          <a:prstGeom prst="ellipse">
            <a:avLst/>
          </a:prstGeom>
          <a:solidFill>
            <a:srgbClr val="7F95A3"/>
          </a:solidFill>
          <a:ln/>
        </p:spPr>
      </p:sp>
      <p:sp>
        <p:nvSpPr>
          <p:cNvPr id="15" name="Shape 12"/>
          <p:cNvSpPr/>
          <p:nvPr/>
        </p:nvSpPr>
        <p:spPr>
          <a:xfrm>
            <a:off x="6638617" y="6190488"/>
            <a:ext cx="54864" cy="54864"/>
          </a:xfrm>
          <a:prstGeom prst="ellipse">
            <a:avLst/>
          </a:prstGeom>
          <a:solidFill>
            <a:srgbClr val="7F95A3"/>
          </a:solidFill>
          <a:ln/>
        </p:spPr>
      </p:sp>
      <p:sp>
        <p:nvSpPr>
          <p:cNvPr id="16" name="Shape 13"/>
          <p:cNvSpPr/>
          <p:nvPr/>
        </p:nvSpPr>
        <p:spPr>
          <a:xfrm>
            <a:off x="6724997" y="6190488"/>
            <a:ext cx="54864" cy="54864"/>
          </a:xfrm>
          <a:prstGeom prst="ellipse">
            <a:avLst/>
          </a:prstGeom>
          <a:solidFill>
            <a:srgbClr val="7F95A3"/>
          </a:solidFill>
          <a:ln/>
        </p:spPr>
      </p:sp>
      <p:sp>
        <p:nvSpPr>
          <p:cNvPr id="17" name="Shape 14"/>
          <p:cNvSpPr/>
          <p:nvPr/>
        </p:nvSpPr>
        <p:spPr>
          <a:xfrm>
            <a:off x="6811378" y="6190488"/>
            <a:ext cx="54864" cy="54864"/>
          </a:xfrm>
          <a:prstGeom prst="ellipse">
            <a:avLst/>
          </a:prstGeom>
          <a:solidFill>
            <a:srgbClr val="7F95A3"/>
          </a:solidFill>
          <a:ln/>
        </p:spPr>
      </p:sp>
      <p:sp>
        <p:nvSpPr>
          <p:cNvPr id="18" name="Shape 15"/>
          <p:cNvSpPr/>
          <p:nvPr/>
        </p:nvSpPr>
        <p:spPr>
          <a:xfrm>
            <a:off x="6897759" y="6190488"/>
            <a:ext cx="54864" cy="54864"/>
          </a:xfrm>
          <a:prstGeom prst="ellipse">
            <a:avLst/>
          </a:prstGeom>
          <a:solidFill>
            <a:srgbClr val="7F95A3"/>
          </a:solidFill>
          <a:ln/>
        </p:spPr>
      </p:sp>
      <p:sp>
        <p:nvSpPr>
          <p:cNvPr id="19" name="Shape 16"/>
          <p:cNvSpPr/>
          <p:nvPr/>
        </p:nvSpPr>
        <p:spPr>
          <a:xfrm>
            <a:off x="6984139" y="6190488"/>
            <a:ext cx="54864" cy="54864"/>
          </a:xfrm>
          <a:prstGeom prst="ellipse">
            <a:avLst/>
          </a:prstGeom>
          <a:solidFill>
            <a:srgbClr val="7F95A3"/>
          </a:solidFill>
          <a:ln/>
        </p:spPr>
      </p:sp>
      <p:sp>
        <p:nvSpPr>
          <p:cNvPr id="20" name="Shape 17"/>
          <p:cNvSpPr/>
          <p:nvPr/>
        </p:nvSpPr>
        <p:spPr>
          <a:xfrm>
            <a:off x="7070520" y="6190488"/>
            <a:ext cx="54864" cy="54864"/>
          </a:xfrm>
          <a:prstGeom prst="ellipse">
            <a:avLst/>
          </a:prstGeom>
          <a:solidFill>
            <a:srgbClr val="7F95A3"/>
          </a:solidFill>
          <a:ln/>
        </p:spPr>
      </p:sp>
      <p:sp>
        <p:nvSpPr>
          <p:cNvPr id="21" name="Shape 18"/>
          <p:cNvSpPr/>
          <p:nvPr/>
        </p:nvSpPr>
        <p:spPr>
          <a:xfrm>
            <a:off x="7156901" y="6190488"/>
            <a:ext cx="54864" cy="54864"/>
          </a:xfrm>
          <a:prstGeom prst="ellipse">
            <a:avLst/>
          </a:prstGeom>
          <a:solidFill>
            <a:srgbClr val="7F95A3"/>
          </a:solidFill>
          <a:ln/>
        </p:spPr>
      </p:sp>
      <p:sp>
        <p:nvSpPr>
          <p:cNvPr id="22" name="Shape 19"/>
          <p:cNvSpPr/>
          <p:nvPr/>
        </p:nvSpPr>
        <p:spPr>
          <a:xfrm>
            <a:off x="7243281" y="6190488"/>
            <a:ext cx="54864" cy="54864"/>
          </a:xfrm>
          <a:prstGeom prst="ellipse">
            <a:avLst/>
          </a:prstGeom>
          <a:solidFill>
            <a:srgbClr val="7F95A3"/>
          </a:solidFill>
          <a:ln/>
        </p:spPr>
      </p:sp>
      <p:sp>
        <p:nvSpPr>
          <p:cNvPr id="23" name="Shape 20"/>
          <p:cNvSpPr/>
          <p:nvPr/>
        </p:nvSpPr>
        <p:spPr>
          <a:xfrm>
            <a:off x="7329662" y="6190488"/>
            <a:ext cx="54864" cy="54864"/>
          </a:xfrm>
          <a:prstGeom prst="ellipse">
            <a:avLst/>
          </a:prstGeom>
          <a:solidFill>
            <a:srgbClr val="7F95A3"/>
          </a:solidFill>
          <a:ln/>
        </p:spPr>
      </p:sp>
      <p:sp>
        <p:nvSpPr>
          <p:cNvPr id="24" name="Shape 21"/>
          <p:cNvSpPr/>
          <p:nvPr/>
        </p:nvSpPr>
        <p:spPr>
          <a:xfrm>
            <a:off x="7416043" y="6190488"/>
            <a:ext cx="54864" cy="54864"/>
          </a:xfrm>
          <a:prstGeom prst="ellipse">
            <a:avLst/>
          </a:prstGeom>
          <a:solidFill>
            <a:srgbClr val="7F95A3"/>
          </a:solidFill>
          <a:ln/>
        </p:spPr>
      </p:sp>
      <p:sp>
        <p:nvSpPr>
          <p:cNvPr id="25" name="Shape 22"/>
          <p:cNvSpPr/>
          <p:nvPr/>
        </p:nvSpPr>
        <p:spPr>
          <a:xfrm>
            <a:off x="7502423" y="6190488"/>
            <a:ext cx="54864" cy="54864"/>
          </a:xfrm>
          <a:prstGeom prst="ellipse">
            <a:avLst/>
          </a:prstGeom>
          <a:solidFill>
            <a:srgbClr val="7F95A3"/>
          </a:solidFill>
          <a:ln/>
        </p:spPr>
      </p:sp>
      <p:sp>
        <p:nvSpPr>
          <p:cNvPr id="26" name="Shape 23"/>
          <p:cNvSpPr/>
          <p:nvPr/>
        </p:nvSpPr>
        <p:spPr>
          <a:xfrm>
            <a:off x="7588804" y="6190488"/>
            <a:ext cx="54864" cy="54864"/>
          </a:xfrm>
          <a:prstGeom prst="ellipse">
            <a:avLst/>
          </a:prstGeom>
          <a:solidFill>
            <a:srgbClr val="7F95A3"/>
          </a:solidFill>
          <a:ln/>
        </p:spPr>
      </p:sp>
      <p:sp>
        <p:nvSpPr>
          <p:cNvPr id="27" name="Shape 24"/>
          <p:cNvSpPr/>
          <p:nvPr/>
        </p:nvSpPr>
        <p:spPr>
          <a:xfrm>
            <a:off x="7675185" y="6190488"/>
            <a:ext cx="54864" cy="54864"/>
          </a:xfrm>
          <a:prstGeom prst="ellipse">
            <a:avLst/>
          </a:prstGeom>
          <a:solidFill>
            <a:srgbClr val="7F95A3"/>
          </a:solidFill>
          <a:ln/>
        </p:spPr>
      </p:sp>
      <p:sp>
        <p:nvSpPr>
          <p:cNvPr id="28" name="Shape 25"/>
          <p:cNvSpPr/>
          <p:nvPr/>
        </p:nvSpPr>
        <p:spPr>
          <a:xfrm>
            <a:off x="7761565" y="6190488"/>
            <a:ext cx="54864" cy="54864"/>
          </a:xfrm>
          <a:prstGeom prst="ellipse">
            <a:avLst/>
          </a:prstGeom>
          <a:solidFill>
            <a:srgbClr val="7F95A3"/>
          </a:solidFill>
          <a:ln/>
        </p:spPr>
      </p:sp>
      <p:sp>
        <p:nvSpPr>
          <p:cNvPr id="29" name="Shape 26"/>
          <p:cNvSpPr/>
          <p:nvPr/>
        </p:nvSpPr>
        <p:spPr>
          <a:xfrm>
            <a:off x="7847946" y="6190488"/>
            <a:ext cx="54864" cy="54864"/>
          </a:xfrm>
          <a:prstGeom prst="ellipse">
            <a:avLst/>
          </a:prstGeom>
          <a:solidFill>
            <a:srgbClr val="7F95A3"/>
          </a:solidFill>
          <a:ln/>
        </p:spPr>
      </p:sp>
      <p:sp>
        <p:nvSpPr>
          <p:cNvPr id="30" name="Shape 27"/>
          <p:cNvSpPr/>
          <p:nvPr/>
        </p:nvSpPr>
        <p:spPr>
          <a:xfrm>
            <a:off x="7934327" y="6190488"/>
            <a:ext cx="54864" cy="54864"/>
          </a:xfrm>
          <a:prstGeom prst="ellipse">
            <a:avLst/>
          </a:prstGeom>
          <a:solidFill>
            <a:srgbClr val="7F95A3"/>
          </a:solidFill>
          <a:ln/>
        </p:spPr>
      </p:sp>
      <p:sp>
        <p:nvSpPr>
          <p:cNvPr id="31" name="Shape 28"/>
          <p:cNvSpPr/>
          <p:nvPr/>
        </p:nvSpPr>
        <p:spPr>
          <a:xfrm>
            <a:off x="8020707" y="6190488"/>
            <a:ext cx="54864" cy="54864"/>
          </a:xfrm>
          <a:prstGeom prst="ellipse">
            <a:avLst/>
          </a:prstGeom>
          <a:solidFill>
            <a:srgbClr val="7F95A3"/>
          </a:solidFill>
          <a:ln/>
        </p:spPr>
      </p:sp>
      <p:sp>
        <p:nvSpPr>
          <p:cNvPr id="32" name="Shape 29"/>
          <p:cNvSpPr/>
          <p:nvPr/>
        </p:nvSpPr>
        <p:spPr>
          <a:xfrm>
            <a:off x="8107088" y="6190488"/>
            <a:ext cx="54864" cy="54864"/>
          </a:xfrm>
          <a:prstGeom prst="ellipse">
            <a:avLst/>
          </a:prstGeom>
          <a:solidFill>
            <a:srgbClr val="7F95A3"/>
          </a:solidFill>
          <a:ln/>
        </p:spPr>
      </p:sp>
      <p:sp>
        <p:nvSpPr>
          <p:cNvPr id="33" name="Shape 30"/>
          <p:cNvSpPr/>
          <p:nvPr/>
        </p:nvSpPr>
        <p:spPr>
          <a:xfrm>
            <a:off x="8193469" y="6190488"/>
            <a:ext cx="54864" cy="54864"/>
          </a:xfrm>
          <a:prstGeom prst="ellipse">
            <a:avLst/>
          </a:prstGeom>
          <a:solidFill>
            <a:srgbClr val="7F95A3"/>
          </a:solidFill>
          <a:ln/>
        </p:spPr>
      </p:sp>
      <p:sp>
        <p:nvSpPr>
          <p:cNvPr id="34" name="Shape 31"/>
          <p:cNvSpPr/>
          <p:nvPr/>
        </p:nvSpPr>
        <p:spPr>
          <a:xfrm>
            <a:off x="8279849" y="6190488"/>
            <a:ext cx="54864" cy="54864"/>
          </a:xfrm>
          <a:prstGeom prst="ellipse">
            <a:avLst/>
          </a:prstGeom>
          <a:solidFill>
            <a:srgbClr val="7F95A3"/>
          </a:solidFill>
          <a:ln/>
        </p:spPr>
      </p:sp>
      <p:sp>
        <p:nvSpPr>
          <p:cNvPr id="35" name="Shape 32"/>
          <p:cNvSpPr/>
          <p:nvPr/>
        </p:nvSpPr>
        <p:spPr>
          <a:xfrm>
            <a:off x="8366230" y="6190488"/>
            <a:ext cx="54864" cy="54864"/>
          </a:xfrm>
          <a:prstGeom prst="ellipse">
            <a:avLst/>
          </a:prstGeom>
          <a:solidFill>
            <a:srgbClr val="7F95A3"/>
          </a:solidFill>
          <a:ln/>
        </p:spPr>
      </p:sp>
      <p:sp>
        <p:nvSpPr>
          <p:cNvPr id="36" name="Shape 33"/>
          <p:cNvSpPr/>
          <p:nvPr/>
        </p:nvSpPr>
        <p:spPr>
          <a:xfrm>
            <a:off x="8452611" y="6190488"/>
            <a:ext cx="54864" cy="54864"/>
          </a:xfrm>
          <a:prstGeom prst="ellipse">
            <a:avLst/>
          </a:prstGeom>
          <a:solidFill>
            <a:srgbClr val="7F95A3"/>
          </a:solidFill>
          <a:ln/>
        </p:spPr>
      </p:sp>
      <p:sp>
        <p:nvSpPr>
          <p:cNvPr id="37" name="Shape 34"/>
          <p:cNvSpPr/>
          <p:nvPr/>
        </p:nvSpPr>
        <p:spPr>
          <a:xfrm>
            <a:off x="8538991" y="6190488"/>
            <a:ext cx="54864" cy="54864"/>
          </a:xfrm>
          <a:prstGeom prst="ellipse">
            <a:avLst/>
          </a:prstGeom>
          <a:solidFill>
            <a:srgbClr val="7F95A3"/>
          </a:solidFill>
          <a:ln/>
        </p:spPr>
      </p:sp>
      <p:sp>
        <p:nvSpPr>
          <p:cNvPr id="38" name="Shape 35"/>
          <p:cNvSpPr/>
          <p:nvPr/>
        </p:nvSpPr>
        <p:spPr>
          <a:xfrm>
            <a:off x="8625372" y="6190488"/>
            <a:ext cx="54864" cy="54864"/>
          </a:xfrm>
          <a:prstGeom prst="ellipse">
            <a:avLst/>
          </a:prstGeom>
          <a:solidFill>
            <a:srgbClr val="7F95A3"/>
          </a:solidFill>
          <a:ln/>
        </p:spPr>
      </p:sp>
      <p:sp>
        <p:nvSpPr>
          <p:cNvPr id="39" name="Shape 36"/>
          <p:cNvSpPr/>
          <p:nvPr/>
        </p:nvSpPr>
        <p:spPr>
          <a:xfrm>
            <a:off x="8711753" y="6190488"/>
            <a:ext cx="54864" cy="54864"/>
          </a:xfrm>
          <a:prstGeom prst="ellipse">
            <a:avLst/>
          </a:prstGeom>
          <a:solidFill>
            <a:srgbClr val="7F95A3"/>
          </a:solidFill>
          <a:ln/>
        </p:spPr>
      </p:sp>
      <p:sp>
        <p:nvSpPr>
          <p:cNvPr id="40" name="Shape 37"/>
          <p:cNvSpPr/>
          <p:nvPr/>
        </p:nvSpPr>
        <p:spPr>
          <a:xfrm>
            <a:off x="8798133" y="6190488"/>
            <a:ext cx="54864" cy="54864"/>
          </a:xfrm>
          <a:prstGeom prst="ellipse">
            <a:avLst/>
          </a:prstGeom>
          <a:solidFill>
            <a:srgbClr val="7F95A3"/>
          </a:solidFill>
          <a:ln/>
        </p:spPr>
      </p:sp>
      <p:sp>
        <p:nvSpPr>
          <p:cNvPr id="41" name="Shape 38"/>
          <p:cNvSpPr/>
          <p:nvPr/>
        </p:nvSpPr>
        <p:spPr>
          <a:xfrm>
            <a:off x="8884514" y="6190488"/>
            <a:ext cx="54864" cy="54864"/>
          </a:xfrm>
          <a:prstGeom prst="ellipse">
            <a:avLst/>
          </a:prstGeom>
          <a:solidFill>
            <a:srgbClr val="7F95A3"/>
          </a:solidFill>
          <a:ln/>
        </p:spPr>
      </p:sp>
      <p:sp>
        <p:nvSpPr>
          <p:cNvPr id="42" name="Shape 39"/>
          <p:cNvSpPr/>
          <p:nvPr/>
        </p:nvSpPr>
        <p:spPr>
          <a:xfrm>
            <a:off x="8970895" y="6190488"/>
            <a:ext cx="54864" cy="54864"/>
          </a:xfrm>
          <a:prstGeom prst="ellipse">
            <a:avLst/>
          </a:prstGeom>
          <a:solidFill>
            <a:srgbClr val="7F95A3"/>
          </a:solidFill>
          <a:ln/>
        </p:spPr>
      </p:sp>
      <p:sp>
        <p:nvSpPr>
          <p:cNvPr id="43" name="Shape 40"/>
          <p:cNvSpPr/>
          <p:nvPr/>
        </p:nvSpPr>
        <p:spPr>
          <a:xfrm>
            <a:off x="9057275" y="6190488"/>
            <a:ext cx="54864" cy="54864"/>
          </a:xfrm>
          <a:prstGeom prst="ellipse">
            <a:avLst/>
          </a:prstGeom>
          <a:solidFill>
            <a:srgbClr val="7F95A3"/>
          </a:solidFill>
          <a:ln/>
        </p:spPr>
      </p:sp>
      <p:sp>
        <p:nvSpPr>
          <p:cNvPr id="44" name="Shape 41"/>
          <p:cNvSpPr/>
          <p:nvPr/>
        </p:nvSpPr>
        <p:spPr>
          <a:xfrm>
            <a:off x="9143656" y="6190488"/>
            <a:ext cx="54864" cy="54864"/>
          </a:xfrm>
          <a:prstGeom prst="ellipse">
            <a:avLst/>
          </a:prstGeom>
          <a:solidFill>
            <a:srgbClr val="7F95A3"/>
          </a:solidFill>
          <a:ln/>
        </p:spPr>
      </p:sp>
      <p:sp>
        <p:nvSpPr>
          <p:cNvPr id="45" name="Shape 42"/>
          <p:cNvSpPr/>
          <p:nvPr/>
        </p:nvSpPr>
        <p:spPr>
          <a:xfrm>
            <a:off x="9230036" y="6190488"/>
            <a:ext cx="54864" cy="54864"/>
          </a:xfrm>
          <a:prstGeom prst="ellipse">
            <a:avLst/>
          </a:prstGeom>
          <a:solidFill>
            <a:srgbClr val="7F95A3"/>
          </a:solidFill>
          <a:ln/>
        </p:spPr>
      </p:sp>
      <p:sp>
        <p:nvSpPr>
          <p:cNvPr id="46" name="Shape 43"/>
          <p:cNvSpPr/>
          <p:nvPr/>
        </p:nvSpPr>
        <p:spPr>
          <a:xfrm>
            <a:off x="9316417" y="6190488"/>
            <a:ext cx="54864" cy="54864"/>
          </a:xfrm>
          <a:prstGeom prst="ellipse">
            <a:avLst/>
          </a:prstGeom>
          <a:solidFill>
            <a:srgbClr val="7F95A3"/>
          </a:solidFill>
          <a:ln/>
        </p:spPr>
      </p:sp>
      <p:sp>
        <p:nvSpPr>
          <p:cNvPr id="47" name="Shape 44"/>
          <p:cNvSpPr/>
          <p:nvPr/>
        </p:nvSpPr>
        <p:spPr>
          <a:xfrm>
            <a:off x="9402798" y="6190488"/>
            <a:ext cx="54864" cy="54864"/>
          </a:xfrm>
          <a:prstGeom prst="ellipse">
            <a:avLst/>
          </a:prstGeom>
          <a:solidFill>
            <a:srgbClr val="7F95A3"/>
          </a:solidFill>
          <a:ln/>
        </p:spPr>
      </p:sp>
      <p:sp>
        <p:nvSpPr>
          <p:cNvPr id="48" name="Shape 45"/>
          <p:cNvSpPr/>
          <p:nvPr/>
        </p:nvSpPr>
        <p:spPr>
          <a:xfrm>
            <a:off x="9489178" y="6190488"/>
            <a:ext cx="54864" cy="54864"/>
          </a:xfrm>
          <a:prstGeom prst="ellipse">
            <a:avLst/>
          </a:prstGeom>
          <a:solidFill>
            <a:srgbClr val="7F95A3"/>
          </a:solidFill>
          <a:ln/>
        </p:spPr>
      </p:sp>
      <p:sp>
        <p:nvSpPr>
          <p:cNvPr id="49" name="Shape 46"/>
          <p:cNvSpPr/>
          <p:nvPr/>
        </p:nvSpPr>
        <p:spPr>
          <a:xfrm>
            <a:off x="9575559" y="6190488"/>
            <a:ext cx="54864" cy="54864"/>
          </a:xfrm>
          <a:prstGeom prst="ellipse">
            <a:avLst/>
          </a:prstGeom>
          <a:solidFill>
            <a:srgbClr val="7F95A3"/>
          </a:solidFill>
          <a:ln/>
        </p:spPr>
      </p:sp>
      <p:sp>
        <p:nvSpPr>
          <p:cNvPr id="50" name="Shape 47"/>
          <p:cNvSpPr/>
          <p:nvPr/>
        </p:nvSpPr>
        <p:spPr>
          <a:xfrm>
            <a:off x="9661940" y="6190488"/>
            <a:ext cx="54864" cy="54864"/>
          </a:xfrm>
          <a:prstGeom prst="ellipse">
            <a:avLst/>
          </a:prstGeom>
          <a:solidFill>
            <a:srgbClr val="7F95A3"/>
          </a:solidFill>
          <a:ln/>
        </p:spPr>
      </p:sp>
      <p:sp>
        <p:nvSpPr>
          <p:cNvPr id="51" name="Shape 48"/>
          <p:cNvSpPr/>
          <p:nvPr/>
        </p:nvSpPr>
        <p:spPr>
          <a:xfrm>
            <a:off x="9748320" y="6190488"/>
            <a:ext cx="54864" cy="54864"/>
          </a:xfrm>
          <a:prstGeom prst="ellipse">
            <a:avLst/>
          </a:prstGeom>
          <a:solidFill>
            <a:srgbClr val="7F95A3"/>
          </a:solidFill>
          <a:ln/>
        </p:spPr>
      </p:sp>
      <p:sp>
        <p:nvSpPr>
          <p:cNvPr id="52" name="Shape 49"/>
          <p:cNvSpPr/>
          <p:nvPr/>
        </p:nvSpPr>
        <p:spPr>
          <a:xfrm>
            <a:off x="9834701" y="6190488"/>
            <a:ext cx="54864" cy="54864"/>
          </a:xfrm>
          <a:prstGeom prst="ellipse">
            <a:avLst/>
          </a:prstGeom>
          <a:solidFill>
            <a:srgbClr val="7F95A3"/>
          </a:solidFill>
          <a:ln/>
        </p:spPr>
      </p:sp>
      <p:sp>
        <p:nvSpPr>
          <p:cNvPr id="53" name="Shape 50"/>
          <p:cNvSpPr/>
          <p:nvPr/>
        </p:nvSpPr>
        <p:spPr>
          <a:xfrm>
            <a:off x="9921082" y="6190488"/>
            <a:ext cx="54864" cy="54864"/>
          </a:xfrm>
          <a:prstGeom prst="ellipse">
            <a:avLst/>
          </a:prstGeom>
          <a:solidFill>
            <a:srgbClr val="7F95A3"/>
          </a:solidFill>
          <a:ln/>
        </p:spPr>
      </p:sp>
      <p:sp>
        <p:nvSpPr>
          <p:cNvPr id="54" name="Shape 51"/>
          <p:cNvSpPr/>
          <p:nvPr/>
        </p:nvSpPr>
        <p:spPr>
          <a:xfrm>
            <a:off x="10007462" y="6190488"/>
            <a:ext cx="54864" cy="54864"/>
          </a:xfrm>
          <a:prstGeom prst="ellipse">
            <a:avLst/>
          </a:prstGeom>
          <a:solidFill>
            <a:srgbClr val="7F95A3"/>
          </a:solidFill>
          <a:ln/>
        </p:spPr>
      </p:sp>
      <p:sp>
        <p:nvSpPr>
          <p:cNvPr id="55" name="Shape 52"/>
          <p:cNvSpPr/>
          <p:nvPr/>
        </p:nvSpPr>
        <p:spPr>
          <a:xfrm>
            <a:off x="10093843" y="6190488"/>
            <a:ext cx="54864" cy="54864"/>
          </a:xfrm>
          <a:prstGeom prst="ellipse">
            <a:avLst/>
          </a:prstGeom>
          <a:solidFill>
            <a:srgbClr val="7F95A3"/>
          </a:solidFill>
          <a:ln/>
        </p:spPr>
      </p:sp>
      <p:sp>
        <p:nvSpPr>
          <p:cNvPr id="56" name="Shape 53"/>
          <p:cNvSpPr/>
          <p:nvPr/>
        </p:nvSpPr>
        <p:spPr>
          <a:xfrm>
            <a:off x="10180224" y="6190488"/>
            <a:ext cx="54864" cy="54864"/>
          </a:xfrm>
          <a:prstGeom prst="ellipse">
            <a:avLst/>
          </a:prstGeom>
          <a:solidFill>
            <a:srgbClr val="7F95A3"/>
          </a:solidFill>
          <a:ln/>
        </p:spPr>
      </p:sp>
      <p:sp>
        <p:nvSpPr>
          <p:cNvPr id="57" name="Shape 54"/>
          <p:cNvSpPr/>
          <p:nvPr/>
        </p:nvSpPr>
        <p:spPr>
          <a:xfrm>
            <a:off x="10266604" y="6190488"/>
            <a:ext cx="54864" cy="54864"/>
          </a:xfrm>
          <a:prstGeom prst="ellipse">
            <a:avLst/>
          </a:prstGeom>
          <a:solidFill>
            <a:srgbClr val="7F95A3"/>
          </a:solidFill>
          <a:ln/>
        </p:spPr>
      </p:sp>
      <p:sp>
        <p:nvSpPr>
          <p:cNvPr id="58" name="Shape 55"/>
          <p:cNvSpPr/>
          <p:nvPr/>
        </p:nvSpPr>
        <p:spPr>
          <a:xfrm>
            <a:off x="10352985" y="6190488"/>
            <a:ext cx="54864" cy="54864"/>
          </a:xfrm>
          <a:prstGeom prst="ellipse">
            <a:avLst/>
          </a:prstGeom>
          <a:solidFill>
            <a:srgbClr val="7F95A3"/>
          </a:solidFill>
          <a:ln/>
        </p:spPr>
      </p:sp>
      <p:sp>
        <p:nvSpPr>
          <p:cNvPr id="59" name="Shape 56"/>
          <p:cNvSpPr/>
          <p:nvPr/>
        </p:nvSpPr>
        <p:spPr>
          <a:xfrm>
            <a:off x="10439366" y="6190488"/>
            <a:ext cx="54864" cy="54864"/>
          </a:xfrm>
          <a:prstGeom prst="ellipse">
            <a:avLst/>
          </a:prstGeom>
          <a:solidFill>
            <a:srgbClr val="7F95A3"/>
          </a:solidFill>
          <a:ln/>
        </p:spPr>
      </p:sp>
      <p:sp>
        <p:nvSpPr>
          <p:cNvPr id="60" name="Shape 57"/>
          <p:cNvSpPr/>
          <p:nvPr/>
        </p:nvSpPr>
        <p:spPr>
          <a:xfrm>
            <a:off x="10525746" y="6190488"/>
            <a:ext cx="54864" cy="54864"/>
          </a:xfrm>
          <a:prstGeom prst="ellipse">
            <a:avLst/>
          </a:prstGeom>
          <a:solidFill>
            <a:srgbClr val="7F95A3"/>
          </a:solidFill>
          <a:ln/>
        </p:spPr>
      </p:sp>
      <p:sp>
        <p:nvSpPr>
          <p:cNvPr id="61" name="Shape 58"/>
          <p:cNvSpPr/>
          <p:nvPr/>
        </p:nvSpPr>
        <p:spPr>
          <a:xfrm>
            <a:off x="10612127" y="6190488"/>
            <a:ext cx="54864" cy="54864"/>
          </a:xfrm>
          <a:prstGeom prst="ellipse">
            <a:avLst/>
          </a:prstGeom>
          <a:solidFill>
            <a:srgbClr val="7F95A3"/>
          </a:solidFill>
          <a:ln/>
        </p:spPr>
      </p:sp>
      <p:sp>
        <p:nvSpPr>
          <p:cNvPr id="62" name="Shape 59"/>
          <p:cNvSpPr/>
          <p:nvPr/>
        </p:nvSpPr>
        <p:spPr>
          <a:xfrm>
            <a:off x="10698508" y="6190488"/>
            <a:ext cx="54864" cy="54864"/>
          </a:xfrm>
          <a:prstGeom prst="ellipse">
            <a:avLst/>
          </a:prstGeom>
          <a:solidFill>
            <a:srgbClr val="7F95A3"/>
          </a:solidFill>
          <a:ln/>
        </p:spPr>
      </p:sp>
      <p:sp>
        <p:nvSpPr>
          <p:cNvPr id="63" name="Shape 60"/>
          <p:cNvSpPr/>
          <p:nvPr/>
        </p:nvSpPr>
        <p:spPr>
          <a:xfrm>
            <a:off x="10784888" y="6190488"/>
            <a:ext cx="54864" cy="54864"/>
          </a:xfrm>
          <a:prstGeom prst="ellipse">
            <a:avLst/>
          </a:prstGeom>
          <a:solidFill>
            <a:srgbClr val="7F95A3"/>
          </a:solidFill>
          <a:ln/>
        </p:spPr>
      </p:sp>
      <p:sp>
        <p:nvSpPr>
          <p:cNvPr id="64" name="Shape 61"/>
          <p:cNvSpPr/>
          <p:nvPr/>
        </p:nvSpPr>
        <p:spPr>
          <a:xfrm>
            <a:off x="10871269" y="6190488"/>
            <a:ext cx="54864" cy="54864"/>
          </a:xfrm>
          <a:prstGeom prst="ellipse">
            <a:avLst/>
          </a:prstGeom>
          <a:solidFill>
            <a:srgbClr val="7F95A3"/>
          </a:solidFill>
          <a:ln/>
        </p:spPr>
      </p:sp>
      <p:sp>
        <p:nvSpPr>
          <p:cNvPr id="65" name="Shape 62"/>
          <p:cNvSpPr/>
          <p:nvPr/>
        </p:nvSpPr>
        <p:spPr>
          <a:xfrm>
            <a:off x="10957650" y="6190488"/>
            <a:ext cx="54864" cy="54864"/>
          </a:xfrm>
          <a:prstGeom prst="ellipse">
            <a:avLst/>
          </a:prstGeom>
          <a:solidFill>
            <a:srgbClr val="7F95A3"/>
          </a:solidFill>
          <a:ln/>
        </p:spPr>
      </p:sp>
      <p:sp>
        <p:nvSpPr>
          <p:cNvPr id="66" name="Shape 63"/>
          <p:cNvSpPr/>
          <p:nvPr/>
        </p:nvSpPr>
        <p:spPr>
          <a:xfrm>
            <a:off x="11044030" y="6190488"/>
            <a:ext cx="54864" cy="54864"/>
          </a:xfrm>
          <a:prstGeom prst="ellipse">
            <a:avLst/>
          </a:prstGeom>
          <a:solidFill>
            <a:srgbClr val="7F95A3"/>
          </a:solidFill>
          <a:ln/>
        </p:spPr>
      </p:sp>
      <p:sp>
        <p:nvSpPr>
          <p:cNvPr id="67" name="Shape 64"/>
          <p:cNvSpPr/>
          <p:nvPr/>
        </p:nvSpPr>
        <p:spPr>
          <a:xfrm>
            <a:off x="11130411" y="6190488"/>
            <a:ext cx="54864" cy="54864"/>
          </a:xfrm>
          <a:prstGeom prst="ellipse">
            <a:avLst/>
          </a:prstGeom>
          <a:solidFill>
            <a:srgbClr val="7F95A3"/>
          </a:solidFill>
          <a:ln/>
        </p:spPr>
      </p:sp>
      <p:sp>
        <p:nvSpPr>
          <p:cNvPr id="68" name="Shape 65"/>
          <p:cNvSpPr/>
          <p:nvPr/>
        </p:nvSpPr>
        <p:spPr>
          <a:xfrm>
            <a:off x="11216792" y="6190488"/>
            <a:ext cx="54864" cy="54864"/>
          </a:xfrm>
          <a:prstGeom prst="ellipse">
            <a:avLst/>
          </a:prstGeom>
          <a:solidFill>
            <a:srgbClr val="7F95A3"/>
          </a:solidFill>
          <a:ln/>
        </p:spPr>
      </p:sp>
      <p:sp>
        <p:nvSpPr>
          <p:cNvPr id="69" name="Shape 66"/>
          <p:cNvSpPr/>
          <p:nvPr/>
        </p:nvSpPr>
        <p:spPr>
          <a:xfrm>
            <a:off x="11303172" y="6190488"/>
            <a:ext cx="54864" cy="54864"/>
          </a:xfrm>
          <a:prstGeom prst="ellipse">
            <a:avLst/>
          </a:prstGeom>
          <a:solidFill>
            <a:srgbClr val="7F95A3"/>
          </a:solidFill>
          <a:ln/>
        </p:spPr>
      </p:sp>
      <p:sp>
        <p:nvSpPr>
          <p:cNvPr id="70" name="Shape 67"/>
          <p:cNvSpPr/>
          <p:nvPr/>
        </p:nvSpPr>
        <p:spPr>
          <a:xfrm>
            <a:off x="11339261" y="6140196"/>
            <a:ext cx="155448" cy="155448"/>
          </a:xfrm>
          <a:prstGeom prst="ellipse">
            <a:avLst/>
          </a:prstGeom>
          <a:solidFill>
            <a:srgbClr val="1B4D3E"/>
          </a:solidFill>
          <a:ln/>
        </p:spPr>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000" b="1" dirty="0">
                <a:solidFill>
                  <a:schemeClr val="tx2"/>
                </a:solidFill>
              </a:rPr>
              <a:t>Tips for your first seascape</a:t>
            </a:r>
            <a:endParaRPr lang="en-US" sz="3000" dirty="0"/>
          </a:p>
        </p:txBody>
      </p:sp>
      <p:sp>
        <p:nvSpPr>
          <p:cNvPr id="3" name="Shape 1"/>
          <p:cNvSpPr/>
          <p:nvPr/>
        </p:nvSpPr>
        <p:spPr>
          <a:xfrm>
            <a:off x="548640" y="1188720"/>
            <a:ext cx="3611880" cy="1874520"/>
          </a:xfrm>
          <a:prstGeom prst="roundRect">
            <a:avLst>
              <a:gd name="adj" fmla="val 3902"/>
            </a:avLst>
          </a:prstGeom>
          <a:solidFill>
            <a:srgbClr val="FFFFFF"/>
          </a:solidFill>
          <a:ln/>
          <a:effectLst>
            <a:outerShdw sx="100000" sy="100000" kx="0" ky="0" algn="bl" rotWithShape="0" blurRad="76200" dist="25400" dir="5400000">
              <a:srgbClr val="000000">
                <a:alpha val="12000"/>
              </a:srgbClr>
            </a:outerShdw>
          </a:effectLst>
        </p:spPr>
      </p:sp>
      <p:sp>
        <p:nvSpPr>
          <p:cNvPr id="4" name="Shape 2"/>
          <p:cNvSpPr/>
          <p:nvPr/>
        </p:nvSpPr>
        <p:spPr>
          <a:xfrm>
            <a:off x="731520" y="1371600"/>
            <a:ext cx="402336" cy="402336"/>
          </a:xfrm>
          <a:prstGeom prst="ellipse">
            <a:avLst/>
          </a:prstGeom>
          <a:solidFill>
            <a:srgbClr val="1F6A8F"/>
          </a:solidFill>
          <a:ln/>
        </p:spPr>
      </p:sp>
      <p:sp>
        <p:nvSpPr>
          <p:cNvPr id="5" name="Text 3"/>
          <p:cNvSpPr txBox="1"/>
          <p:nvPr/>
        </p:nvSpPr>
        <p:spPr>
          <a:xfrm>
            <a:off x="731520" y="1371600"/>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261872" y="1371600"/>
            <a:ext cx="2743200" cy="402336"/>
          </a:xfrm>
          <a:prstGeom prst="rect">
            <a:avLst/>
          </a:prstGeom>
          <a:noFill/>
          <a:ln/>
        </p:spPr>
        <p:txBody>
          <a:bodyPr wrap="square" lIns="0" tIns="0" rIns="0" bIns="0" rtlCol="0" anchor="ctr"/>
          <a:lstStyle/>
          <a:p>
            <a:pPr indent="0" marL="0">
              <a:buNone/>
            </a:pPr>
            <a:r>
              <a:rPr lang="en-US" sz="1600" b="1" dirty="0">
                <a:solidFill>
                  <a:schemeClr val="tx2"/>
                </a:solidFill>
              </a:rPr>
              <a:t>Practice the tissue lift</a:t>
            </a:r>
            <a:endParaRPr lang="en-US" sz="1600" dirty="0"/>
          </a:p>
        </p:txBody>
      </p:sp>
      <p:sp>
        <p:nvSpPr>
          <p:cNvPr id="7" name="Text 5"/>
          <p:cNvSpPr txBox="1"/>
          <p:nvPr/>
        </p:nvSpPr>
        <p:spPr>
          <a:xfrm>
            <a:off x="731520" y="1965960"/>
            <a:ext cx="3246120" cy="960120"/>
          </a:xfrm>
          <a:prstGeom prst="rect">
            <a:avLst/>
          </a:prstGeom>
          <a:noFill/>
          <a:ln/>
        </p:spPr>
        <p:txBody>
          <a:bodyPr wrap="square" lIns="0" tIns="0" rIns="0" bIns="0" rtlCol="0" anchor="t"/>
          <a:lstStyle/>
          <a:p>
            <a:pPr indent="0" marL="0">
              <a:buNone/>
            </a:pPr>
            <a:r>
              <a:rPr lang="en-US" sz="1400" dirty="0">
                <a:solidFill>
                  <a:schemeClr val="tx1"/>
                </a:solidFill>
              </a:rPr>
              <a:t>Wet a scrap of paper with blue and practice lifting clouds. Timing matters: the paint has to still be wet.</a:t>
            </a:r>
            <a:endParaRPr lang="en-US" sz="1400" dirty="0"/>
          </a:p>
        </p:txBody>
      </p:sp>
      <p:sp>
        <p:nvSpPr>
          <p:cNvPr id="8" name="Shape 6"/>
          <p:cNvSpPr/>
          <p:nvPr/>
        </p:nvSpPr>
        <p:spPr>
          <a:xfrm>
            <a:off x="4315968" y="1188720"/>
            <a:ext cx="3611880" cy="1874520"/>
          </a:xfrm>
          <a:prstGeom prst="roundRect">
            <a:avLst>
              <a:gd name="adj" fmla="val 3902"/>
            </a:avLst>
          </a:prstGeom>
          <a:solidFill>
            <a:srgbClr val="FFFFFF"/>
          </a:solidFill>
          <a:ln/>
          <a:effectLst>
            <a:outerShdw sx="100000" sy="100000" kx="0" ky="0" algn="bl" rotWithShape="0" blurRad="76200" dist="25400" dir="5400000">
              <a:srgbClr val="000000">
                <a:alpha val="12000"/>
              </a:srgbClr>
            </a:outerShdw>
          </a:effectLst>
        </p:spPr>
      </p:sp>
      <p:sp>
        <p:nvSpPr>
          <p:cNvPr id="9" name="Shape 7"/>
          <p:cNvSpPr/>
          <p:nvPr/>
        </p:nvSpPr>
        <p:spPr>
          <a:xfrm>
            <a:off x="4498848" y="1371600"/>
            <a:ext cx="402336" cy="402336"/>
          </a:xfrm>
          <a:prstGeom prst="ellipse">
            <a:avLst/>
          </a:prstGeom>
          <a:solidFill>
            <a:srgbClr val="2E3A4F"/>
          </a:solidFill>
          <a:ln/>
        </p:spPr>
      </p:sp>
      <p:sp>
        <p:nvSpPr>
          <p:cNvPr id="10" name="Text 8"/>
          <p:cNvSpPr txBox="1"/>
          <p:nvPr/>
        </p:nvSpPr>
        <p:spPr>
          <a:xfrm>
            <a:off x="4498848" y="1371600"/>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5029200" y="1371600"/>
            <a:ext cx="2743200" cy="402336"/>
          </a:xfrm>
          <a:prstGeom prst="rect">
            <a:avLst/>
          </a:prstGeom>
          <a:noFill/>
          <a:ln/>
        </p:spPr>
        <p:txBody>
          <a:bodyPr wrap="square" lIns="0" tIns="0" rIns="0" bIns="0" rtlCol="0" anchor="ctr"/>
          <a:lstStyle/>
          <a:p>
            <a:pPr indent="0" marL="0">
              <a:buNone/>
            </a:pPr>
            <a:r>
              <a:rPr lang="en-US" sz="1600" b="1" dirty="0">
                <a:solidFill>
                  <a:schemeClr val="tx2"/>
                </a:solidFill>
              </a:rPr>
              <a:t>Wait when it says wait</a:t>
            </a:r>
            <a:endParaRPr lang="en-US" sz="1600" dirty="0"/>
          </a:p>
        </p:txBody>
      </p:sp>
      <p:sp>
        <p:nvSpPr>
          <p:cNvPr id="12" name="Text 10"/>
          <p:cNvSpPr txBox="1"/>
          <p:nvPr/>
        </p:nvSpPr>
        <p:spPr>
          <a:xfrm>
            <a:off x="4498848" y="1965960"/>
            <a:ext cx="3246120" cy="960120"/>
          </a:xfrm>
          <a:prstGeom prst="rect">
            <a:avLst/>
          </a:prstGeom>
          <a:noFill/>
          <a:ln/>
        </p:spPr>
        <p:txBody>
          <a:bodyPr wrap="square" lIns="0" tIns="0" rIns="0" bIns="0" rtlCol="0" anchor="t"/>
          <a:lstStyle/>
          <a:p>
            <a:pPr indent="0" marL="0">
              <a:buNone/>
            </a:pPr>
            <a:r>
              <a:rPr lang="en-US" sz="1400" dirty="0">
                <a:solidFill>
                  <a:schemeClr val="tx1"/>
                </a:solidFill>
              </a:rPr>
              <a:t>The artist writes “Let it dry..” twice. Both times it protects crisp edges for the next layer.</a:t>
            </a:r>
            <a:endParaRPr lang="en-US" sz="1400" dirty="0"/>
          </a:p>
        </p:txBody>
      </p:sp>
      <p:sp>
        <p:nvSpPr>
          <p:cNvPr id="13" name="Shape 11"/>
          <p:cNvSpPr/>
          <p:nvPr/>
        </p:nvSpPr>
        <p:spPr>
          <a:xfrm>
            <a:off x="8083296" y="1188720"/>
            <a:ext cx="3611880" cy="1874520"/>
          </a:xfrm>
          <a:prstGeom prst="roundRect">
            <a:avLst>
              <a:gd name="adj" fmla="val 3902"/>
            </a:avLst>
          </a:prstGeom>
          <a:solidFill>
            <a:srgbClr val="FFFFFF"/>
          </a:solidFill>
          <a:ln/>
          <a:effectLst>
            <a:outerShdw sx="100000" sy="100000" kx="0" ky="0" algn="bl" rotWithShape="0" blurRad="76200" dist="25400" dir="5400000">
              <a:srgbClr val="000000">
                <a:alpha val="12000"/>
              </a:srgbClr>
            </a:outerShdw>
          </a:effectLst>
        </p:spPr>
      </p:sp>
      <p:sp>
        <p:nvSpPr>
          <p:cNvPr id="14" name="Shape 12"/>
          <p:cNvSpPr/>
          <p:nvPr/>
        </p:nvSpPr>
        <p:spPr>
          <a:xfrm>
            <a:off x="8266176" y="1371600"/>
            <a:ext cx="402336" cy="402336"/>
          </a:xfrm>
          <a:prstGeom prst="ellipse">
            <a:avLst/>
          </a:prstGeom>
          <a:solidFill>
            <a:srgbClr val="0B6A99"/>
          </a:solidFill>
          <a:ln/>
        </p:spPr>
      </p:sp>
      <p:sp>
        <p:nvSpPr>
          <p:cNvPr id="15" name="Text 13"/>
          <p:cNvSpPr txBox="1"/>
          <p:nvPr/>
        </p:nvSpPr>
        <p:spPr>
          <a:xfrm>
            <a:off x="8266176" y="1371600"/>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8796528" y="1371600"/>
            <a:ext cx="2743200" cy="402336"/>
          </a:xfrm>
          <a:prstGeom prst="rect">
            <a:avLst/>
          </a:prstGeom>
          <a:noFill/>
          <a:ln/>
        </p:spPr>
        <p:txBody>
          <a:bodyPr wrap="square" lIns="0" tIns="0" rIns="0" bIns="0" rtlCol="0" anchor="ctr"/>
          <a:lstStyle/>
          <a:p>
            <a:pPr indent="0" marL="0">
              <a:buNone/>
            </a:pPr>
            <a:r>
              <a:rPr lang="en-US" sz="1600" b="1" dirty="0">
                <a:solidFill>
                  <a:schemeClr val="tx2"/>
                </a:solidFill>
              </a:rPr>
              <a:t>Keep your brush light</a:t>
            </a:r>
            <a:endParaRPr lang="en-US" sz="1600" dirty="0"/>
          </a:p>
        </p:txBody>
      </p:sp>
      <p:sp>
        <p:nvSpPr>
          <p:cNvPr id="17" name="Text 15"/>
          <p:cNvSpPr txBox="1"/>
          <p:nvPr/>
        </p:nvSpPr>
        <p:spPr>
          <a:xfrm>
            <a:off x="8266176" y="1965960"/>
            <a:ext cx="3246120" cy="960120"/>
          </a:xfrm>
          <a:prstGeom prst="rect">
            <a:avLst/>
          </a:prstGeom>
          <a:noFill/>
          <a:ln/>
        </p:spPr>
        <p:txBody>
          <a:bodyPr wrap="square" lIns="0" tIns="0" rIns="0" bIns="0" rtlCol="0" anchor="t"/>
          <a:lstStyle/>
          <a:p>
            <a:pPr indent="0" marL="0">
              <a:buNone/>
            </a:pPr>
            <a:r>
              <a:rPr lang="en-US" sz="1400" dirty="0">
                <a:solidFill>
                  <a:schemeClr val="tx1"/>
                </a:solidFill>
              </a:rPr>
              <a:t>Light pressure skips across the paper's grain and leaves the white flecks that read as waves.</a:t>
            </a:r>
            <a:endParaRPr lang="en-US" sz="1400" dirty="0"/>
          </a:p>
        </p:txBody>
      </p:sp>
      <p:sp>
        <p:nvSpPr>
          <p:cNvPr id="18" name="Shape 16"/>
          <p:cNvSpPr/>
          <p:nvPr/>
        </p:nvSpPr>
        <p:spPr>
          <a:xfrm>
            <a:off x="548640" y="3246120"/>
            <a:ext cx="3611880" cy="1874520"/>
          </a:xfrm>
          <a:prstGeom prst="roundRect">
            <a:avLst>
              <a:gd name="adj" fmla="val 3902"/>
            </a:avLst>
          </a:prstGeom>
          <a:solidFill>
            <a:srgbClr val="FFFFFF"/>
          </a:solidFill>
          <a:ln/>
          <a:effectLst>
            <a:outerShdw sx="100000" sy="100000" kx="0" ky="0" algn="bl" rotWithShape="0" blurRad="76200" dist="25400" dir="5400000">
              <a:srgbClr val="000000">
                <a:alpha val="12000"/>
              </a:srgbClr>
            </a:outerShdw>
          </a:effectLst>
        </p:spPr>
      </p:sp>
      <p:sp>
        <p:nvSpPr>
          <p:cNvPr id="19" name="Shape 17"/>
          <p:cNvSpPr/>
          <p:nvPr/>
        </p:nvSpPr>
        <p:spPr>
          <a:xfrm>
            <a:off x="731520" y="3429000"/>
            <a:ext cx="402336" cy="402336"/>
          </a:xfrm>
          <a:prstGeom prst="ellipse">
            <a:avLst/>
          </a:prstGeom>
          <a:solidFill>
            <a:srgbClr val="4A6A7E"/>
          </a:solidFill>
          <a:ln/>
        </p:spPr>
      </p:sp>
      <p:sp>
        <p:nvSpPr>
          <p:cNvPr id="20" name="Text 18"/>
          <p:cNvSpPr txBox="1"/>
          <p:nvPr/>
        </p:nvSpPr>
        <p:spPr>
          <a:xfrm>
            <a:off x="731520" y="3429000"/>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1261872" y="3429000"/>
            <a:ext cx="2743200" cy="402336"/>
          </a:xfrm>
          <a:prstGeom prst="rect">
            <a:avLst/>
          </a:prstGeom>
          <a:noFill/>
          <a:ln/>
        </p:spPr>
        <p:txBody>
          <a:bodyPr wrap="square" lIns="0" tIns="0" rIns="0" bIns="0" rtlCol="0" anchor="ctr"/>
          <a:lstStyle/>
          <a:p>
            <a:pPr indent="0" marL="0">
              <a:buNone/>
            </a:pPr>
            <a:r>
              <a:rPr lang="en-US" sz="1600" b="1" dirty="0">
                <a:solidFill>
                  <a:schemeClr val="tx2"/>
                </a:solidFill>
              </a:rPr>
              <a:t>Keep the horizon level</a:t>
            </a:r>
            <a:endParaRPr lang="en-US" sz="1600" dirty="0"/>
          </a:p>
        </p:txBody>
      </p:sp>
      <p:sp>
        <p:nvSpPr>
          <p:cNvPr id="22" name="Text 20"/>
          <p:cNvSpPr txBox="1"/>
          <p:nvPr/>
        </p:nvSpPr>
        <p:spPr>
          <a:xfrm>
            <a:off x="731520" y="4023360"/>
            <a:ext cx="3246120" cy="960120"/>
          </a:xfrm>
          <a:prstGeom prst="rect">
            <a:avLst/>
          </a:prstGeom>
          <a:noFill/>
          <a:ln/>
        </p:spPr>
        <p:txBody>
          <a:bodyPr wrap="square" lIns="0" tIns="0" rIns="0" bIns="0" rtlCol="0" anchor="t"/>
          <a:lstStyle/>
          <a:p>
            <a:pPr indent="0" marL="0">
              <a:buNone/>
            </a:pPr>
            <a:r>
              <a:rPr lang="en-US" sz="1400" dirty="0">
                <a:solidFill>
                  <a:schemeClr val="tx1"/>
                </a:solidFill>
              </a:rPr>
              <a:t>A tilted horizon makes the whole sea look like it is sliding. Check it with the tape edge as your guide.</a:t>
            </a:r>
            <a:endParaRPr lang="en-US" sz="1400" dirty="0"/>
          </a:p>
        </p:txBody>
      </p:sp>
      <p:sp>
        <p:nvSpPr>
          <p:cNvPr id="23" name="Shape 21"/>
          <p:cNvSpPr/>
          <p:nvPr/>
        </p:nvSpPr>
        <p:spPr>
          <a:xfrm>
            <a:off x="4315968" y="3246120"/>
            <a:ext cx="3611880" cy="1874520"/>
          </a:xfrm>
          <a:prstGeom prst="roundRect">
            <a:avLst>
              <a:gd name="adj" fmla="val 3902"/>
            </a:avLst>
          </a:prstGeom>
          <a:solidFill>
            <a:srgbClr val="FFFFFF"/>
          </a:solidFill>
          <a:ln/>
          <a:effectLst>
            <a:outerShdw sx="100000" sy="100000" kx="0" ky="0" algn="bl" rotWithShape="0" blurRad="76200" dist="25400" dir="5400000">
              <a:srgbClr val="000000">
                <a:alpha val="12000"/>
              </a:srgbClr>
            </a:outerShdw>
          </a:effectLst>
        </p:spPr>
      </p:sp>
      <p:sp>
        <p:nvSpPr>
          <p:cNvPr id="24" name="Shape 22"/>
          <p:cNvSpPr/>
          <p:nvPr/>
        </p:nvSpPr>
        <p:spPr>
          <a:xfrm>
            <a:off x="4498848" y="3429000"/>
            <a:ext cx="402336" cy="402336"/>
          </a:xfrm>
          <a:prstGeom prst="ellipse">
            <a:avLst/>
          </a:prstGeom>
          <a:solidFill>
            <a:srgbClr val="8F5E12"/>
          </a:solidFill>
          <a:ln/>
        </p:spPr>
      </p:sp>
      <p:sp>
        <p:nvSpPr>
          <p:cNvPr id="25" name="Text 23"/>
          <p:cNvSpPr txBox="1"/>
          <p:nvPr/>
        </p:nvSpPr>
        <p:spPr>
          <a:xfrm>
            <a:off x="4498848" y="3429000"/>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4"/>
          <p:cNvSpPr txBox="1"/>
          <p:nvPr/>
        </p:nvSpPr>
        <p:spPr>
          <a:xfrm>
            <a:off x="5029200" y="3429000"/>
            <a:ext cx="2743200" cy="402336"/>
          </a:xfrm>
          <a:prstGeom prst="rect">
            <a:avLst/>
          </a:prstGeom>
          <a:noFill/>
          <a:ln/>
        </p:spPr>
        <p:txBody>
          <a:bodyPr wrap="square" lIns="0" tIns="0" rIns="0" bIns="0" rtlCol="0" anchor="ctr"/>
          <a:lstStyle/>
          <a:p>
            <a:pPr indent="0" marL="0">
              <a:buNone/>
            </a:pPr>
            <a:r>
              <a:rPr lang="en-US" sz="1600" b="1" dirty="0">
                <a:solidFill>
                  <a:schemeClr val="tx2"/>
                </a:solidFill>
              </a:rPr>
              <a:t>Don't over-layer</a:t>
            </a:r>
            <a:endParaRPr lang="en-US" sz="1600" dirty="0"/>
          </a:p>
        </p:txBody>
      </p:sp>
      <p:sp>
        <p:nvSpPr>
          <p:cNvPr id="27" name="Text 25"/>
          <p:cNvSpPr txBox="1"/>
          <p:nvPr/>
        </p:nvSpPr>
        <p:spPr>
          <a:xfrm>
            <a:off x="4498848" y="4023360"/>
            <a:ext cx="3246120" cy="960120"/>
          </a:xfrm>
          <a:prstGeom prst="rect">
            <a:avLst/>
          </a:prstGeom>
          <a:noFill/>
          <a:ln/>
        </p:spPr>
        <p:txBody>
          <a:bodyPr wrap="square" lIns="0" tIns="0" rIns="0" bIns="0" rtlCol="0" anchor="t"/>
          <a:lstStyle/>
          <a:p>
            <a:pPr indent="0" marL="0">
              <a:buNone/>
            </a:pPr>
            <a:r>
              <a:rPr lang="en-US" sz="1400" dirty="0">
                <a:solidFill>
                  <a:schemeClr val="tx1"/>
                </a:solidFill>
              </a:rPr>
              <a:t>The artist admits the extra layer “probably wasn't needed.” Stop when the painting looks balanced.</a:t>
            </a:r>
            <a:endParaRPr lang="en-US" sz="1400" dirty="0"/>
          </a:p>
        </p:txBody>
      </p:sp>
      <p:sp>
        <p:nvSpPr>
          <p:cNvPr id="28" name="Shape 26"/>
          <p:cNvSpPr/>
          <p:nvPr/>
        </p:nvSpPr>
        <p:spPr>
          <a:xfrm>
            <a:off x="8083296" y="3246120"/>
            <a:ext cx="3611880" cy="1874520"/>
          </a:xfrm>
          <a:prstGeom prst="roundRect">
            <a:avLst>
              <a:gd name="adj" fmla="val 3902"/>
            </a:avLst>
          </a:prstGeom>
          <a:solidFill>
            <a:srgbClr val="FFFFFF"/>
          </a:solidFill>
          <a:ln/>
          <a:effectLst>
            <a:outerShdw sx="100000" sy="100000" kx="0" ky="0" algn="bl" rotWithShape="0" blurRad="76200" dist="25400" dir="5400000">
              <a:srgbClr val="000000">
                <a:alpha val="12000"/>
              </a:srgbClr>
            </a:outerShdw>
          </a:effectLst>
        </p:spPr>
      </p:sp>
      <p:sp>
        <p:nvSpPr>
          <p:cNvPr id="29" name="Shape 27"/>
          <p:cNvSpPr/>
          <p:nvPr/>
        </p:nvSpPr>
        <p:spPr>
          <a:xfrm>
            <a:off x="8266176" y="3429000"/>
            <a:ext cx="402336" cy="402336"/>
          </a:xfrm>
          <a:prstGeom prst="ellipse">
            <a:avLst/>
          </a:prstGeom>
          <a:solidFill>
            <a:srgbClr val="1B4D3E"/>
          </a:solidFill>
          <a:ln/>
        </p:spPr>
      </p:sp>
      <p:sp>
        <p:nvSpPr>
          <p:cNvPr id="30" name="Text 28"/>
          <p:cNvSpPr txBox="1"/>
          <p:nvPr/>
        </p:nvSpPr>
        <p:spPr>
          <a:xfrm>
            <a:off x="8266176" y="3429000"/>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1" name="Text 29"/>
          <p:cNvSpPr txBox="1"/>
          <p:nvPr/>
        </p:nvSpPr>
        <p:spPr>
          <a:xfrm>
            <a:off x="8796528" y="3429000"/>
            <a:ext cx="2743200" cy="402336"/>
          </a:xfrm>
          <a:prstGeom prst="rect">
            <a:avLst/>
          </a:prstGeom>
          <a:noFill/>
          <a:ln/>
        </p:spPr>
        <p:txBody>
          <a:bodyPr wrap="square" lIns="0" tIns="0" rIns="0" bIns="0" rtlCol="0" anchor="ctr"/>
          <a:lstStyle/>
          <a:p>
            <a:pPr indent="0" marL="0">
              <a:buNone/>
            </a:pPr>
            <a:r>
              <a:rPr lang="en-US" sz="1600" b="1" dirty="0">
                <a:solidFill>
                  <a:schemeClr val="tx2"/>
                </a:solidFill>
              </a:rPr>
              <a:t>Aim for the feel, not a copy</a:t>
            </a:r>
            <a:endParaRPr lang="en-US" sz="1600" dirty="0"/>
          </a:p>
        </p:txBody>
      </p:sp>
      <p:sp>
        <p:nvSpPr>
          <p:cNvPr id="32" name="Text 30"/>
          <p:cNvSpPr txBox="1"/>
          <p:nvPr/>
        </p:nvSpPr>
        <p:spPr>
          <a:xfrm>
            <a:off x="8266176" y="4023360"/>
            <a:ext cx="3246120" cy="960120"/>
          </a:xfrm>
          <a:prstGeom prst="rect">
            <a:avLst/>
          </a:prstGeom>
          <a:noFill/>
          <a:ln/>
        </p:spPr>
        <p:txBody>
          <a:bodyPr wrap="square" lIns="0" tIns="0" rIns="0" bIns="0" rtlCol="0" anchor="t"/>
          <a:lstStyle/>
          <a:p>
            <a:pPr indent="0" marL="0">
              <a:buNone/>
            </a:pPr>
            <a:r>
              <a:rPr lang="en-US" sz="1400" dirty="0">
                <a:solidFill>
                  <a:schemeClr val="tx1"/>
                </a:solidFill>
              </a:rPr>
              <a:t>Your clouds, waves and birds will not match the reel exactly, and they don't need to.</a:t>
            </a:r>
            <a:endParaRPr lang="en-US" sz="1400" dirty="0"/>
          </a:p>
        </p:txBody>
      </p:sp>
      <p:sp>
        <p:nvSpPr>
          <p:cNvPr id="33" name="Text 31"/>
          <p:cNvSpPr txBox="1"/>
          <p:nvPr/>
        </p:nvSpPr>
        <p:spPr>
          <a:xfrm>
            <a:off x="548640" y="5532120"/>
            <a:ext cx="10058400" cy="274320"/>
          </a:xfrm>
          <a:prstGeom prst="rect">
            <a:avLst/>
          </a:prstGeom>
          <a:noFill/>
          <a:ln/>
        </p:spPr>
        <p:txBody>
          <a:bodyPr wrap="square" lIns="0" tIns="0" rIns="0" bIns="0" rtlCol="0" anchor="ctr"/>
          <a:lstStyle/>
          <a:p>
            <a:pPr indent="0" marL="0">
              <a:buNone/>
            </a:pPr>
            <a:r>
              <a:rPr lang="en-US" sz="1100" dirty="0">
                <a:solidFill>
                  <a:srgbClr val="4A5058"/>
                </a:solidFill>
              </a:rPr>
              <a:t>Tips draw on the reel's captions plus general watercolor practice.</a:t>
            </a:r>
            <a:endParaRPr lang="en-US" sz="1100" dirty="0"/>
          </a:p>
        </p:txBody>
      </p:sp>
      <p:sp>
        <p:nvSpPr>
          <p:cNvPr id="25" name="Slide Number Placeholder 0"/>
          <p:cNvSpPr>
            <a:spLocks noGrp="1"/>
          </p:cNvSpPr>
          <p:nvPr>
            <p:ph type="sldNum" sz="quarter" idx="4294967295"/>
          </p:nvPr>
        </p:nvSpPr>
        <p:spPr>
          <a:xfrm>
            <a:off x="11155680" y="6510528"/>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D7072"/>
                </a:solidFill>
              </a:defRPr>
            </a:lvl1pPr>
          </a:lstStyle>
          <a:p>
            <a:pPr algn="r"/>
            <a:fld id="{F7021451-1387-4CA6-816F-3879F97B5CBC}" type="slidenum">
              <a:rPr b="0" lang="en-US"/>
              <a:t>66</a:t>
            </a:fld>
            <a:endParaRPr lang="en-US"/>
          </a:p>
        </p:txBody>
      </p:sp>
    </p:spTree>
  </p:cSld>
  <p:clrMapOvr>
    <a:masterClrMapping/>
  </p:clrMapOvr>
</p:sld>
</file>

<file path=ppt/theme/theme1.xml><?xml version="1.0" encoding="utf-8"?>
<a:theme xmlns:a="http://schemas.openxmlformats.org/drawingml/2006/main" name="Seascape Guide">
  <a:themeElements>
    <a:clrScheme name="Seascape Guide">
      <a:dk1>
        <a:srgbClr val="222222"/>
      </a:dk1>
      <a:lt1>
        <a:srgbClr val="FFFFFF"/>
      </a:lt1>
      <a:dk2>
        <a:srgbClr val="12324A"/>
      </a:dk2>
      <a:lt2>
        <a:srgbClr val="EEF3F6"/>
      </a:lt2>
      <a:accent1>
        <a:srgbClr val="1F6A8F"/>
      </a:accent1>
      <a:accent2>
        <a:srgbClr val="67A6CC"/>
      </a:accent2>
      <a:accent3>
        <a:srgbClr val="D7B47C"/>
      </a:accent3>
      <a:accent4>
        <a:srgbClr val="344556"/>
      </a:accent4>
      <a:accent5>
        <a:srgbClr val="5E95AE"/>
      </a:accent5>
      <a:accent6>
        <a:srgbClr val="6D7072"/>
      </a:accent6>
      <a:hlink>
        <a:srgbClr val="1F6A8F"/>
      </a:hlink>
      <a:folHlink>
        <a:srgbClr val="6D7072"/>
      </a:folHlink>
    </a:clrScheme>
    <a:fontScheme name="Seascape Guid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Watercolor Seascape: Step-by-Step Guide</dc:title>
  <dc:subject>PptxGenJS Presentation</dc:subject>
  <dc:creator>Study guide</dc:creator>
  <cp:lastModifiedBy>Study guide</cp:lastModifiedBy>
  <cp:revision>1</cp:revision>
  <dcterms:created xsi:type="dcterms:W3CDTF">2026-10-10T22:27:23Z</dcterms:created>
  <dcterms:modified xsi:type="dcterms:W3CDTF">2026-10-10T22:27:23Z</dcterms:modified>
</cp:coreProperties>
</file>