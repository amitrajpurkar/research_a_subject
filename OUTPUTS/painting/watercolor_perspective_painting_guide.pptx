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Lst>
  <p:notesMasterIdLst>
    <p:notesMasterId r:id="rId42"/>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Introduction" id="{973e4bfb-880f-250d-24dc-5ef962fcae8a}">
          <p14:sldIdLst>
            <p14:sldId id="256"/>
            <p14:sldId id="257"/>
            <p14:sldId id="258"/>
            <p14:sldId id="259"/>
            <p14:sldId id="260"/>
          </p14:sldIdLst>
        </p14:section>
        <p14:section name="Pencil drawing" id="{b0c17379-4599-92ac-7d89-7680ea892caa}">
          <p14:sldIdLst>
            <p14:sldId id="261"/>
            <p14:sldId id="262"/>
            <p14:sldId id="263"/>
          </p14:sldIdLst>
        </p14:section>
        <p14:section name="Sky" id="{3b5ca08e-d98c-7be7-cf13-103fce5effad}">
          <p14:sldIdLst>
            <p14:sldId id="264"/>
            <p14:sldId id="265"/>
            <p14:sldId id="266"/>
            <p14:sldId id="267"/>
          </p14:sldIdLst>
        </p14:section>
        <p14:section name="Distant trees" id="{978225eb-b0ef-286d-072c-8e807949a73f}">
          <p14:sldIdLst>
            <p14:sldId id="268"/>
            <p14:sldId id="269"/>
            <p14:sldId id="270"/>
            <p14:sldId id="271"/>
            <p14:sldId id="272"/>
          </p14:sldIdLst>
        </p14:section>
        <p14:section name="Meadow" id="{3e928a8a-6beb-3727-582a-72e04a64d822}">
          <p14:sldIdLst>
            <p14:sldId id="273"/>
            <p14:sldId id="274"/>
          </p14:sldIdLst>
        </p14:section>
        <p14:section name="Flower beds" id="{b5329550-8f90-19a6-f3fe-d3f53dc3395c}">
          <p14:sldIdLst>
            <p14:sldId id="275"/>
            <p14:sldId id="276"/>
            <p14:sldId id="277"/>
            <p14:sldId id="278"/>
            <p14:sldId id="279"/>
            <p14:sldId id="280"/>
            <p14:sldId id="281"/>
          </p14:sldIdLst>
        </p14:section>
        <p14:section name="Tree trunks" id="{726bcfd3-3925-85f1-ae04-a8ac47d61213}">
          <p14:sldIdLst>
            <p14:sldId id="282"/>
            <p14:sldId id="283"/>
            <p14:sldId id="284"/>
            <p14:sldId id="285"/>
          </p14:sldIdLst>
        </p14:section>
        <p14:section name="Road" id="{0e634bd4-0f87-99ea-fc91-c442842bf214}">
          <p14:sldIdLst>
            <p14:sldId id="286"/>
            <p14:sldId id="287"/>
          </p14:sldIdLst>
        </p14:section>
        <p14:section name="Autumn leaves" id="{f0fb564a-81a6-81ae-f74f-31418aa05989}">
          <p14:sldIdLst>
            <p14:sldId id="288"/>
            <p14:sldId id="289"/>
            <p14:sldId id="290"/>
            <p14:sldId id="291"/>
            <p14:sldId id="292"/>
          </p14:sldIdLst>
        </p14:section>
        <p14:section name="Finished painting" id="{b2d5cfcb-c9ca-cb36-0578-6e9d4130a89c}">
          <p14:sldIdLst>
            <p14:sldId id="293"/>
            <p14:sldId id="294"/>
          </p14:sldIdLst>
        </p14:section>
        <p14:section name="Wrap-up" id="{c4eb9984-253d-3c52-0157-9f2e629da0ec}">
          <p14:sldIdLst>
            <p14:sldId id="295"/>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notesMaster" Target="notesMasters/notesMaster1.xml"/><Relationship Id="rId43" Type="http://schemas.openxmlformats.org/officeDocument/2006/relationships/presProps" Target="presProps.xml"/><Relationship Id="rId44" Type="http://schemas.openxmlformats.org/officeDocument/2006/relationships/viewProps" Target="viewProps.xml"/><Relationship Id="rId45" Type="http://schemas.openxmlformats.org/officeDocument/2006/relationships/theme" Target="theme/theme1.xml"/><Relationship Id="rId46"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Title slide. Final painting shown on the right (screenshot IMG_4457.PNG).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Overview of the finished painting (screenshot IMG_4456.PNG). The reference photo is cropped from the corner of the first screenshots.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Roadmap of the nine stages and which steps belong to each. Thumbnails are from the screenshot that ends each stage.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Tools are identified by eye from the screenshots; the reel does not name brands or sizes.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Palette sampled from the painted areas of the screenshots (median of paint pixels in each region). Pigment suggestions are the author's, not from the reel.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1 of 34. Source screenshot: IMG_4424.PNG. Stage: Pencil drawing.
What to do: Lightly draw a horizontal horizon line about 60% of the way down the page. Mark one vanishing point on it. Draw two long crossing diagonals through that point, plus a fan of straight lines down to the bottom edge. Start the bumpy treeline (small scallops) along the right-hand diagonal.
Watch for: Press very lightly. The small A, B and C letters in the margins are the artist's own guide marks; you don't need to copy them.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2 of 34. Source screenshot: IMG_4425.PNG. Stage: Pencil drawing.
What to do: Draw the same scalloped treeline along the left diagonal so both sides match. Keep the bumps small near the vanishing point and larger toward the edges. Extend the right treeline out to the paper's edge and begin the first vertical trunk line.
Watch for: Big shapes in front, small shapes far away: that is what makes the scene look deep.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3 of 34. Source screenshot: IMG_4426.PNG. Stage: Pencil drawing.
What to do: Draw tall, thin trunks on both sides, each splitting into a few forked twigs near the top. Add shorter, thinner trunks in between, standing along the treeline.
Watch for: Trunks shrink toward the vanishing point, so the row of trees seems to recede.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4 of 34. Source screenshot: IMG_4427.PNG. Stage: Sky.
What to do: Finish the drawing: the faint ladder-like marks down the middle of the road become the dashed center line. Load a round brush with sky blue and touch it to the top edge of the paper.
Watch for: Start high on the page and keep your strokes loose. The sky does not need to be even.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5 of 34. Source screenshot: IMG_4428.PNG. Stage: Sky.
What to do: Pull the blue sideways into soft, streaky patches along the top of the sky. Leave gaps of bare white paper between the patches.
Watch for: The white gaps become your clouds, so don't fill them 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6 of 34. Source screenshot: IMG_4429.PNG. Stage: Sky.
What to do: Switch to a soft, dark-bristled brush and dab (don't stroke) a blue patch below the top band. Keep the edges uneven and leave white around each patch.
Watch for: Dabbing with the tip leaves a soft, speckled edge that looks like cloud.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7 of 34. Source screenshot: IMG_4430.PNG. Stage: Sky.
What to do: Add one or two more dabbed patches and blend their edges into the white. Let the blue fade out gradually toward the horizon.
Watch for: Deeper blue at the top, paler near the horizon. Stop before the sky gets busy.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8 of 34. Source screenshot: IMG_4431.PNG. Stage: Distant trees.
What to do: Switch to olive green and fill the triangle above the right-hand scalloped line, following its edge. Dab so the green looks mottled, not flat.
Watch for: Uneven, speckled paint reads as leaves. Don't smooth it out.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9 of 34. Source screenshot: IMG_4432.PNG. Stage: Distant trees.
What to do: Build the green up toward the horizon so the mass looks fuller. At the base, beside the vanishing point, start a band of blue-green.
Watch for: A cooler, bluer color at the base makes the trees look farther away.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10 of 34. Source screenshot: IMG_4433.PNG. Stage: Distant trees.
What to do: Continue the blue-green band along the base of the right treeline, all the way to the vanishing point. Let it blend slightly into the green above.
Watch for: Follow the scalloped pencil line so the haze keeps its bumpy edge.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11 of 34. Source screenshot: IMG_4434.PNG. Stage: Distant trees.
What to do: Dab dark green clumps on the left, mirroring the right-hand trees. Add the blue-green strip at the base, running from the vanishing point toward the left.
Watch for: Work in small clumps and leave the bumpy outline visible.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12 of 34. Source screenshot: IMG_4435.PNG. Stage: Distant trees.
What to do: Fill the left treeline so it balances the right one, using some darker and some lighter patches. Switch to bright yellow-green and paint a strip just under the horizon on the right.
Watch for: Varied tones keep the trees from looking flat.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13 of 34. Source screenshot: IMG_4436.PNG. Stage: Meadow.
What to do: Paint the wedge between the horizon and the outer pencil line on the right in yellow-green. Leave the narrow strip next to the road and the road itself unpainted.
Watch for: The narrow strips beside the road stay white for now: they are for the flowers.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14 of 34. Source screenshot: IMG_4437.PNG. Stage: Meadow.
What to do: Paint the left meadow wedge in yellow-green, matching the right. Add darker green along the bottom and outer edge of both meadows and blend it upward into the lighter green.
Watch for: Light in the distance, dark up close: this deepens the sense of space.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15 of 34. Source screenshot: IMG_4438.PNG. Stage: Flower beds.
What to do: Load a small round brush with red and dab spots along the right flower-bed strip. Keep the dabs random and uneven in size.
Watch for: Don't paint individual flowers. Loose dabs read as a bed of blooms.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16 of 34. Source screenshot: IMG_4439.PNG. Stage: Flower beds.
What to do: Continue the red dabs up the right strip toward the vanishing point, smaller and paler as you go. Start dabbing red on the left strip, near the bottom.
Watch for: Larger, stronger dabs near the bottom edge (close); small, pale dabs far away.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17 of 34. Source screenshot: IMG_4440.PNG. Stage: Flower beds.
What to do: Work up the left strip with the same loose dabs. Match the size and spacing to the right bed so both sides feel balanced.
Watch for: Leave gaps between the dabs. Orange and yellow fill them next.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18 of 34. Source screenshot: IMG_4441.PNG. Stage: Flower beds.
What to do: Switch to orange, then yellow-orange, and dab between and over the red spots. Let the colors overlap so they mix on the paper.
Watch for: Overlapping, see-through dabs create a warm, glowing mass of flowers.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19 of 34. Source screenshot: IMG_4442.PNG. Stage: Flower beds.
What to do: Pick up dark green and dab small leaf shapes among the flowers, starting at the bottom of the right bed. Keep plenty of orange showing.
Watch for: Go easy with the dark green at first. It is easy to add more and hard to take away.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20 of 34. Source screenshot: IMG_4443.PNG. Stage: Flower beds.
What to do: Continue the green dabs up the right bed. Move to the left bed and repeat, keeping the pattern random.
Watch for: Vary the size of the dabs. Even spacing looks mechanical.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21 of 34. Source screenshot: IMG_4444.PNG. Stage: Flower beds.
What to do: Add dark green along the outer and bottom edges of each bed to define its shape. Check that both beds look balanced: flowers in the middle, leaf-green around them.
Watch for: A short brown stroke for the first tree trunk appears at the right here. That is the next step.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22 of 34. Source screenshot: IMG_4445.PNG. Stage: Tree trunks.
What to do: With brown on a thin round brush, pull a line up from the meadow edge on the right. Trace the pencil trunk and let the line thin out as you go up.
Watch for: Real trunks are not ruler-straight. A slightly wavy line looks natural.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23 of 34. Source screenshot: IMG_4446.PNG. Stage: Tree trunks.
What to do: Carry the trunk up to the top edge of the paper. Near the top, start thin, forking twigs using just the tip of the brush.
Watch for: Branches split into smaller and smaller twigs. A lighter touch makes a thinner line.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24 of 34. Source screenshot: IMG_4447.PNG. Stage: Tree trunks.
What to do: Add forked side branches along the main trunk. Paint a shorter second trunk to its left, with its own thin twigs.
Watch for: The shorter trunk stands farther back, so keep it thinner.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25 of 34. Source screenshot: IMG_4448.PNG. Stage: Tree trunks.
What to do: Switch to a thin, long-bristled liner brush for the rest of the trunks and twigs. Work across the left side and the middle, tracing your pencil trunks.
Watch for: Trees near the vanishing point are small and thin. Keep the brush light.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26 of 34. Source screenshot: IMG_4449.PNG. Stage: Road.
What to do: Load a brush with dark gray and begin the road at the vanishing point. Paint around the pencil center-line marks so they stay white.
Watch for: Those unpainted rungs become the white dashed line, so avoid covering them.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27 of 34. Source screenshot: IMG_4450.PNG. Stage: Road.
What to do: Work down toward the bottom edge, filling both sides of the center line. Keep the road a little lighter in the distance and slightly darker at the bottom. Let the bottom edge go a bit ragged, as it does in the reel.
Watch for: Leave the white dashes untouched. They shrink toward the vanishing point.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28 of 34. Source screenshot: IMG_4451.PNG. Stage: Autumn leaves.
What to do: Pick up bright yellow and dab leaf clusters at the tips of the tall right-hand tree's branches. Use small, irregular shapes, not perfect leaves.
Watch for: Start with the lightest color. Orange and dark tones go on top.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29 of 34. Source screenshot: IMG_4452.PNG. Stage: Autumn leaves.
What to do: Dab orange onto the clusters, partly overlapping the yellow. Leave some of the yellow showing.
Watch for: Overlaps give the foliage a glowing, layered look.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30 of 34. Source screenshot: IMG_4453.PNG. Stage: Autumn leaves.
What to do: Keep adding orange and yellow clusters along the upper branches. Vary the size of the clusters.
Watch for: Leave some sky showing between clusters so the tree stays airy.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31 of 34. Source screenshot: IMG_4454.PNG. Stage: Autumn leaves.
What to do: Dab a few maroon (dark red-brown) clusters among the orange on the right tree for contrast. Switch to gray-green and start leaf clusters on the left-hand trees.
Watch for: A few dark clusters make the bright oranges pop.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32 of 34. Source screenshot: IMG_4455.PNG. Stage: Autumn leaves.
What to do: Add gray-green and orange-red leaf clusters across the left and middle trees. Add a thin dark line where the road meets the flower beds. Once everything is dry, peel off any tape to reveal a clean white border (general tip).
Watch for: The painting is now complete. The reel pulls back to show the whole sheet on the table.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33 of 34. Source screenshot: IMG_4456.PNG. Stage: Finished painting.
What to do: Do all the lines meet at one vanishing point? Is it pale in the sky and distance, and deep in color up front? Do the left and right sides echo each other without matching exactly?
Watch for: Use this view as your reference when you check your own painting.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34 of 34. Source screenshot: IMG_4457.PNG. Stage: Finished painting.
What to do: Flower beds: loose dabs of red, orange and yellow with dark green between them. Road: even gray, with white dashes shrinking toward the vanishing point. Trees: thin branches against the sky, with bright leaf clusters only at the tips.
Watch for: Run your eye along the road edges. Every line aims at the same point.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General beginner tips added by the guide author; they are not taken from the reel.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p:bg>
      <p:bgPr>
        <a:solidFill>
          <a:srgbClr val="2D4216"/>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640080" y="1463040"/>
            <a:ext cx="5669280" cy="1737360"/>
          </a:xfrm>
          <a:prstGeom prst="rect">
            <a:avLst/>
          </a:prstGeom>
          <a:noFill/>
          <a:ln/>
        </p:spPr>
        <p:txBody>
          <a:bodyPr wrap="square" rtlCol="0"/>
          <a:lstStyle>
            <a:lvl1pPr algn="l" indent="0" marL="0">
              <a:buNone/>
              <a:defRPr lang="en-US" sz="4400" b="1" dirty="0">
                <a:solidFill>
                  <a:schemeClr val="bg1"/>
                </a:solidFill>
              </a:defRPr>
            </a:lvl1pPr>
          </a:lstStyle>
          <a:p>
            <a:pPr algn="l" indent="0" marL="0">
              <a:buNone/>
            </a:pPr>
            <a:r>
              <a:rPr lang="en-US" sz="4400" b="1" dirty="0">
                <a:solidFill>
                  <a:schemeClr val="bg1"/>
                </a:solidFill>
              </a:rPr>
              <a:t>Title</a:t>
            </a:r>
            <a:endParaRPr lang="en-US" sz="4400" dirty="0"/>
          </a:p>
        </p:txBody>
      </p:sp>
      <p:sp>
        <p:nvSpPr>
          <p:cNvPr id="3" name="Text 0"/>
          <p:cNvSpPr/>
          <p:nvPr>
            <p:ph idx="101" type="body" hasCustomPrompt="1"/>
          </p:nvPr>
        </p:nvSpPr>
        <p:spPr>
          <a:xfrm>
            <a:off x="640080" y="3383280"/>
            <a:ext cx="5669280" cy="1097280"/>
          </a:xfrm>
          <a:prstGeom prst="rect">
            <a:avLst/>
          </a:prstGeom>
          <a:noFill/>
          <a:ln/>
        </p:spPr>
        <p:txBody>
          <a:bodyPr wrap="square" rtlCol="0"/>
          <a:lstStyle>
            <a:lvl1pPr algn="l" indent="0" marL="0">
              <a:buNone/>
              <a:defRPr lang="en-US" sz="2000" dirty="0">
                <a:solidFill>
                  <a:schemeClr val="bg2"/>
                </a:solidFill>
              </a:defRPr>
            </a:lvl1pPr>
          </a:lstStyle>
          <a:p>
            <a:pPr algn="l" indent="0" marL="0">
              <a:buNone/>
            </a:pPr>
            <a:r>
              <a:rPr lang="en-US" sz="2000" dirty="0">
                <a:solidFill>
                  <a:schemeClr val="bg2"/>
                </a:solidFill>
              </a:rPr>
              <a:t>Subtitle</a:t>
            </a:r>
            <a:endParaRPr lang="en-US" sz="20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T">
    <p:bg>
      <p:bgPr>
        <a:solidFill>
          <a:srgbClr val="F2F4F0"/>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685800"/>
          </a:xfrm>
          <a:prstGeom prst="rect">
            <a:avLst/>
          </a:prstGeom>
          <a:noFill/>
          <a:ln/>
        </p:spPr>
        <p:txBody>
          <a:bodyPr wrap="square" rtlCol="0"/>
          <a:lstStyle>
            <a:lvl1pPr algn="l" indent="0" marL="0">
              <a:buNone/>
              <a:defRPr lang="en-US" sz="3000" b="1" dirty="0">
                <a:solidFill>
                  <a:schemeClr val="tx2"/>
                </a:solidFill>
              </a:defRPr>
            </a:lvl1pPr>
          </a:lstStyle>
          <a:p>
            <a:pPr algn="l" indent="0" marL="0">
              <a:buNone/>
            </a:pPr>
            <a:r>
              <a:rPr lang="en-US" sz="3000" b="1" dirty="0">
                <a:solidFill>
                  <a:schemeClr val="tx2"/>
                </a:solidFill>
              </a:rPr>
              <a:t>Title</a:t>
            </a:r>
            <a:endParaRPr lang="en-US" sz="3000" dirty="0"/>
          </a:p>
        </p:txBody>
      </p:sp>
      <p:sp>
        <p:nvSpPr>
          <p:cNvPr id="25" name="Slide Number Placeholder 0"/>
          <p:cNvSpPr>
            <a:spLocks noGrp="1"/>
          </p:cNvSpPr>
          <p:nvPr>
            <p:ph type="sldNum" sz="quarter" idx="4294967295"/>
          </p:nvPr>
        </p:nvSpPr>
        <p:spPr>
          <a:xfrm>
            <a:off x="11155680" y="6510528"/>
            <a:ext cx="548640" cy="228600"/>
          </a:xfrm>
          <a:prstGeom prst="rect">
            <a:avLst/>
          </a:prstGeom>
          <a:extLst>
            <a:ext uri="{C572A759-6A51-4108-AA02-DFA0A04FC94B}">
              <ma14:wrappingTextBoxFlag xmlns:ma14="http://schemas.microsoft.com/office/mac/drawingml/2011/main" val="0"/>
            </a:ext>
          </a:extLst>
        </p:spPr>
        <p:txBody>
          <a:bodyPr/>
          <a:lstStyle>
            <a:lvl1pPr>
              <a:defRPr sz="1000">
                <a:solidFill>
                  <a:srgbClr val="6D7072"/>
                </a:solidFill>
              </a:defRPr>
            </a:lvl1pPr>
          </a:lstStyle>
          <a:p>
            <a:pPr algn="r"/>
            <a:fld id="{F7021451-1387-4CA6-816F-3879F97B5CBC}" type="slidenum">
              <a:rPr b="0" lang="en-US"/>
              <a:t>1003</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STEP">
    <p:bg>
      <p:bgPr>
        <a:solidFill>
          <a:srgbClr val="F2F4F0"/>
        </a:solidFill>
      </p:bgPr>
    </p:bg>
    <p:spTree>
      <p:nvGrpSpPr>
        <p:cNvPr id="1" name=""/>
        <p:cNvGrpSpPr/>
        <p:nvPr/>
      </p:nvGrpSpPr>
      <p:grpSpPr>
        <a:xfrm>
          <a:off x="0" y="0"/>
          <a:ext cx="0" cy="0"/>
          <a:chOff x="0" y="0"/>
          <a:chExt cx="0" cy="0"/>
        </a:xfrm>
      </p:grpSpPr>
      <p:sp>
        <p:nvSpPr>
          <p:cNvPr id="2" name="Shape 0"/>
          <p:cNvSpPr/>
          <p:nvPr/>
        </p:nvSpPr>
        <p:spPr>
          <a:xfrm>
            <a:off x="6003016" y="411480"/>
            <a:ext cx="5731479" cy="6035040"/>
          </a:xfrm>
          <a:prstGeom prst="rect">
            <a:avLst/>
          </a:prstGeom>
          <a:solidFill>
            <a:srgbClr val="FFFFFF"/>
          </a:solidFill>
          <a:ln/>
        </p:spPr>
      </p:sp>
      <p:sp>
        <p:nvSpPr>
          <p:cNvPr id="3" name="Text 1"/>
          <p:cNvSpPr/>
          <p:nvPr>
            <p:ph idx="101" type="title" hasCustomPrompt="1"/>
          </p:nvPr>
        </p:nvSpPr>
        <p:spPr>
          <a:xfrm>
            <a:off x="6277336" y="1051560"/>
            <a:ext cx="5182839" cy="868680"/>
          </a:xfrm>
          <a:prstGeom prst="rect">
            <a:avLst/>
          </a:prstGeom>
          <a:noFill/>
          <a:ln/>
        </p:spPr>
        <p:txBody>
          <a:bodyPr wrap="square" rtlCol="0"/>
          <a:lstStyle>
            <a:lvl1pPr algn="l" indent="0" marL="0">
              <a:buNone/>
              <a:defRPr lang="en-US" sz="2600" b="1" dirty="0">
                <a:solidFill>
                  <a:schemeClr val="tx2"/>
                </a:solidFill>
              </a:defRPr>
            </a:lvl1pPr>
          </a:lstStyle>
          <a:p>
            <a:pPr algn="l" indent="0" marL="0">
              <a:buNone/>
            </a:pPr>
            <a:r>
              <a:rPr lang="en-US" sz="2600" b="1" dirty="0">
                <a:solidFill>
                  <a:schemeClr val="tx2"/>
                </a:solidFill>
              </a:rPr>
              <a:t>Step title</a:t>
            </a:r>
            <a:endParaRPr lang="en-US" sz="2600" dirty="0"/>
          </a:p>
        </p:txBody>
      </p:sp>
      <p:sp>
        <p:nvSpPr>
          <p:cNvPr id="25" name="Slide Number Placeholder 0"/>
          <p:cNvSpPr>
            <a:spLocks noGrp="1"/>
          </p:cNvSpPr>
          <p:nvPr>
            <p:ph type="sldNum" sz="quarter" idx="4294967295"/>
          </p:nvPr>
        </p:nvSpPr>
        <p:spPr>
          <a:xfrm>
            <a:off x="11155680" y="6510528"/>
            <a:ext cx="548640" cy="228600"/>
          </a:xfrm>
          <a:prstGeom prst="rect">
            <a:avLst/>
          </a:prstGeom>
          <a:extLst>
            <a:ext uri="{C572A759-6A51-4108-AA02-DFA0A04FC94B}">
              <ma14:wrappingTextBoxFlag xmlns:ma14="http://schemas.microsoft.com/office/mac/drawingml/2011/main" val="0"/>
            </a:ext>
          </a:extLst>
        </p:spPr>
        <p:txBody>
          <a:bodyPr/>
          <a:lstStyle>
            <a:lvl1pPr>
              <a:defRPr sz="1000">
                <a:solidFill>
                  <a:srgbClr val="6D7072"/>
                </a:solidFill>
              </a:defRPr>
            </a:lvl1pPr>
          </a:lstStyle>
          <a:p>
            <a:pPr algn="r"/>
            <a:fld id="{F7021451-1387-4CA6-816F-3879F97B5CBC}" type="slidenum">
              <a:rPr b="0" lang="en-US"/>
              <a:t>1004</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155680" y="6510528"/>
            <a:ext cx="548640" cy="228600"/>
          </a:xfrm>
          <a:prstGeom prst="rect">
            <a:avLst/>
          </a:prstGeom>
          <a:extLst>
            <a:ext uri="{C572A759-6A51-4108-AA02-DFA0A04FC94B}">
              <ma14:wrappingTextBoxFlag xmlns:ma14="http://schemas.microsoft.com/office/mac/drawingml/2011/main" val="0"/>
            </a:ext>
          </a:extLst>
        </p:spPr>
        <p:txBody>
          <a:bodyPr/>
          <a:lstStyle>
            <a:lvl1pPr>
              <a:defRPr sz="1000">
                <a:solidFill>
                  <a:srgbClr val="6D7072"/>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jpg"/><Relationship Id="rId2" Type="http://schemas.openxmlformats.org/officeDocument/2006/relationships/slideLayout" Target="../slideLayouts/slideLayout2.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jpg"/><Relationship Id="rId2" Type="http://schemas.openxmlformats.org/officeDocument/2006/relationships/image" Target="../media/image-2-2.jpg"/><Relationship Id="rId3" Type="http://schemas.openxmlformats.org/officeDocument/2006/relationships/slideLayout" Target="../slideLayouts/slideLayout3.xml"/><Relationship Id="rId4"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jpg"/><Relationship Id="rId2" Type="http://schemas.openxmlformats.org/officeDocument/2006/relationships/image" Target="../media/image-3-2.jpg"/><Relationship Id="rId3" Type="http://schemas.openxmlformats.org/officeDocument/2006/relationships/image" Target="../media/image-3-3.jpg"/><Relationship Id="rId4" Type="http://schemas.openxmlformats.org/officeDocument/2006/relationships/image" Target="../media/image-3-4.jpg"/><Relationship Id="rId5" Type="http://schemas.openxmlformats.org/officeDocument/2006/relationships/image" Target="../media/image-3-5.jpg"/><Relationship Id="rId6" Type="http://schemas.openxmlformats.org/officeDocument/2006/relationships/image" Target="../media/image-3-6.jpg"/><Relationship Id="rId7" Type="http://schemas.openxmlformats.org/officeDocument/2006/relationships/image" Target="../media/image-3-7.jpg"/><Relationship Id="rId8" Type="http://schemas.openxmlformats.org/officeDocument/2006/relationships/image" Target="../media/image-3-8.jpg"/><Relationship Id="rId9" Type="http://schemas.openxmlformats.org/officeDocument/2006/relationships/image" Target="../media/image-3-9.jpg"/><Relationship Id="rId10" Type="http://schemas.openxmlformats.org/officeDocument/2006/relationships/slideLayout" Target="../slideLayouts/slideLayout3.xml"/><Relationship Id="rId11"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jpg"/><Relationship Id="rId2" Type="http://schemas.openxmlformats.org/officeDocument/2006/relationships/image" Target="../media/image-4-2.jpg"/><Relationship Id="rId3" Type="http://schemas.openxmlformats.org/officeDocument/2006/relationships/image" Target="../media/image-4-3.jpg"/><Relationship Id="rId4" Type="http://schemas.openxmlformats.org/officeDocument/2006/relationships/image" Target="../media/image-4-4.jpg"/><Relationship Id="rId5" Type="http://schemas.openxmlformats.org/officeDocument/2006/relationships/slideLayout" Target="../slideLayouts/slideLayout3.xml"/><Relationship Id="rId6"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jpg"/><Relationship Id="rId2" Type="http://schemas.openxmlformats.org/officeDocument/2006/relationships/slideLayout" Target="../slideLayouts/slideLayout4.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jpg"/><Relationship Id="rId2" Type="http://schemas.openxmlformats.org/officeDocument/2006/relationships/slideLayout" Target="../slideLayouts/slideLayout4.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jpg"/><Relationship Id="rId2" Type="http://schemas.openxmlformats.org/officeDocument/2006/relationships/slideLayout" Target="../slideLayouts/slideLayout4.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jpg"/><Relationship Id="rId2" Type="http://schemas.openxmlformats.org/officeDocument/2006/relationships/slideLayout" Target="../slideLayouts/slideLayout4.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jpg"/><Relationship Id="rId2" Type="http://schemas.openxmlformats.org/officeDocument/2006/relationships/slideLayout" Target="../slideLayouts/slideLayout4.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jpg"/><Relationship Id="rId2" Type="http://schemas.openxmlformats.org/officeDocument/2006/relationships/slideLayout" Target="../slideLayouts/slideLayout4.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jpg"/><Relationship Id="rId2" Type="http://schemas.openxmlformats.org/officeDocument/2006/relationships/slideLayout" Target="../slideLayouts/slideLayout4.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jpg"/><Relationship Id="rId2" Type="http://schemas.openxmlformats.org/officeDocument/2006/relationships/slideLayout" Target="../slideLayouts/slideLayout4.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jpg"/><Relationship Id="rId2" Type="http://schemas.openxmlformats.org/officeDocument/2006/relationships/slideLayout" Target="../slideLayouts/slideLayout4.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jpg"/><Relationship Id="rId2" Type="http://schemas.openxmlformats.org/officeDocument/2006/relationships/slideLayout" Target="../slideLayouts/slideLayout4.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jpg"/><Relationship Id="rId2" Type="http://schemas.openxmlformats.org/officeDocument/2006/relationships/slideLayout" Target="../slideLayouts/slideLayout4.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jpg"/><Relationship Id="rId2" Type="http://schemas.openxmlformats.org/officeDocument/2006/relationships/slideLayout" Target="../slideLayouts/slideLayout4.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jpg"/><Relationship Id="rId2" Type="http://schemas.openxmlformats.org/officeDocument/2006/relationships/slideLayout" Target="../slideLayouts/slideLayout4.xml"/><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jpg"/><Relationship Id="rId2" Type="http://schemas.openxmlformats.org/officeDocument/2006/relationships/slideLayout" Target="../slideLayouts/slideLayout4.xml"/><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jpg"/><Relationship Id="rId2" Type="http://schemas.openxmlformats.org/officeDocument/2006/relationships/slideLayout" Target="../slideLayouts/slideLayout4.xml"/><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jpg"/><Relationship Id="rId2" Type="http://schemas.openxmlformats.org/officeDocument/2006/relationships/slideLayout" Target="../slideLayouts/slideLayout4.xml"/><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jpg"/><Relationship Id="rId2" Type="http://schemas.openxmlformats.org/officeDocument/2006/relationships/slideLayout" Target="../slideLayouts/slideLayout4.xml"/><Relationship Id="rId3"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image-23-1.jpg"/><Relationship Id="rId2" Type="http://schemas.openxmlformats.org/officeDocument/2006/relationships/slideLayout" Target="../slideLayouts/slideLayout4.xml"/><Relationship Id="rId3"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image" Target="../media/image-24-1.jpg"/><Relationship Id="rId2" Type="http://schemas.openxmlformats.org/officeDocument/2006/relationships/slideLayout" Target="../slideLayouts/slideLayout4.xml"/><Relationship Id="rId3"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image" Target="../media/image-25-1.jpg"/><Relationship Id="rId2" Type="http://schemas.openxmlformats.org/officeDocument/2006/relationships/slideLayout" Target="../slideLayouts/slideLayout4.xml"/><Relationship Id="rId3"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image" Target="../media/image-26-1.jpg"/><Relationship Id="rId2" Type="http://schemas.openxmlformats.org/officeDocument/2006/relationships/slideLayout" Target="../slideLayouts/slideLayout4.xml"/><Relationship Id="rId3"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image" Target="../media/image-27-1.jpg"/><Relationship Id="rId2" Type="http://schemas.openxmlformats.org/officeDocument/2006/relationships/slideLayout" Target="../slideLayouts/slideLayout4.xml"/><Relationship Id="rId3"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image" Target="../media/image-28-1.jpg"/><Relationship Id="rId2" Type="http://schemas.openxmlformats.org/officeDocument/2006/relationships/slideLayout" Target="../slideLayouts/slideLayout4.xml"/><Relationship Id="rId3"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image" Target="../media/image-29-1.jpg"/><Relationship Id="rId2" Type="http://schemas.openxmlformats.org/officeDocument/2006/relationships/slideLayout" Target="../slideLayouts/slideLayout4.xml"/><Relationship Id="rId3"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image" Target="../media/image-30-1.jpg"/><Relationship Id="rId2" Type="http://schemas.openxmlformats.org/officeDocument/2006/relationships/slideLayout" Target="../slideLayouts/slideLayout4.xml"/><Relationship Id="rId3"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image" Target="../media/image-31-1.jpg"/><Relationship Id="rId2" Type="http://schemas.openxmlformats.org/officeDocument/2006/relationships/slideLayout" Target="../slideLayouts/slideLayout4.xml"/><Relationship Id="rId3"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image" Target="../media/image-32-1.jpg"/><Relationship Id="rId2" Type="http://schemas.openxmlformats.org/officeDocument/2006/relationships/slideLayout" Target="../slideLayouts/slideLayout4.xml"/><Relationship Id="rId3"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image" Target="../media/image-33-1.jpg"/><Relationship Id="rId2" Type="http://schemas.openxmlformats.org/officeDocument/2006/relationships/slideLayout" Target="../slideLayouts/slideLayout4.xml"/><Relationship Id="rId3"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image" Target="../media/image-34-1.jpg"/><Relationship Id="rId2" Type="http://schemas.openxmlformats.org/officeDocument/2006/relationships/slideLayout" Target="../slideLayouts/slideLayout4.xml"/><Relationship Id="rId3"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image" Target="../media/image-35-1.jpg"/><Relationship Id="rId2" Type="http://schemas.openxmlformats.org/officeDocument/2006/relationships/slideLayout" Target="../slideLayouts/slideLayout4.xml"/><Relationship Id="rId3"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image" Target="../media/image-36-1.jpg"/><Relationship Id="rId2" Type="http://schemas.openxmlformats.org/officeDocument/2006/relationships/slideLayout" Target="../slideLayouts/slideLayout4.xml"/><Relationship Id="rId3"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image" Target="../media/image-37-1.jpg"/><Relationship Id="rId2" Type="http://schemas.openxmlformats.org/officeDocument/2006/relationships/slideLayout" Target="../slideLayouts/slideLayout4.xml"/><Relationship Id="rId3"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image" Target="../media/image-38-1.jpg"/><Relationship Id="rId2" Type="http://schemas.openxmlformats.org/officeDocument/2006/relationships/slideLayout" Target="../slideLayouts/slideLayout4.xml"/><Relationship Id="rId3"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image" Target="../media/image-39-1.jpg"/><Relationship Id="rId2" Type="http://schemas.openxmlformats.org/officeDocument/2006/relationships/slideLayout" Target="../slideLayouts/slideLayout4.xml"/><Relationship Id="rId3"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0.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ph idx="100" type="title" hasCustomPrompt="1"/>
          </p:nvPr>
        </p:nvSpPr>
        <p:spPr>
          <a:xfrm>
            <a:off x="640080" y="1463040"/>
            <a:ext cx="5669280" cy="1737360"/>
          </a:xfrm>
          <a:prstGeom prst="rect">
            <a:avLst/>
          </a:prstGeom>
          <a:noFill/>
          <a:ln/>
        </p:spPr>
        <p:txBody>
          <a:bodyPr wrap="square" lIns="0" tIns="0" rIns="0" bIns="0" rtlCol="0" anchor="t"/>
          <a:lstStyle/>
          <a:p>
            <a:pPr algn="l" indent="0" marL="0">
              <a:buNone/>
            </a:pPr>
            <a:r>
              <a:rPr lang="en-US" sz="4400" b="1" dirty="0">
                <a:solidFill>
                  <a:schemeClr val="bg1"/>
                </a:solidFill>
              </a:rPr>
              <a:t>Watercolor Perspective Painting</a:t>
            </a:r>
            <a:endParaRPr lang="en-US" sz="4400" dirty="0"/>
          </a:p>
        </p:txBody>
      </p:sp>
      <p:sp>
        <p:nvSpPr>
          <p:cNvPr id="3" name="Text 0"/>
          <p:cNvSpPr/>
          <p:nvPr>
            <p:ph idx="101" type="body" hasCustomPrompt="1"/>
          </p:nvPr>
        </p:nvSpPr>
        <p:spPr>
          <a:xfrm>
            <a:off x="640080" y="3383280"/>
            <a:ext cx="5669280" cy="1097280"/>
          </a:xfrm>
          <a:prstGeom prst="rect">
            <a:avLst/>
          </a:prstGeom>
          <a:noFill/>
          <a:ln/>
        </p:spPr>
        <p:txBody>
          <a:bodyPr wrap="square" lIns="0" tIns="0" rIns="0" bIns="0" rtlCol="0" anchor="t"/>
          <a:lstStyle/>
          <a:p>
            <a:pPr algn="l" indent="0" marL="0">
              <a:buNone/>
            </a:pPr>
            <a:r>
              <a:rPr lang="en-US" sz="2000" dirty="0">
                <a:solidFill>
                  <a:schemeClr val="bg2"/>
                </a:solidFill>
              </a:rPr>
              <a:t>A step-by-step guide for beginners: a tree-lined road with autumn flower beds</a:t>
            </a:r>
            <a:endParaRPr lang="en-US" sz="2000" dirty="0"/>
          </a:p>
        </p:txBody>
      </p:sp>
      <p:sp>
        <p:nvSpPr>
          <p:cNvPr id="4" name="Text 2"/>
          <p:cNvSpPr txBox="1"/>
          <p:nvPr/>
        </p:nvSpPr>
        <p:spPr>
          <a:xfrm>
            <a:off x="640080" y="5074920"/>
            <a:ext cx="5669280" cy="320040"/>
          </a:xfrm>
          <a:prstGeom prst="rect">
            <a:avLst/>
          </a:prstGeom>
          <a:noFill/>
          <a:ln/>
        </p:spPr>
        <p:txBody>
          <a:bodyPr wrap="square" lIns="0" tIns="0" rIns="0" bIns="0" rtlCol="0" anchor="ctr"/>
          <a:lstStyle/>
          <a:p>
            <a:pPr indent="0" marL="0">
              <a:buNone/>
            </a:pPr>
            <a:r>
              <a:rPr lang="en-US" sz="1600" b="1" dirty="0">
                <a:solidFill>
                  <a:schemeClr val="bg1"/>
                </a:solidFill>
              </a:rPr>
              <a:t>34 steps from first pencil line to finished painting</a:t>
            </a:r>
            <a:endParaRPr lang="en-US" sz="1600" dirty="0"/>
          </a:p>
        </p:txBody>
      </p:sp>
      <p:sp>
        <p:nvSpPr>
          <p:cNvPr id="5" name="Text 3"/>
          <p:cNvSpPr txBox="1"/>
          <p:nvPr/>
        </p:nvSpPr>
        <p:spPr>
          <a:xfrm>
            <a:off x="640080" y="5440680"/>
            <a:ext cx="5669280" cy="640080"/>
          </a:xfrm>
          <a:prstGeom prst="rect">
            <a:avLst/>
          </a:prstGeom>
          <a:noFill/>
          <a:ln/>
        </p:spPr>
        <p:txBody>
          <a:bodyPr wrap="square" lIns="0" tIns="0" rIns="0" bIns="0" rtlCol="0" anchor="t"/>
          <a:lstStyle/>
          <a:p>
            <a:pPr indent="0" marL="0">
              <a:buNone/>
            </a:pPr>
            <a:r>
              <a:rPr lang="en-US" sz="1400" dirty="0">
                <a:solidFill>
                  <a:srgbClr val="C9D3BD"/>
                </a:solidFill>
              </a:rPr>
              <a:t>Built from screenshots of a Facebook reel by themohiart. Colors are kept as they appear in the reel.</a:t>
            </a:r>
            <a:endParaRPr lang="en-US" sz="1400" dirty="0"/>
          </a:p>
        </p:txBody>
      </p:sp>
      <p:sp>
        <p:nvSpPr>
          <p:cNvPr id="6" name="Shape 4"/>
          <p:cNvSpPr/>
          <p:nvPr/>
        </p:nvSpPr>
        <p:spPr>
          <a:xfrm>
            <a:off x="640080" y="6263640"/>
            <a:ext cx="237744" cy="237744"/>
          </a:xfrm>
          <a:prstGeom prst="ellipse">
            <a:avLst/>
          </a:prstGeom>
          <a:solidFill>
            <a:srgbClr val="4E7EEB"/>
          </a:solidFill>
          <a:ln w="12700">
            <a:solidFill>
              <a:srgbClr val="FFFFFF"/>
            </a:solidFill>
            <a:prstDash val="solid"/>
          </a:ln>
        </p:spPr>
      </p:sp>
      <p:sp>
        <p:nvSpPr>
          <p:cNvPr id="7" name="Shape 5"/>
          <p:cNvSpPr/>
          <p:nvPr/>
        </p:nvSpPr>
        <p:spPr>
          <a:xfrm>
            <a:off x="1005840" y="6263640"/>
            <a:ext cx="237744" cy="237744"/>
          </a:xfrm>
          <a:prstGeom prst="ellipse">
            <a:avLst/>
          </a:prstGeom>
          <a:solidFill>
            <a:srgbClr val="98B5DD"/>
          </a:solidFill>
          <a:ln w="12700">
            <a:solidFill>
              <a:srgbClr val="FFFFFF"/>
            </a:solidFill>
            <a:prstDash val="solid"/>
          </a:ln>
        </p:spPr>
      </p:sp>
      <p:sp>
        <p:nvSpPr>
          <p:cNvPr id="8" name="Shape 6"/>
          <p:cNvSpPr/>
          <p:nvPr/>
        </p:nvSpPr>
        <p:spPr>
          <a:xfrm>
            <a:off x="1371600" y="6263640"/>
            <a:ext cx="237744" cy="237744"/>
          </a:xfrm>
          <a:prstGeom prst="ellipse">
            <a:avLst/>
          </a:prstGeom>
          <a:solidFill>
            <a:srgbClr val="79832D"/>
          </a:solidFill>
          <a:ln w="12700">
            <a:solidFill>
              <a:srgbClr val="FFFFFF"/>
            </a:solidFill>
            <a:prstDash val="solid"/>
          </a:ln>
        </p:spPr>
      </p:sp>
      <p:sp>
        <p:nvSpPr>
          <p:cNvPr id="9" name="Shape 7"/>
          <p:cNvSpPr/>
          <p:nvPr/>
        </p:nvSpPr>
        <p:spPr>
          <a:xfrm>
            <a:off x="1737360" y="6263640"/>
            <a:ext cx="237744" cy="237744"/>
          </a:xfrm>
          <a:prstGeom prst="ellipse">
            <a:avLst/>
          </a:prstGeom>
          <a:solidFill>
            <a:srgbClr val="C0D246"/>
          </a:solidFill>
          <a:ln w="12700">
            <a:solidFill>
              <a:srgbClr val="FFFFFF"/>
            </a:solidFill>
            <a:prstDash val="solid"/>
          </a:ln>
        </p:spPr>
      </p:sp>
      <p:sp>
        <p:nvSpPr>
          <p:cNvPr id="10" name="Shape 8"/>
          <p:cNvSpPr/>
          <p:nvPr/>
        </p:nvSpPr>
        <p:spPr>
          <a:xfrm>
            <a:off x="2103120" y="6263640"/>
            <a:ext cx="237744" cy="237744"/>
          </a:xfrm>
          <a:prstGeom prst="ellipse">
            <a:avLst/>
          </a:prstGeom>
          <a:solidFill>
            <a:srgbClr val="52832E"/>
          </a:solidFill>
          <a:ln w="12700">
            <a:solidFill>
              <a:srgbClr val="FFFFFF"/>
            </a:solidFill>
            <a:prstDash val="solid"/>
          </a:ln>
        </p:spPr>
      </p:sp>
      <p:sp>
        <p:nvSpPr>
          <p:cNvPr id="11" name="Shape 9"/>
          <p:cNvSpPr/>
          <p:nvPr/>
        </p:nvSpPr>
        <p:spPr>
          <a:xfrm>
            <a:off x="2468880" y="6263640"/>
            <a:ext cx="237744" cy="237744"/>
          </a:xfrm>
          <a:prstGeom prst="ellipse">
            <a:avLst/>
          </a:prstGeom>
          <a:solidFill>
            <a:srgbClr val="E3665D"/>
          </a:solidFill>
          <a:ln w="12700">
            <a:solidFill>
              <a:srgbClr val="FFFFFF"/>
            </a:solidFill>
            <a:prstDash val="solid"/>
          </a:ln>
        </p:spPr>
      </p:sp>
      <p:sp>
        <p:nvSpPr>
          <p:cNvPr id="12" name="Shape 10"/>
          <p:cNvSpPr/>
          <p:nvPr/>
        </p:nvSpPr>
        <p:spPr>
          <a:xfrm>
            <a:off x="2834640" y="6263640"/>
            <a:ext cx="237744" cy="237744"/>
          </a:xfrm>
          <a:prstGeom prst="ellipse">
            <a:avLst/>
          </a:prstGeom>
          <a:solidFill>
            <a:srgbClr val="E8853E"/>
          </a:solidFill>
          <a:ln w="12700">
            <a:solidFill>
              <a:srgbClr val="FFFFFF"/>
            </a:solidFill>
            <a:prstDash val="solid"/>
          </a:ln>
        </p:spPr>
      </p:sp>
      <p:sp>
        <p:nvSpPr>
          <p:cNvPr id="13" name="Shape 11"/>
          <p:cNvSpPr/>
          <p:nvPr/>
        </p:nvSpPr>
        <p:spPr>
          <a:xfrm>
            <a:off x="3200400" y="6263640"/>
            <a:ext cx="237744" cy="237744"/>
          </a:xfrm>
          <a:prstGeom prst="ellipse">
            <a:avLst/>
          </a:prstGeom>
          <a:solidFill>
            <a:srgbClr val="E1AE42"/>
          </a:solidFill>
          <a:ln w="12700">
            <a:solidFill>
              <a:srgbClr val="FFFFFF"/>
            </a:solidFill>
            <a:prstDash val="solid"/>
          </a:ln>
        </p:spPr>
      </p:sp>
      <p:sp>
        <p:nvSpPr>
          <p:cNvPr id="14" name="Shape 12"/>
          <p:cNvSpPr/>
          <p:nvPr/>
        </p:nvSpPr>
        <p:spPr>
          <a:xfrm>
            <a:off x="3566160" y="6263640"/>
            <a:ext cx="237744" cy="237744"/>
          </a:xfrm>
          <a:prstGeom prst="ellipse">
            <a:avLst/>
          </a:prstGeom>
          <a:solidFill>
            <a:srgbClr val="4B432B"/>
          </a:solidFill>
          <a:ln w="12700">
            <a:solidFill>
              <a:srgbClr val="FFFFFF"/>
            </a:solidFill>
            <a:prstDash val="solid"/>
          </a:ln>
        </p:spPr>
      </p:sp>
      <p:sp>
        <p:nvSpPr>
          <p:cNvPr id="15" name="Shape 13"/>
          <p:cNvSpPr/>
          <p:nvPr/>
        </p:nvSpPr>
        <p:spPr>
          <a:xfrm>
            <a:off x="3931920" y="6263640"/>
            <a:ext cx="237744" cy="237744"/>
          </a:xfrm>
          <a:prstGeom prst="ellipse">
            <a:avLst/>
          </a:prstGeom>
          <a:solidFill>
            <a:srgbClr val="6D7072"/>
          </a:solidFill>
          <a:ln w="12700">
            <a:solidFill>
              <a:srgbClr val="FFFFFF"/>
            </a:solidFill>
            <a:prstDash val="solid"/>
          </a:ln>
        </p:spPr>
      </p:sp>
      <p:pic>
        <p:nvPicPr>
          <p:cNvPr id="16" name="Image 0" descr="The finished watercolor painting: a gray road with white dashes between orange flower beds and bare trees with autumn leaves">    </p:cNvPr>
          <p:cNvPicPr>
            <a:picLocks noChangeAspect="1"/>
          </p:cNvPicPr>
          <p:nvPr/>
        </p:nvPicPr>
        <p:blipFill>
          <a:blip r:embed="rId1"/>
          <a:stretch>
            <a:fillRect/>
          </a:stretch>
        </p:blipFill>
        <p:spPr>
          <a:xfrm>
            <a:off x="6400800" y="457200"/>
            <a:ext cx="5236652" cy="5943600"/>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685800"/>
          </a:xfrm>
          <a:prstGeom prst="rect">
            <a:avLst/>
          </a:prstGeom>
          <a:noFill/>
          <a:ln/>
        </p:spPr>
        <p:txBody>
          <a:bodyPr wrap="square" lIns="0" tIns="0" rIns="0" bIns="0" rtlCol="0" anchor="ctr"/>
          <a:lstStyle/>
          <a:p>
            <a:pPr algn="l" indent="0" marL="0">
              <a:buNone/>
            </a:pPr>
            <a:r>
              <a:rPr lang="en-US" sz="3000" b="1" dirty="0">
                <a:solidFill>
                  <a:schemeClr val="tx2"/>
                </a:solidFill>
              </a:rPr>
              <a:t>What you will paint</a:t>
            </a:r>
            <a:endParaRPr lang="en-US" sz="3000" dirty="0"/>
          </a:p>
        </p:txBody>
      </p:sp>
      <p:pic>
        <p:nvPicPr>
          <p:cNvPr id="3" name="Image 0" descr="Finished painting on a wooden table">    </p:cNvPr>
          <p:cNvPicPr>
            <a:picLocks noChangeAspect="1"/>
          </p:cNvPicPr>
          <p:nvPr/>
        </p:nvPicPr>
        <p:blipFill>
          <a:blip r:embed="rId1"/>
          <a:stretch>
            <a:fillRect/>
          </a:stretch>
        </p:blipFill>
        <p:spPr>
          <a:xfrm>
            <a:off x="548640" y="1143000"/>
            <a:ext cx="4753269" cy="5394960"/>
          </a:xfrm>
          <a:prstGeom prst="rect">
            <a:avLst/>
          </a:prstGeom>
        </p:spPr>
      </p:pic>
      <p:sp>
        <p:nvSpPr>
          <p:cNvPr id="4" name="Shape 1"/>
          <p:cNvSpPr/>
          <p:nvPr/>
        </p:nvSpPr>
        <p:spPr>
          <a:xfrm>
            <a:off x="5759109" y="1234440"/>
            <a:ext cx="457200" cy="457200"/>
          </a:xfrm>
          <a:prstGeom prst="ellipse">
            <a:avLst/>
          </a:prstGeom>
          <a:solidFill>
            <a:srgbClr val="2F5FC4"/>
          </a:solidFill>
          <a:ln/>
        </p:spPr>
      </p:sp>
      <p:sp>
        <p:nvSpPr>
          <p:cNvPr id="5" name="Text 2"/>
          <p:cNvSpPr txBox="1"/>
          <p:nvPr/>
        </p:nvSpPr>
        <p:spPr>
          <a:xfrm>
            <a:off x="5759109" y="1234440"/>
            <a:ext cx="457200" cy="457200"/>
          </a:xfrm>
          <a:prstGeom prst="rect">
            <a:avLst/>
          </a:prstGeom>
          <a:noFill/>
          <a:ln/>
        </p:spPr>
        <p:txBody>
          <a:bodyPr wrap="square" lIns="0" tIns="0" rIns="0" bIns="0" rtlCol="0" anchor="ctr"/>
          <a:lstStyle/>
          <a:p>
            <a:pPr algn="ctr" indent="0" marL="0">
              <a:buNone/>
            </a:pPr>
            <a:r>
              <a:rPr lang="en-US" sz="1800" b="1" dirty="0">
                <a:solidFill>
                  <a:schemeClr val="bg1"/>
                </a:solidFill>
              </a:rPr>
              <a:t>1</a:t>
            </a:r>
            <a:endParaRPr lang="en-US" sz="1800" dirty="0"/>
          </a:p>
        </p:txBody>
      </p:sp>
      <p:sp>
        <p:nvSpPr>
          <p:cNvPr id="6" name="Text 3"/>
          <p:cNvSpPr txBox="1"/>
          <p:nvPr/>
        </p:nvSpPr>
        <p:spPr>
          <a:xfrm>
            <a:off x="6399189" y="1188720"/>
            <a:ext cx="5243866" cy="365760"/>
          </a:xfrm>
          <a:prstGeom prst="rect">
            <a:avLst/>
          </a:prstGeom>
          <a:noFill/>
          <a:ln/>
        </p:spPr>
        <p:txBody>
          <a:bodyPr wrap="square" lIns="0" tIns="0" rIns="0" bIns="0" rtlCol="0" anchor="ctr"/>
          <a:lstStyle/>
          <a:p>
            <a:pPr indent="0" marL="0">
              <a:buNone/>
            </a:pPr>
            <a:r>
              <a:rPr lang="en-US" sz="2000" b="1" dirty="0">
                <a:solidFill>
                  <a:schemeClr val="tx2"/>
                </a:solidFill>
              </a:rPr>
              <a:t>One-point perspective</a:t>
            </a:r>
            <a:endParaRPr lang="en-US" sz="2000" dirty="0"/>
          </a:p>
        </p:txBody>
      </p:sp>
      <p:sp>
        <p:nvSpPr>
          <p:cNvPr id="7" name="Text 4"/>
          <p:cNvSpPr txBox="1"/>
          <p:nvPr/>
        </p:nvSpPr>
        <p:spPr>
          <a:xfrm>
            <a:off x="6399189" y="1572768"/>
            <a:ext cx="5243866" cy="868680"/>
          </a:xfrm>
          <a:prstGeom prst="rect">
            <a:avLst/>
          </a:prstGeom>
          <a:noFill/>
          <a:ln/>
        </p:spPr>
        <p:txBody>
          <a:bodyPr wrap="square" lIns="0" tIns="0" rIns="0" bIns="0" rtlCol="0" anchor="t"/>
          <a:lstStyle/>
          <a:p>
            <a:pPr indent="0" marL="0">
              <a:buNone/>
            </a:pPr>
            <a:r>
              <a:rPr lang="en-US" sz="1500" dirty="0">
                <a:solidFill>
                  <a:schemeClr val="tx1"/>
                </a:solidFill>
              </a:rPr>
              <a:t>Every line of the road, flower beds and treeline runs to a single vanishing point on the horizon. That one idea creates the sense of depth.</a:t>
            </a:r>
            <a:endParaRPr lang="en-US" sz="1500" dirty="0"/>
          </a:p>
        </p:txBody>
      </p:sp>
      <p:sp>
        <p:nvSpPr>
          <p:cNvPr id="8" name="Shape 5"/>
          <p:cNvSpPr/>
          <p:nvPr/>
        </p:nvSpPr>
        <p:spPr>
          <a:xfrm>
            <a:off x="5759109" y="2606040"/>
            <a:ext cx="457200" cy="457200"/>
          </a:xfrm>
          <a:prstGeom prst="ellipse">
            <a:avLst/>
          </a:prstGeom>
          <a:solidFill>
            <a:srgbClr val="5E6A1E"/>
          </a:solidFill>
          <a:ln/>
        </p:spPr>
      </p:sp>
      <p:sp>
        <p:nvSpPr>
          <p:cNvPr id="9" name="Text 6"/>
          <p:cNvSpPr txBox="1"/>
          <p:nvPr/>
        </p:nvSpPr>
        <p:spPr>
          <a:xfrm>
            <a:off x="5759109" y="2606040"/>
            <a:ext cx="457200" cy="457200"/>
          </a:xfrm>
          <a:prstGeom prst="rect">
            <a:avLst/>
          </a:prstGeom>
          <a:noFill/>
          <a:ln/>
        </p:spPr>
        <p:txBody>
          <a:bodyPr wrap="square" lIns="0" tIns="0" rIns="0" bIns="0" rtlCol="0" anchor="ctr"/>
          <a:lstStyle/>
          <a:p>
            <a:pPr algn="ctr" indent="0" marL="0">
              <a:buNone/>
            </a:pPr>
            <a:r>
              <a:rPr lang="en-US" sz="1800" b="1" dirty="0">
                <a:solidFill>
                  <a:schemeClr val="bg1"/>
                </a:solidFill>
              </a:rPr>
              <a:t>2</a:t>
            </a:r>
            <a:endParaRPr lang="en-US" sz="1800" dirty="0"/>
          </a:p>
        </p:txBody>
      </p:sp>
      <p:sp>
        <p:nvSpPr>
          <p:cNvPr id="10" name="Text 7"/>
          <p:cNvSpPr txBox="1"/>
          <p:nvPr/>
        </p:nvSpPr>
        <p:spPr>
          <a:xfrm>
            <a:off x="6399189" y="2560320"/>
            <a:ext cx="5243866" cy="365760"/>
          </a:xfrm>
          <a:prstGeom prst="rect">
            <a:avLst/>
          </a:prstGeom>
          <a:noFill/>
          <a:ln/>
        </p:spPr>
        <p:txBody>
          <a:bodyPr wrap="square" lIns="0" tIns="0" rIns="0" bIns="0" rtlCol="0" anchor="ctr"/>
          <a:lstStyle/>
          <a:p>
            <a:pPr indent="0" marL="0">
              <a:buNone/>
            </a:pPr>
            <a:r>
              <a:rPr lang="en-US" sz="2000" b="1" dirty="0">
                <a:solidFill>
                  <a:schemeClr val="tx2"/>
                </a:solidFill>
              </a:rPr>
              <a:t>Light to dark, far to near</a:t>
            </a:r>
            <a:endParaRPr lang="en-US" sz="2000" dirty="0"/>
          </a:p>
        </p:txBody>
      </p:sp>
      <p:sp>
        <p:nvSpPr>
          <p:cNvPr id="11" name="Text 8"/>
          <p:cNvSpPr txBox="1"/>
          <p:nvPr/>
        </p:nvSpPr>
        <p:spPr>
          <a:xfrm>
            <a:off x="6399189" y="2944368"/>
            <a:ext cx="5243866" cy="868680"/>
          </a:xfrm>
          <a:prstGeom prst="rect">
            <a:avLst/>
          </a:prstGeom>
          <a:noFill/>
          <a:ln/>
        </p:spPr>
        <p:txBody>
          <a:bodyPr wrap="square" lIns="0" tIns="0" rIns="0" bIns="0" rtlCol="0" anchor="t"/>
          <a:lstStyle/>
          <a:p>
            <a:pPr indent="0" marL="0">
              <a:buNone/>
            </a:pPr>
            <a:r>
              <a:rPr lang="en-US" sz="1500" dirty="0">
                <a:solidFill>
                  <a:schemeClr val="tx1"/>
                </a:solidFill>
              </a:rPr>
              <a:t>The sky and distant trees go in first, then the meadow, flower beds, trunks, road and finally the bright autumn leaves.</a:t>
            </a:r>
            <a:endParaRPr lang="en-US" sz="1500" dirty="0"/>
          </a:p>
        </p:txBody>
      </p:sp>
      <p:sp>
        <p:nvSpPr>
          <p:cNvPr id="12" name="Shape 9"/>
          <p:cNvSpPr/>
          <p:nvPr/>
        </p:nvSpPr>
        <p:spPr>
          <a:xfrm>
            <a:off x="5759109" y="3977640"/>
            <a:ext cx="457200" cy="457200"/>
          </a:xfrm>
          <a:prstGeom prst="ellipse">
            <a:avLst/>
          </a:prstGeom>
          <a:solidFill>
            <a:srgbClr val="B4531A"/>
          </a:solidFill>
          <a:ln/>
        </p:spPr>
      </p:sp>
      <p:sp>
        <p:nvSpPr>
          <p:cNvPr id="13" name="Text 10"/>
          <p:cNvSpPr txBox="1"/>
          <p:nvPr/>
        </p:nvSpPr>
        <p:spPr>
          <a:xfrm>
            <a:off x="5759109" y="3977640"/>
            <a:ext cx="457200" cy="457200"/>
          </a:xfrm>
          <a:prstGeom prst="rect">
            <a:avLst/>
          </a:prstGeom>
          <a:noFill/>
          <a:ln/>
        </p:spPr>
        <p:txBody>
          <a:bodyPr wrap="square" lIns="0" tIns="0" rIns="0" bIns="0" rtlCol="0" anchor="ctr"/>
          <a:lstStyle/>
          <a:p>
            <a:pPr algn="ctr" indent="0" marL="0">
              <a:buNone/>
            </a:pPr>
            <a:r>
              <a:rPr lang="en-US" sz="1800" b="1" dirty="0">
                <a:solidFill>
                  <a:schemeClr val="bg1"/>
                </a:solidFill>
              </a:rPr>
              <a:t>3</a:t>
            </a:r>
            <a:endParaRPr lang="en-US" sz="1800" dirty="0"/>
          </a:p>
        </p:txBody>
      </p:sp>
      <p:sp>
        <p:nvSpPr>
          <p:cNvPr id="14" name="Text 11"/>
          <p:cNvSpPr txBox="1"/>
          <p:nvPr/>
        </p:nvSpPr>
        <p:spPr>
          <a:xfrm>
            <a:off x="6399189" y="3931920"/>
            <a:ext cx="5243866" cy="365760"/>
          </a:xfrm>
          <a:prstGeom prst="rect">
            <a:avLst/>
          </a:prstGeom>
          <a:noFill/>
          <a:ln/>
        </p:spPr>
        <p:txBody>
          <a:bodyPr wrap="square" lIns="0" tIns="0" rIns="0" bIns="0" rtlCol="0" anchor="ctr"/>
          <a:lstStyle/>
          <a:p>
            <a:pPr indent="0" marL="0">
              <a:buNone/>
            </a:pPr>
            <a:r>
              <a:rPr lang="en-US" sz="2000" b="1" dirty="0">
                <a:solidFill>
                  <a:schemeClr val="tx2"/>
                </a:solidFill>
              </a:rPr>
              <a:t>Loose, layered brushwork</a:t>
            </a:r>
            <a:endParaRPr lang="en-US" sz="2000" dirty="0"/>
          </a:p>
        </p:txBody>
      </p:sp>
      <p:sp>
        <p:nvSpPr>
          <p:cNvPr id="15" name="Text 12"/>
          <p:cNvSpPr txBox="1"/>
          <p:nvPr/>
        </p:nvSpPr>
        <p:spPr>
          <a:xfrm>
            <a:off x="6399189" y="4315968"/>
            <a:ext cx="5243866" cy="868680"/>
          </a:xfrm>
          <a:prstGeom prst="rect">
            <a:avLst/>
          </a:prstGeom>
          <a:noFill/>
          <a:ln/>
        </p:spPr>
        <p:txBody>
          <a:bodyPr wrap="square" lIns="0" tIns="0" rIns="0" bIns="0" rtlCol="0" anchor="t"/>
          <a:lstStyle/>
          <a:p>
            <a:pPr indent="0" marL="0">
              <a:buNone/>
            </a:pPr>
            <a:r>
              <a:rPr lang="en-US" sz="1500" dirty="0">
                <a:solidFill>
                  <a:schemeClr val="tx1"/>
                </a:solidFill>
              </a:rPr>
              <a:t>Flowers, foliage and clouds are dabs and overlaps, not careful outlines. Expect imperfect edges and let them stay.</a:t>
            </a:r>
            <a:endParaRPr lang="en-US" sz="1500" dirty="0"/>
          </a:p>
        </p:txBody>
      </p:sp>
      <p:sp>
        <p:nvSpPr>
          <p:cNvPr id="16" name="Text 13"/>
          <p:cNvSpPr txBox="1"/>
          <p:nvPr/>
        </p:nvSpPr>
        <p:spPr>
          <a:xfrm>
            <a:off x="5759109" y="5349240"/>
            <a:ext cx="3506506" cy="548640"/>
          </a:xfrm>
          <a:prstGeom prst="rect">
            <a:avLst/>
          </a:prstGeom>
          <a:noFill/>
          <a:ln/>
        </p:spPr>
        <p:txBody>
          <a:bodyPr wrap="square" lIns="0" tIns="0" rIns="0" bIns="0" rtlCol="0" anchor="ctr"/>
          <a:lstStyle/>
          <a:p>
            <a:pPr indent="0" marL="0">
              <a:buNone/>
            </a:pPr>
            <a:r>
              <a:rPr lang="en-US" sz="1400" dirty="0">
                <a:solidFill>
                  <a:srgbClr val="4A5058"/>
                </a:solidFill>
              </a:rPr>
              <a:t>The reel opens with this small reference photo in the corner:</a:t>
            </a:r>
            <a:endParaRPr lang="en-US" sz="1400" dirty="0"/>
          </a:p>
        </p:txBody>
      </p:sp>
      <p:pic>
        <p:nvPicPr>
          <p:cNvPr id="17" name="Image 1" descr="Small reference photo shown in the corner of the first frames: a straight road lined with orange flowers">    </p:cNvPr>
          <p:cNvPicPr>
            <a:picLocks noChangeAspect="1"/>
          </p:cNvPicPr>
          <p:nvPr/>
        </p:nvPicPr>
        <p:blipFill>
          <a:blip r:embed="rId2"/>
          <a:stretch>
            <a:fillRect/>
          </a:stretch>
        </p:blipFill>
        <p:spPr>
          <a:xfrm>
            <a:off x="9448495" y="5212080"/>
            <a:ext cx="2194560" cy="1062990"/>
          </a:xfrm>
          <a:prstGeom prst="rect">
            <a:avLst/>
          </a:prstGeom>
        </p:spPr>
      </p:pic>
      <p:sp>
        <p:nvSpPr>
          <p:cNvPr id="25" name="Slide Number Placeholder 0"/>
          <p:cNvSpPr>
            <a:spLocks noGrp="1"/>
          </p:cNvSpPr>
          <p:nvPr>
            <p:ph type="sldNum" sz="quarter" idx="4294967295"/>
          </p:nvPr>
        </p:nvSpPr>
        <p:spPr>
          <a:xfrm>
            <a:off x="11155680" y="6510528"/>
            <a:ext cx="548640" cy="228600"/>
          </a:xfrm>
          <a:prstGeom prst="rect">
            <a:avLst/>
          </a:prstGeom>
          <a:extLst>
            <a:ext uri="{C572A759-6A51-4108-AA02-DFA0A04FC94B}">
              <ma14:wrappingTextBoxFlag xmlns:ma14="http://schemas.microsoft.com/office/mac/drawingml/2011/main" val="0"/>
            </a:ext>
          </a:extLst>
        </p:spPr>
        <p:txBody>
          <a:bodyPr/>
          <a:lstStyle>
            <a:lvl1pPr>
              <a:defRPr sz="1000">
                <a:solidFill>
                  <a:srgbClr val="6D7072"/>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685800"/>
          </a:xfrm>
          <a:prstGeom prst="rect">
            <a:avLst/>
          </a:prstGeom>
          <a:noFill/>
          <a:ln/>
        </p:spPr>
        <p:txBody>
          <a:bodyPr wrap="square" lIns="0" tIns="0" rIns="0" bIns="0" rtlCol="0" anchor="ctr"/>
          <a:lstStyle/>
          <a:p>
            <a:pPr algn="l" indent="0" marL="0">
              <a:buNone/>
            </a:pPr>
            <a:r>
              <a:rPr lang="en-US" sz="3000" b="1" dirty="0">
                <a:solidFill>
                  <a:schemeClr val="tx2"/>
                </a:solidFill>
              </a:rPr>
              <a:t>The painting in nine stages</a:t>
            </a:r>
            <a:endParaRPr lang="en-US" sz="3000" dirty="0"/>
          </a:p>
        </p:txBody>
      </p:sp>
      <p:sp>
        <p:nvSpPr>
          <p:cNvPr id="3" name="Shape 1"/>
          <p:cNvSpPr/>
          <p:nvPr/>
        </p:nvSpPr>
        <p:spPr>
          <a:xfrm>
            <a:off x="548640" y="1188720"/>
            <a:ext cx="3611880" cy="1627632"/>
          </a:xfrm>
          <a:prstGeom prst="roundRect">
            <a:avLst>
              <a:gd name="adj" fmla="val 4494"/>
            </a:avLst>
          </a:prstGeom>
          <a:solidFill>
            <a:srgbClr val="FFFFFF"/>
          </a:solidFill>
          <a:ln/>
          <a:effectLst>
            <a:outerShdw sx="100000" sy="100000" kx="0" ky="0" algn="bl" rotWithShape="0" blurRad="76200" dist="25400" dir="5400000">
              <a:srgbClr val="000000">
                <a:alpha val="12000"/>
              </a:srgbClr>
            </a:outerShdw>
          </a:effectLst>
        </p:spPr>
      </p:sp>
      <p:pic>
        <p:nvPicPr>
          <p:cNvPr id="4" name="Image 0" descr="Painting after the Pencil drawing stage">    </p:cNvPr>
          <p:cNvPicPr>
            <a:picLocks noChangeAspect="1"/>
          </p:cNvPicPr>
          <p:nvPr/>
        </p:nvPicPr>
        <p:blipFill>
          <a:blip r:embed="rId1"/>
          <a:stretch>
            <a:fillRect/>
          </a:stretch>
        </p:blipFill>
        <p:spPr>
          <a:xfrm>
            <a:off x="658368" y="1298448"/>
            <a:ext cx="1240684" cy="1408176"/>
          </a:xfrm>
          <a:prstGeom prst="rect">
            <a:avLst/>
          </a:prstGeom>
        </p:spPr>
      </p:pic>
      <p:sp>
        <p:nvSpPr>
          <p:cNvPr id="5" name="Text 2"/>
          <p:cNvSpPr txBox="1"/>
          <p:nvPr/>
        </p:nvSpPr>
        <p:spPr>
          <a:xfrm>
            <a:off x="2036212" y="1298448"/>
            <a:ext cx="2014580" cy="292608"/>
          </a:xfrm>
          <a:prstGeom prst="rect">
            <a:avLst/>
          </a:prstGeom>
          <a:noFill/>
          <a:ln/>
        </p:spPr>
        <p:txBody>
          <a:bodyPr wrap="square" lIns="0" tIns="0" rIns="0" bIns="0" rtlCol="0" anchor="ctr"/>
          <a:lstStyle/>
          <a:p>
            <a:pPr indent="0" marL="0">
              <a:buNone/>
            </a:pPr>
            <a:r>
              <a:rPr lang="en-US" sz="1500" b="1" dirty="0">
                <a:solidFill>
                  <a:schemeClr val="tx2"/>
                </a:solidFill>
              </a:rPr>
              <a:t>1. Pencil drawing</a:t>
            </a:r>
            <a:endParaRPr lang="en-US" sz="1500" dirty="0"/>
          </a:p>
        </p:txBody>
      </p:sp>
      <p:sp>
        <p:nvSpPr>
          <p:cNvPr id="6" name="Text 3"/>
          <p:cNvSpPr txBox="1"/>
          <p:nvPr/>
        </p:nvSpPr>
        <p:spPr>
          <a:xfrm>
            <a:off x="2036212" y="1600200"/>
            <a:ext cx="2014580" cy="237744"/>
          </a:xfrm>
          <a:prstGeom prst="rect">
            <a:avLst/>
          </a:prstGeom>
          <a:noFill/>
          <a:ln/>
        </p:spPr>
        <p:txBody>
          <a:bodyPr wrap="square" lIns="0" tIns="0" rIns="0" bIns="0" rtlCol="0" anchor="ctr"/>
          <a:lstStyle/>
          <a:p>
            <a:pPr indent="0" marL="0">
              <a:buNone/>
            </a:pPr>
            <a:r>
              <a:rPr lang="en-US" sz="1200" b="1" dirty="0">
                <a:solidFill>
                  <a:srgbClr val="5A6068"/>
                </a:solidFill>
              </a:rPr>
              <a:t>Steps 1–3</a:t>
            </a:r>
            <a:endParaRPr lang="en-US" sz="1200" dirty="0"/>
          </a:p>
        </p:txBody>
      </p:sp>
      <p:sp>
        <p:nvSpPr>
          <p:cNvPr id="7" name="Text 4"/>
          <p:cNvSpPr txBox="1"/>
          <p:nvPr/>
        </p:nvSpPr>
        <p:spPr>
          <a:xfrm>
            <a:off x="2036212" y="1865376"/>
            <a:ext cx="2014580" cy="822960"/>
          </a:xfrm>
          <a:prstGeom prst="rect">
            <a:avLst/>
          </a:prstGeom>
          <a:noFill/>
          <a:ln/>
        </p:spPr>
        <p:txBody>
          <a:bodyPr wrap="square" lIns="0" tIns="0" rIns="0" bIns="0" rtlCol="0" anchor="t"/>
          <a:lstStyle/>
          <a:p>
            <a:pPr indent="0" marL="0">
              <a:buNone/>
            </a:pPr>
            <a:r>
              <a:rPr lang="en-US" sz="1200" dirty="0">
                <a:solidFill>
                  <a:schemeClr val="tx1"/>
                </a:solidFill>
              </a:rPr>
              <a:t>Build the one-point perspective frame, treeline and trunks in light pencil.</a:t>
            </a:r>
            <a:endParaRPr lang="en-US" sz="1200" dirty="0"/>
          </a:p>
        </p:txBody>
      </p:sp>
      <p:sp>
        <p:nvSpPr>
          <p:cNvPr id="8" name="Shape 5"/>
          <p:cNvSpPr/>
          <p:nvPr/>
        </p:nvSpPr>
        <p:spPr>
          <a:xfrm>
            <a:off x="4315968" y="1188720"/>
            <a:ext cx="3611880" cy="1627632"/>
          </a:xfrm>
          <a:prstGeom prst="roundRect">
            <a:avLst>
              <a:gd name="adj" fmla="val 4494"/>
            </a:avLst>
          </a:prstGeom>
          <a:solidFill>
            <a:srgbClr val="FFFFFF"/>
          </a:solidFill>
          <a:ln/>
          <a:effectLst>
            <a:outerShdw sx="100000" sy="100000" kx="0" ky="0" algn="bl" rotWithShape="0" blurRad="76200" dist="25400" dir="5400000">
              <a:srgbClr val="000000">
                <a:alpha val="12000"/>
              </a:srgbClr>
            </a:outerShdw>
          </a:effectLst>
        </p:spPr>
      </p:sp>
      <p:pic>
        <p:nvPicPr>
          <p:cNvPr id="9" name="Image 1" descr="Painting after the Sky stage">    </p:cNvPr>
          <p:cNvPicPr>
            <a:picLocks noChangeAspect="1"/>
          </p:cNvPicPr>
          <p:nvPr/>
        </p:nvPicPr>
        <p:blipFill>
          <a:blip r:embed="rId2"/>
          <a:stretch>
            <a:fillRect/>
          </a:stretch>
        </p:blipFill>
        <p:spPr>
          <a:xfrm>
            <a:off x="4425696" y="1298448"/>
            <a:ext cx="1240684" cy="1408176"/>
          </a:xfrm>
          <a:prstGeom prst="rect">
            <a:avLst/>
          </a:prstGeom>
        </p:spPr>
      </p:pic>
      <p:sp>
        <p:nvSpPr>
          <p:cNvPr id="10" name="Text 6"/>
          <p:cNvSpPr txBox="1"/>
          <p:nvPr/>
        </p:nvSpPr>
        <p:spPr>
          <a:xfrm>
            <a:off x="5803540" y="1298448"/>
            <a:ext cx="2014580" cy="292608"/>
          </a:xfrm>
          <a:prstGeom prst="rect">
            <a:avLst/>
          </a:prstGeom>
          <a:noFill/>
          <a:ln/>
        </p:spPr>
        <p:txBody>
          <a:bodyPr wrap="square" lIns="0" tIns="0" rIns="0" bIns="0" rtlCol="0" anchor="ctr"/>
          <a:lstStyle/>
          <a:p>
            <a:pPr indent="0" marL="0">
              <a:buNone/>
            </a:pPr>
            <a:r>
              <a:rPr lang="en-US" sz="1500" b="1" dirty="0">
                <a:solidFill>
                  <a:schemeClr val="tx2"/>
                </a:solidFill>
              </a:rPr>
              <a:t>2. Sky</a:t>
            </a:r>
            <a:endParaRPr lang="en-US" sz="1500" dirty="0"/>
          </a:p>
        </p:txBody>
      </p:sp>
      <p:sp>
        <p:nvSpPr>
          <p:cNvPr id="11" name="Text 7"/>
          <p:cNvSpPr txBox="1"/>
          <p:nvPr/>
        </p:nvSpPr>
        <p:spPr>
          <a:xfrm>
            <a:off x="5803540" y="1600200"/>
            <a:ext cx="2014580" cy="237744"/>
          </a:xfrm>
          <a:prstGeom prst="rect">
            <a:avLst/>
          </a:prstGeom>
          <a:noFill/>
          <a:ln/>
        </p:spPr>
        <p:txBody>
          <a:bodyPr wrap="square" lIns="0" tIns="0" rIns="0" bIns="0" rtlCol="0" anchor="ctr"/>
          <a:lstStyle/>
          <a:p>
            <a:pPr indent="0" marL="0">
              <a:buNone/>
            </a:pPr>
            <a:r>
              <a:rPr lang="en-US" sz="1200" b="1" dirty="0">
                <a:solidFill>
                  <a:srgbClr val="2F5FC4"/>
                </a:solidFill>
              </a:rPr>
              <a:t>Steps 4–7</a:t>
            </a:r>
            <a:endParaRPr lang="en-US" sz="1200" dirty="0"/>
          </a:p>
        </p:txBody>
      </p:sp>
      <p:sp>
        <p:nvSpPr>
          <p:cNvPr id="12" name="Text 8"/>
          <p:cNvSpPr txBox="1"/>
          <p:nvPr/>
        </p:nvSpPr>
        <p:spPr>
          <a:xfrm>
            <a:off x="5803540" y="1865376"/>
            <a:ext cx="2014580" cy="822960"/>
          </a:xfrm>
          <a:prstGeom prst="rect">
            <a:avLst/>
          </a:prstGeom>
          <a:noFill/>
          <a:ln/>
        </p:spPr>
        <p:txBody>
          <a:bodyPr wrap="square" lIns="0" tIns="0" rIns="0" bIns="0" rtlCol="0" anchor="t"/>
          <a:lstStyle/>
          <a:p>
            <a:pPr indent="0" marL="0">
              <a:buNone/>
            </a:pPr>
            <a:r>
              <a:rPr lang="en-US" sz="1200" dirty="0">
                <a:solidFill>
                  <a:schemeClr val="tx1"/>
                </a:solidFill>
              </a:rPr>
              <a:t>Loose blue washes and dabbed clouds, with white paper left between.</a:t>
            </a:r>
            <a:endParaRPr lang="en-US" sz="1200" dirty="0"/>
          </a:p>
        </p:txBody>
      </p:sp>
      <p:sp>
        <p:nvSpPr>
          <p:cNvPr id="13" name="Shape 9"/>
          <p:cNvSpPr/>
          <p:nvPr/>
        </p:nvSpPr>
        <p:spPr>
          <a:xfrm>
            <a:off x="8083296" y="1188720"/>
            <a:ext cx="3611880" cy="1627632"/>
          </a:xfrm>
          <a:prstGeom prst="roundRect">
            <a:avLst>
              <a:gd name="adj" fmla="val 4494"/>
            </a:avLst>
          </a:prstGeom>
          <a:solidFill>
            <a:srgbClr val="FFFFFF"/>
          </a:solidFill>
          <a:ln/>
          <a:effectLst>
            <a:outerShdw sx="100000" sy="100000" kx="0" ky="0" algn="bl" rotWithShape="0" blurRad="76200" dist="25400" dir="5400000">
              <a:srgbClr val="000000">
                <a:alpha val="12000"/>
              </a:srgbClr>
            </a:outerShdw>
          </a:effectLst>
        </p:spPr>
      </p:sp>
      <p:pic>
        <p:nvPicPr>
          <p:cNvPr id="14" name="Image 2" descr="Painting after the Distant trees stage">    </p:cNvPr>
          <p:cNvPicPr>
            <a:picLocks noChangeAspect="1"/>
          </p:cNvPicPr>
          <p:nvPr/>
        </p:nvPicPr>
        <p:blipFill>
          <a:blip r:embed="rId3"/>
          <a:stretch>
            <a:fillRect/>
          </a:stretch>
        </p:blipFill>
        <p:spPr>
          <a:xfrm>
            <a:off x="8193024" y="1298448"/>
            <a:ext cx="1240684" cy="1408176"/>
          </a:xfrm>
          <a:prstGeom prst="rect">
            <a:avLst/>
          </a:prstGeom>
        </p:spPr>
      </p:pic>
      <p:sp>
        <p:nvSpPr>
          <p:cNvPr id="15" name="Text 10"/>
          <p:cNvSpPr txBox="1"/>
          <p:nvPr/>
        </p:nvSpPr>
        <p:spPr>
          <a:xfrm>
            <a:off x="9570868" y="1298448"/>
            <a:ext cx="2014580" cy="292608"/>
          </a:xfrm>
          <a:prstGeom prst="rect">
            <a:avLst/>
          </a:prstGeom>
          <a:noFill/>
          <a:ln/>
        </p:spPr>
        <p:txBody>
          <a:bodyPr wrap="square" lIns="0" tIns="0" rIns="0" bIns="0" rtlCol="0" anchor="ctr"/>
          <a:lstStyle/>
          <a:p>
            <a:pPr indent="0" marL="0">
              <a:buNone/>
            </a:pPr>
            <a:r>
              <a:rPr lang="en-US" sz="1500" b="1" dirty="0">
                <a:solidFill>
                  <a:schemeClr val="tx2"/>
                </a:solidFill>
              </a:rPr>
              <a:t>3. Distant trees</a:t>
            </a:r>
            <a:endParaRPr lang="en-US" sz="1500" dirty="0"/>
          </a:p>
        </p:txBody>
      </p:sp>
      <p:sp>
        <p:nvSpPr>
          <p:cNvPr id="16" name="Text 11"/>
          <p:cNvSpPr txBox="1"/>
          <p:nvPr/>
        </p:nvSpPr>
        <p:spPr>
          <a:xfrm>
            <a:off x="9570868" y="1600200"/>
            <a:ext cx="2014580" cy="237744"/>
          </a:xfrm>
          <a:prstGeom prst="rect">
            <a:avLst/>
          </a:prstGeom>
          <a:noFill/>
          <a:ln/>
        </p:spPr>
        <p:txBody>
          <a:bodyPr wrap="square" lIns="0" tIns="0" rIns="0" bIns="0" rtlCol="0" anchor="ctr"/>
          <a:lstStyle/>
          <a:p>
            <a:pPr indent="0" marL="0">
              <a:buNone/>
            </a:pPr>
            <a:r>
              <a:rPr lang="en-US" sz="1200" b="1" dirty="0">
                <a:solidFill>
                  <a:srgbClr val="5E6A1E"/>
                </a:solidFill>
              </a:rPr>
              <a:t>Steps 8–12</a:t>
            </a:r>
            <a:endParaRPr lang="en-US" sz="1200" dirty="0"/>
          </a:p>
        </p:txBody>
      </p:sp>
      <p:sp>
        <p:nvSpPr>
          <p:cNvPr id="17" name="Text 12"/>
          <p:cNvSpPr txBox="1"/>
          <p:nvPr/>
        </p:nvSpPr>
        <p:spPr>
          <a:xfrm>
            <a:off x="9570868" y="1865376"/>
            <a:ext cx="2014580" cy="822960"/>
          </a:xfrm>
          <a:prstGeom prst="rect">
            <a:avLst/>
          </a:prstGeom>
          <a:noFill/>
          <a:ln/>
        </p:spPr>
        <p:txBody>
          <a:bodyPr wrap="square" lIns="0" tIns="0" rIns="0" bIns="0" rtlCol="0" anchor="t"/>
          <a:lstStyle/>
          <a:p>
            <a:pPr indent="0" marL="0">
              <a:buNone/>
            </a:pPr>
            <a:r>
              <a:rPr lang="en-US" sz="1200" dirty="0">
                <a:solidFill>
                  <a:schemeClr val="tx1"/>
                </a:solidFill>
              </a:rPr>
              <a:t>Olive-green masses on both sides, with a blue-green haze at the base.</a:t>
            </a:r>
            <a:endParaRPr lang="en-US" sz="1200" dirty="0"/>
          </a:p>
        </p:txBody>
      </p:sp>
      <p:sp>
        <p:nvSpPr>
          <p:cNvPr id="18" name="Shape 13"/>
          <p:cNvSpPr/>
          <p:nvPr/>
        </p:nvSpPr>
        <p:spPr>
          <a:xfrm>
            <a:off x="548640" y="2971800"/>
            <a:ext cx="3611880" cy="1627632"/>
          </a:xfrm>
          <a:prstGeom prst="roundRect">
            <a:avLst>
              <a:gd name="adj" fmla="val 4494"/>
            </a:avLst>
          </a:prstGeom>
          <a:solidFill>
            <a:srgbClr val="FFFFFF"/>
          </a:solidFill>
          <a:ln/>
          <a:effectLst>
            <a:outerShdw sx="100000" sy="100000" kx="0" ky="0" algn="bl" rotWithShape="0" blurRad="76200" dist="25400" dir="5400000">
              <a:srgbClr val="000000">
                <a:alpha val="12000"/>
              </a:srgbClr>
            </a:outerShdw>
          </a:effectLst>
        </p:spPr>
      </p:sp>
      <p:pic>
        <p:nvPicPr>
          <p:cNvPr id="19" name="Image 3" descr="Painting after the Meadow stage">    </p:cNvPr>
          <p:cNvPicPr>
            <a:picLocks noChangeAspect="1"/>
          </p:cNvPicPr>
          <p:nvPr/>
        </p:nvPicPr>
        <p:blipFill>
          <a:blip r:embed="rId4"/>
          <a:stretch>
            <a:fillRect/>
          </a:stretch>
        </p:blipFill>
        <p:spPr>
          <a:xfrm>
            <a:off x="658368" y="3081528"/>
            <a:ext cx="1240684" cy="1408176"/>
          </a:xfrm>
          <a:prstGeom prst="rect">
            <a:avLst/>
          </a:prstGeom>
        </p:spPr>
      </p:pic>
      <p:sp>
        <p:nvSpPr>
          <p:cNvPr id="20" name="Text 14"/>
          <p:cNvSpPr txBox="1"/>
          <p:nvPr/>
        </p:nvSpPr>
        <p:spPr>
          <a:xfrm>
            <a:off x="2036212" y="3081528"/>
            <a:ext cx="2014580" cy="292608"/>
          </a:xfrm>
          <a:prstGeom prst="rect">
            <a:avLst/>
          </a:prstGeom>
          <a:noFill/>
          <a:ln/>
        </p:spPr>
        <p:txBody>
          <a:bodyPr wrap="square" lIns="0" tIns="0" rIns="0" bIns="0" rtlCol="0" anchor="ctr"/>
          <a:lstStyle/>
          <a:p>
            <a:pPr indent="0" marL="0">
              <a:buNone/>
            </a:pPr>
            <a:r>
              <a:rPr lang="en-US" sz="1500" b="1" dirty="0">
                <a:solidFill>
                  <a:schemeClr val="tx2"/>
                </a:solidFill>
              </a:rPr>
              <a:t>4. Meadow</a:t>
            </a:r>
            <a:endParaRPr lang="en-US" sz="1500" dirty="0"/>
          </a:p>
        </p:txBody>
      </p:sp>
      <p:sp>
        <p:nvSpPr>
          <p:cNvPr id="21" name="Text 15"/>
          <p:cNvSpPr txBox="1"/>
          <p:nvPr/>
        </p:nvSpPr>
        <p:spPr>
          <a:xfrm>
            <a:off x="2036212" y="3383280"/>
            <a:ext cx="2014580" cy="237744"/>
          </a:xfrm>
          <a:prstGeom prst="rect">
            <a:avLst/>
          </a:prstGeom>
          <a:noFill/>
          <a:ln/>
        </p:spPr>
        <p:txBody>
          <a:bodyPr wrap="square" lIns="0" tIns="0" rIns="0" bIns="0" rtlCol="0" anchor="ctr"/>
          <a:lstStyle/>
          <a:p>
            <a:pPr indent="0" marL="0">
              <a:buNone/>
            </a:pPr>
            <a:r>
              <a:rPr lang="en-US" sz="1200" b="1" dirty="0">
                <a:solidFill>
                  <a:srgbClr val="3F6B22"/>
                </a:solidFill>
              </a:rPr>
              <a:t>Steps 13–14</a:t>
            </a:r>
            <a:endParaRPr lang="en-US" sz="1200" dirty="0"/>
          </a:p>
        </p:txBody>
      </p:sp>
      <p:sp>
        <p:nvSpPr>
          <p:cNvPr id="22" name="Text 16"/>
          <p:cNvSpPr txBox="1"/>
          <p:nvPr/>
        </p:nvSpPr>
        <p:spPr>
          <a:xfrm>
            <a:off x="2036212" y="3648456"/>
            <a:ext cx="2014580" cy="822960"/>
          </a:xfrm>
          <a:prstGeom prst="rect">
            <a:avLst/>
          </a:prstGeom>
          <a:noFill/>
          <a:ln/>
        </p:spPr>
        <p:txBody>
          <a:bodyPr wrap="square" lIns="0" tIns="0" rIns="0" bIns="0" rtlCol="0" anchor="t"/>
          <a:lstStyle/>
          <a:p>
            <a:pPr indent="0" marL="0">
              <a:buNone/>
            </a:pPr>
            <a:r>
              <a:rPr lang="en-US" sz="1200" dirty="0">
                <a:solidFill>
                  <a:schemeClr val="tx1"/>
                </a:solidFill>
              </a:rPr>
              <a:t>Yellow-green fields that darken toward the foreground.</a:t>
            </a:r>
            <a:endParaRPr lang="en-US" sz="1200" dirty="0"/>
          </a:p>
        </p:txBody>
      </p:sp>
      <p:sp>
        <p:nvSpPr>
          <p:cNvPr id="23" name="Shape 17"/>
          <p:cNvSpPr/>
          <p:nvPr/>
        </p:nvSpPr>
        <p:spPr>
          <a:xfrm>
            <a:off x="4315968" y="2971800"/>
            <a:ext cx="3611880" cy="1627632"/>
          </a:xfrm>
          <a:prstGeom prst="roundRect">
            <a:avLst>
              <a:gd name="adj" fmla="val 4494"/>
            </a:avLst>
          </a:prstGeom>
          <a:solidFill>
            <a:srgbClr val="FFFFFF"/>
          </a:solidFill>
          <a:ln/>
          <a:effectLst>
            <a:outerShdw sx="100000" sy="100000" kx="0" ky="0" algn="bl" rotWithShape="0" blurRad="76200" dist="25400" dir="5400000">
              <a:srgbClr val="000000">
                <a:alpha val="12000"/>
              </a:srgbClr>
            </a:outerShdw>
          </a:effectLst>
        </p:spPr>
      </p:sp>
      <p:pic>
        <p:nvPicPr>
          <p:cNvPr id="24" name="Image 4" descr="Painting after the Flower beds stage">    </p:cNvPr>
          <p:cNvPicPr>
            <a:picLocks noChangeAspect="1"/>
          </p:cNvPicPr>
          <p:nvPr/>
        </p:nvPicPr>
        <p:blipFill>
          <a:blip r:embed="rId5"/>
          <a:stretch>
            <a:fillRect/>
          </a:stretch>
        </p:blipFill>
        <p:spPr>
          <a:xfrm>
            <a:off x="4425696" y="3081528"/>
            <a:ext cx="1240684" cy="1408176"/>
          </a:xfrm>
          <a:prstGeom prst="rect">
            <a:avLst/>
          </a:prstGeom>
        </p:spPr>
      </p:pic>
      <p:sp>
        <p:nvSpPr>
          <p:cNvPr id="25" name="Text 18"/>
          <p:cNvSpPr txBox="1"/>
          <p:nvPr/>
        </p:nvSpPr>
        <p:spPr>
          <a:xfrm>
            <a:off x="5803540" y="3081528"/>
            <a:ext cx="2014580" cy="292608"/>
          </a:xfrm>
          <a:prstGeom prst="rect">
            <a:avLst/>
          </a:prstGeom>
          <a:noFill/>
          <a:ln/>
        </p:spPr>
        <p:txBody>
          <a:bodyPr wrap="square" lIns="0" tIns="0" rIns="0" bIns="0" rtlCol="0" anchor="ctr"/>
          <a:lstStyle/>
          <a:p>
            <a:pPr indent="0" marL="0">
              <a:buNone/>
            </a:pPr>
            <a:r>
              <a:rPr lang="en-US" sz="1500" b="1" dirty="0">
                <a:solidFill>
                  <a:schemeClr val="tx2"/>
                </a:solidFill>
              </a:rPr>
              <a:t>5. Flower beds</a:t>
            </a:r>
            <a:endParaRPr lang="en-US" sz="1500" dirty="0"/>
          </a:p>
        </p:txBody>
      </p:sp>
      <p:sp>
        <p:nvSpPr>
          <p:cNvPr id="26" name="Text 19"/>
          <p:cNvSpPr txBox="1"/>
          <p:nvPr/>
        </p:nvSpPr>
        <p:spPr>
          <a:xfrm>
            <a:off x="5803540" y="3383280"/>
            <a:ext cx="2014580" cy="237744"/>
          </a:xfrm>
          <a:prstGeom prst="rect">
            <a:avLst/>
          </a:prstGeom>
          <a:noFill/>
          <a:ln/>
        </p:spPr>
        <p:txBody>
          <a:bodyPr wrap="square" lIns="0" tIns="0" rIns="0" bIns="0" rtlCol="0" anchor="ctr"/>
          <a:lstStyle/>
          <a:p>
            <a:pPr indent="0" marL="0">
              <a:buNone/>
            </a:pPr>
            <a:r>
              <a:rPr lang="en-US" sz="1200" b="1" dirty="0">
                <a:solidFill>
                  <a:srgbClr val="B4531A"/>
                </a:solidFill>
              </a:rPr>
              <a:t>Steps 15–21</a:t>
            </a:r>
            <a:endParaRPr lang="en-US" sz="1200" dirty="0"/>
          </a:p>
        </p:txBody>
      </p:sp>
      <p:sp>
        <p:nvSpPr>
          <p:cNvPr id="27" name="Text 20"/>
          <p:cNvSpPr txBox="1"/>
          <p:nvPr/>
        </p:nvSpPr>
        <p:spPr>
          <a:xfrm>
            <a:off x="5803540" y="3648456"/>
            <a:ext cx="2014580" cy="822960"/>
          </a:xfrm>
          <a:prstGeom prst="rect">
            <a:avLst/>
          </a:prstGeom>
          <a:noFill/>
          <a:ln/>
        </p:spPr>
        <p:txBody>
          <a:bodyPr wrap="square" lIns="0" tIns="0" rIns="0" bIns="0" rtlCol="0" anchor="t"/>
          <a:lstStyle/>
          <a:p>
            <a:pPr indent="0" marL="0">
              <a:buNone/>
            </a:pPr>
            <a:r>
              <a:rPr lang="en-US" sz="1200" dirty="0">
                <a:solidFill>
                  <a:schemeClr val="tx1"/>
                </a:solidFill>
              </a:rPr>
              <a:t>Loose dabs of red, orange and yellow, then dark green leaves.</a:t>
            </a:r>
            <a:endParaRPr lang="en-US" sz="1200" dirty="0"/>
          </a:p>
        </p:txBody>
      </p:sp>
      <p:sp>
        <p:nvSpPr>
          <p:cNvPr id="28" name="Shape 21"/>
          <p:cNvSpPr/>
          <p:nvPr/>
        </p:nvSpPr>
        <p:spPr>
          <a:xfrm>
            <a:off x="8083296" y="2971800"/>
            <a:ext cx="3611880" cy="1627632"/>
          </a:xfrm>
          <a:prstGeom prst="roundRect">
            <a:avLst>
              <a:gd name="adj" fmla="val 4494"/>
            </a:avLst>
          </a:prstGeom>
          <a:solidFill>
            <a:srgbClr val="FFFFFF"/>
          </a:solidFill>
          <a:ln/>
          <a:effectLst>
            <a:outerShdw sx="100000" sy="100000" kx="0" ky="0" algn="bl" rotWithShape="0" blurRad="76200" dist="25400" dir="5400000">
              <a:srgbClr val="000000">
                <a:alpha val="12000"/>
              </a:srgbClr>
            </a:outerShdw>
          </a:effectLst>
        </p:spPr>
      </p:sp>
      <p:pic>
        <p:nvPicPr>
          <p:cNvPr id="29" name="Image 5" descr="Painting after the Tree trunks stage">    </p:cNvPr>
          <p:cNvPicPr>
            <a:picLocks noChangeAspect="1"/>
          </p:cNvPicPr>
          <p:nvPr/>
        </p:nvPicPr>
        <p:blipFill>
          <a:blip r:embed="rId6"/>
          <a:stretch>
            <a:fillRect/>
          </a:stretch>
        </p:blipFill>
        <p:spPr>
          <a:xfrm>
            <a:off x="8193024" y="3081528"/>
            <a:ext cx="1240684" cy="1408176"/>
          </a:xfrm>
          <a:prstGeom prst="rect">
            <a:avLst/>
          </a:prstGeom>
        </p:spPr>
      </p:pic>
      <p:sp>
        <p:nvSpPr>
          <p:cNvPr id="30" name="Text 22"/>
          <p:cNvSpPr txBox="1"/>
          <p:nvPr/>
        </p:nvSpPr>
        <p:spPr>
          <a:xfrm>
            <a:off x="9570868" y="3081528"/>
            <a:ext cx="2014580" cy="292608"/>
          </a:xfrm>
          <a:prstGeom prst="rect">
            <a:avLst/>
          </a:prstGeom>
          <a:noFill/>
          <a:ln/>
        </p:spPr>
        <p:txBody>
          <a:bodyPr wrap="square" lIns="0" tIns="0" rIns="0" bIns="0" rtlCol="0" anchor="ctr"/>
          <a:lstStyle/>
          <a:p>
            <a:pPr indent="0" marL="0">
              <a:buNone/>
            </a:pPr>
            <a:r>
              <a:rPr lang="en-US" sz="1500" b="1" dirty="0">
                <a:solidFill>
                  <a:schemeClr val="tx2"/>
                </a:solidFill>
              </a:rPr>
              <a:t>6. Tree trunks</a:t>
            </a:r>
            <a:endParaRPr lang="en-US" sz="1500" dirty="0"/>
          </a:p>
        </p:txBody>
      </p:sp>
      <p:sp>
        <p:nvSpPr>
          <p:cNvPr id="31" name="Text 23"/>
          <p:cNvSpPr txBox="1"/>
          <p:nvPr/>
        </p:nvSpPr>
        <p:spPr>
          <a:xfrm>
            <a:off x="9570868" y="3383280"/>
            <a:ext cx="2014580" cy="237744"/>
          </a:xfrm>
          <a:prstGeom prst="rect">
            <a:avLst/>
          </a:prstGeom>
          <a:noFill/>
          <a:ln/>
        </p:spPr>
        <p:txBody>
          <a:bodyPr wrap="square" lIns="0" tIns="0" rIns="0" bIns="0" rtlCol="0" anchor="ctr"/>
          <a:lstStyle/>
          <a:p>
            <a:pPr indent="0" marL="0">
              <a:buNone/>
            </a:pPr>
            <a:r>
              <a:rPr lang="en-US" sz="1200" b="1" dirty="0">
                <a:solidFill>
                  <a:srgbClr val="4B432B"/>
                </a:solidFill>
              </a:rPr>
              <a:t>Steps 22–25</a:t>
            </a:r>
            <a:endParaRPr lang="en-US" sz="1200" dirty="0"/>
          </a:p>
        </p:txBody>
      </p:sp>
      <p:sp>
        <p:nvSpPr>
          <p:cNvPr id="32" name="Text 24"/>
          <p:cNvSpPr txBox="1"/>
          <p:nvPr/>
        </p:nvSpPr>
        <p:spPr>
          <a:xfrm>
            <a:off x="9570868" y="3648456"/>
            <a:ext cx="2014580" cy="822960"/>
          </a:xfrm>
          <a:prstGeom prst="rect">
            <a:avLst/>
          </a:prstGeom>
          <a:noFill/>
          <a:ln/>
        </p:spPr>
        <p:txBody>
          <a:bodyPr wrap="square" lIns="0" tIns="0" rIns="0" bIns="0" rtlCol="0" anchor="t"/>
          <a:lstStyle/>
          <a:p>
            <a:pPr indent="0" marL="0">
              <a:buNone/>
            </a:pPr>
            <a:r>
              <a:rPr lang="en-US" sz="1200" dirty="0">
                <a:solidFill>
                  <a:schemeClr val="tx1"/>
                </a:solidFill>
              </a:rPr>
              <a:t>Thin brown trunks and forked twigs, small and fine near the horizon.</a:t>
            </a:r>
            <a:endParaRPr lang="en-US" sz="1200" dirty="0"/>
          </a:p>
        </p:txBody>
      </p:sp>
      <p:sp>
        <p:nvSpPr>
          <p:cNvPr id="33" name="Shape 25"/>
          <p:cNvSpPr/>
          <p:nvPr/>
        </p:nvSpPr>
        <p:spPr>
          <a:xfrm>
            <a:off x="548640" y="4754880"/>
            <a:ext cx="3611880" cy="1627632"/>
          </a:xfrm>
          <a:prstGeom prst="roundRect">
            <a:avLst>
              <a:gd name="adj" fmla="val 4494"/>
            </a:avLst>
          </a:prstGeom>
          <a:solidFill>
            <a:srgbClr val="FFFFFF"/>
          </a:solidFill>
          <a:ln/>
          <a:effectLst>
            <a:outerShdw sx="100000" sy="100000" kx="0" ky="0" algn="bl" rotWithShape="0" blurRad="76200" dist="25400" dir="5400000">
              <a:srgbClr val="000000">
                <a:alpha val="12000"/>
              </a:srgbClr>
            </a:outerShdw>
          </a:effectLst>
        </p:spPr>
      </p:sp>
      <p:pic>
        <p:nvPicPr>
          <p:cNvPr id="34" name="Image 6" descr="Painting after the Road stage">    </p:cNvPr>
          <p:cNvPicPr>
            <a:picLocks noChangeAspect="1"/>
          </p:cNvPicPr>
          <p:nvPr/>
        </p:nvPicPr>
        <p:blipFill>
          <a:blip r:embed="rId7"/>
          <a:stretch>
            <a:fillRect/>
          </a:stretch>
        </p:blipFill>
        <p:spPr>
          <a:xfrm>
            <a:off x="658368" y="4864608"/>
            <a:ext cx="1240684" cy="1408176"/>
          </a:xfrm>
          <a:prstGeom prst="rect">
            <a:avLst/>
          </a:prstGeom>
        </p:spPr>
      </p:pic>
      <p:sp>
        <p:nvSpPr>
          <p:cNvPr id="35" name="Text 26"/>
          <p:cNvSpPr txBox="1"/>
          <p:nvPr/>
        </p:nvSpPr>
        <p:spPr>
          <a:xfrm>
            <a:off x="2036212" y="4864608"/>
            <a:ext cx="2014580" cy="292608"/>
          </a:xfrm>
          <a:prstGeom prst="rect">
            <a:avLst/>
          </a:prstGeom>
          <a:noFill/>
          <a:ln/>
        </p:spPr>
        <p:txBody>
          <a:bodyPr wrap="square" lIns="0" tIns="0" rIns="0" bIns="0" rtlCol="0" anchor="ctr"/>
          <a:lstStyle/>
          <a:p>
            <a:pPr indent="0" marL="0">
              <a:buNone/>
            </a:pPr>
            <a:r>
              <a:rPr lang="en-US" sz="1500" b="1" dirty="0">
                <a:solidFill>
                  <a:schemeClr val="tx2"/>
                </a:solidFill>
              </a:rPr>
              <a:t>7. Road</a:t>
            </a:r>
            <a:endParaRPr lang="en-US" sz="1500" dirty="0"/>
          </a:p>
        </p:txBody>
      </p:sp>
      <p:sp>
        <p:nvSpPr>
          <p:cNvPr id="36" name="Text 27"/>
          <p:cNvSpPr txBox="1"/>
          <p:nvPr/>
        </p:nvSpPr>
        <p:spPr>
          <a:xfrm>
            <a:off x="2036212" y="5166360"/>
            <a:ext cx="2014580" cy="237744"/>
          </a:xfrm>
          <a:prstGeom prst="rect">
            <a:avLst/>
          </a:prstGeom>
          <a:noFill/>
          <a:ln/>
        </p:spPr>
        <p:txBody>
          <a:bodyPr wrap="square" lIns="0" tIns="0" rIns="0" bIns="0" rtlCol="0" anchor="ctr"/>
          <a:lstStyle/>
          <a:p>
            <a:pPr indent="0" marL="0">
              <a:buNone/>
            </a:pPr>
            <a:r>
              <a:rPr lang="en-US" sz="1200" b="1" dirty="0">
                <a:solidFill>
                  <a:srgbClr val="3F454C"/>
                </a:solidFill>
              </a:rPr>
              <a:t>Steps 26–27</a:t>
            </a:r>
            <a:endParaRPr lang="en-US" sz="1200" dirty="0"/>
          </a:p>
        </p:txBody>
      </p:sp>
      <p:sp>
        <p:nvSpPr>
          <p:cNvPr id="37" name="Text 28"/>
          <p:cNvSpPr txBox="1"/>
          <p:nvPr/>
        </p:nvSpPr>
        <p:spPr>
          <a:xfrm>
            <a:off x="2036212" y="5431536"/>
            <a:ext cx="2014580" cy="822960"/>
          </a:xfrm>
          <a:prstGeom prst="rect">
            <a:avLst/>
          </a:prstGeom>
          <a:noFill/>
          <a:ln/>
        </p:spPr>
        <p:txBody>
          <a:bodyPr wrap="square" lIns="0" tIns="0" rIns="0" bIns="0" rtlCol="0" anchor="t"/>
          <a:lstStyle/>
          <a:p>
            <a:pPr indent="0" marL="0">
              <a:buNone/>
            </a:pPr>
            <a:r>
              <a:rPr lang="en-US" sz="1200" dirty="0">
                <a:solidFill>
                  <a:schemeClr val="tx1"/>
                </a:solidFill>
              </a:rPr>
              <a:t>Gray road from the vanishing point down, white dashes left bare.</a:t>
            </a:r>
            <a:endParaRPr lang="en-US" sz="1200" dirty="0"/>
          </a:p>
        </p:txBody>
      </p:sp>
      <p:sp>
        <p:nvSpPr>
          <p:cNvPr id="38" name="Shape 29"/>
          <p:cNvSpPr/>
          <p:nvPr/>
        </p:nvSpPr>
        <p:spPr>
          <a:xfrm>
            <a:off x="4315968" y="4754880"/>
            <a:ext cx="3611880" cy="1627632"/>
          </a:xfrm>
          <a:prstGeom prst="roundRect">
            <a:avLst>
              <a:gd name="adj" fmla="val 4494"/>
            </a:avLst>
          </a:prstGeom>
          <a:solidFill>
            <a:srgbClr val="FFFFFF"/>
          </a:solidFill>
          <a:ln/>
          <a:effectLst>
            <a:outerShdw sx="100000" sy="100000" kx="0" ky="0" algn="bl" rotWithShape="0" blurRad="76200" dist="25400" dir="5400000">
              <a:srgbClr val="000000">
                <a:alpha val="12000"/>
              </a:srgbClr>
            </a:outerShdw>
          </a:effectLst>
        </p:spPr>
      </p:sp>
      <p:pic>
        <p:nvPicPr>
          <p:cNvPr id="39" name="Image 7" descr="Painting after the Autumn leaves stage">    </p:cNvPr>
          <p:cNvPicPr>
            <a:picLocks noChangeAspect="1"/>
          </p:cNvPicPr>
          <p:nvPr/>
        </p:nvPicPr>
        <p:blipFill>
          <a:blip r:embed="rId8"/>
          <a:stretch>
            <a:fillRect/>
          </a:stretch>
        </p:blipFill>
        <p:spPr>
          <a:xfrm>
            <a:off x="4425696" y="4864608"/>
            <a:ext cx="1240684" cy="1408176"/>
          </a:xfrm>
          <a:prstGeom prst="rect">
            <a:avLst/>
          </a:prstGeom>
        </p:spPr>
      </p:pic>
      <p:sp>
        <p:nvSpPr>
          <p:cNvPr id="40" name="Text 30"/>
          <p:cNvSpPr txBox="1"/>
          <p:nvPr/>
        </p:nvSpPr>
        <p:spPr>
          <a:xfrm>
            <a:off x="5803540" y="4864608"/>
            <a:ext cx="2014580" cy="292608"/>
          </a:xfrm>
          <a:prstGeom prst="rect">
            <a:avLst/>
          </a:prstGeom>
          <a:noFill/>
          <a:ln/>
        </p:spPr>
        <p:txBody>
          <a:bodyPr wrap="square" lIns="0" tIns="0" rIns="0" bIns="0" rtlCol="0" anchor="ctr"/>
          <a:lstStyle/>
          <a:p>
            <a:pPr indent="0" marL="0">
              <a:buNone/>
            </a:pPr>
            <a:r>
              <a:rPr lang="en-US" sz="1500" b="1" dirty="0">
                <a:solidFill>
                  <a:schemeClr val="tx2"/>
                </a:solidFill>
              </a:rPr>
              <a:t>8. Autumn leaves</a:t>
            </a:r>
            <a:endParaRPr lang="en-US" sz="1500" dirty="0"/>
          </a:p>
        </p:txBody>
      </p:sp>
      <p:sp>
        <p:nvSpPr>
          <p:cNvPr id="41" name="Text 31"/>
          <p:cNvSpPr txBox="1"/>
          <p:nvPr/>
        </p:nvSpPr>
        <p:spPr>
          <a:xfrm>
            <a:off x="5803540" y="5166360"/>
            <a:ext cx="2014580" cy="237744"/>
          </a:xfrm>
          <a:prstGeom prst="rect">
            <a:avLst/>
          </a:prstGeom>
          <a:noFill/>
          <a:ln/>
        </p:spPr>
        <p:txBody>
          <a:bodyPr wrap="square" lIns="0" tIns="0" rIns="0" bIns="0" rtlCol="0" anchor="ctr"/>
          <a:lstStyle/>
          <a:p>
            <a:pPr indent="0" marL="0">
              <a:buNone/>
            </a:pPr>
            <a:r>
              <a:rPr lang="en-US" sz="1200" b="1" dirty="0">
                <a:solidFill>
                  <a:srgbClr val="B0402F"/>
                </a:solidFill>
              </a:rPr>
              <a:t>Steps 28–32</a:t>
            </a:r>
            <a:endParaRPr lang="en-US" sz="1200" dirty="0"/>
          </a:p>
        </p:txBody>
      </p:sp>
      <p:sp>
        <p:nvSpPr>
          <p:cNvPr id="42" name="Text 32"/>
          <p:cNvSpPr txBox="1"/>
          <p:nvPr/>
        </p:nvSpPr>
        <p:spPr>
          <a:xfrm>
            <a:off x="5803540" y="5431536"/>
            <a:ext cx="2014580" cy="822960"/>
          </a:xfrm>
          <a:prstGeom prst="rect">
            <a:avLst/>
          </a:prstGeom>
          <a:noFill/>
          <a:ln/>
        </p:spPr>
        <p:txBody>
          <a:bodyPr wrap="square" lIns="0" tIns="0" rIns="0" bIns="0" rtlCol="0" anchor="t"/>
          <a:lstStyle/>
          <a:p>
            <a:pPr indent="0" marL="0">
              <a:buNone/>
            </a:pPr>
            <a:r>
              <a:rPr lang="en-US" sz="1200" dirty="0">
                <a:solidFill>
                  <a:schemeClr val="tx1"/>
                </a:solidFill>
              </a:rPr>
              <a:t>Yellow, orange and maroon clusters on the right; gray-green on the left.</a:t>
            </a:r>
            <a:endParaRPr lang="en-US" sz="1200" dirty="0"/>
          </a:p>
        </p:txBody>
      </p:sp>
      <p:sp>
        <p:nvSpPr>
          <p:cNvPr id="43" name="Shape 33"/>
          <p:cNvSpPr/>
          <p:nvPr/>
        </p:nvSpPr>
        <p:spPr>
          <a:xfrm>
            <a:off x="8083296" y="4754880"/>
            <a:ext cx="3611880" cy="1627632"/>
          </a:xfrm>
          <a:prstGeom prst="roundRect">
            <a:avLst>
              <a:gd name="adj" fmla="val 4494"/>
            </a:avLst>
          </a:prstGeom>
          <a:solidFill>
            <a:srgbClr val="FFFFFF"/>
          </a:solidFill>
          <a:ln/>
          <a:effectLst>
            <a:outerShdw sx="100000" sy="100000" kx="0" ky="0" algn="bl" rotWithShape="0" blurRad="76200" dist="25400" dir="5400000">
              <a:srgbClr val="000000">
                <a:alpha val="12000"/>
              </a:srgbClr>
            </a:outerShdw>
          </a:effectLst>
        </p:spPr>
      </p:sp>
      <p:pic>
        <p:nvPicPr>
          <p:cNvPr id="44" name="Image 8" descr="Painting after the Finished painting stage">    </p:cNvPr>
          <p:cNvPicPr>
            <a:picLocks noChangeAspect="1"/>
          </p:cNvPicPr>
          <p:nvPr/>
        </p:nvPicPr>
        <p:blipFill>
          <a:blip r:embed="rId9"/>
          <a:stretch>
            <a:fillRect/>
          </a:stretch>
        </p:blipFill>
        <p:spPr>
          <a:xfrm>
            <a:off x="8193024" y="4864608"/>
            <a:ext cx="1240684" cy="1408176"/>
          </a:xfrm>
          <a:prstGeom prst="rect">
            <a:avLst/>
          </a:prstGeom>
        </p:spPr>
      </p:pic>
      <p:sp>
        <p:nvSpPr>
          <p:cNvPr id="45" name="Text 34"/>
          <p:cNvSpPr txBox="1"/>
          <p:nvPr/>
        </p:nvSpPr>
        <p:spPr>
          <a:xfrm>
            <a:off x="9570868" y="4864608"/>
            <a:ext cx="2014580" cy="292608"/>
          </a:xfrm>
          <a:prstGeom prst="rect">
            <a:avLst/>
          </a:prstGeom>
          <a:noFill/>
          <a:ln/>
        </p:spPr>
        <p:txBody>
          <a:bodyPr wrap="square" lIns="0" tIns="0" rIns="0" bIns="0" rtlCol="0" anchor="ctr"/>
          <a:lstStyle/>
          <a:p>
            <a:pPr indent="0" marL="0">
              <a:buNone/>
            </a:pPr>
            <a:r>
              <a:rPr lang="en-US" sz="1500" b="1" dirty="0">
                <a:solidFill>
                  <a:schemeClr val="tx2"/>
                </a:solidFill>
              </a:rPr>
              <a:t>9. Finished painting</a:t>
            </a:r>
            <a:endParaRPr lang="en-US" sz="1500" dirty="0"/>
          </a:p>
        </p:txBody>
      </p:sp>
      <p:sp>
        <p:nvSpPr>
          <p:cNvPr id="46" name="Text 35"/>
          <p:cNvSpPr txBox="1"/>
          <p:nvPr/>
        </p:nvSpPr>
        <p:spPr>
          <a:xfrm>
            <a:off x="9570868" y="5166360"/>
            <a:ext cx="2014580" cy="237744"/>
          </a:xfrm>
          <a:prstGeom prst="rect">
            <a:avLst/>
          </a:prstGeom>
          <a:noFill/>
          <a:ln/>
        </p:spPr>
        <p:txBody>
          <a:bodyPr wrap="square" lIns="0" tIns="0" rIns="0" bIns="0" rtlCol="0" anchor="ctr"/>
          <a:lstStyle/>
          <a:p>
            <a:pPr indent="0" marL="0">
              <a:buNone/>
            </a:pPr>
            <a:r>
              <a:rPr lang="en-US" sz="1200" b="1" dirty="0">
                <a:solidFill>
                  <a:srgbClr val="2D4216"/>
                </a:solidFill>
              </a:rPr>
              <a:t>Steps 33–34</a:t>
            </a:r>
            <a:endParaRPr lang="en-US" sz="1200" dirty="0"/>
          </a:p>
        </p:txBody>
      </p:sp>
      <p:sp>
        <p:nvSpPr>
          <p:cNvPr id="47" name="Text 36"/>
          <p:cNvSpPr txBox="1"/>
          <p:nvPr/>
        </p:nvSpPr>
        <p:spPr>
          <a:xfrm>
            <a:off x="9570868" y="5431536"/>
            <a:ext cx="2014580" cy="822960"/>
          </a:xfrm>
          <a:prstGeom prst="rect">
            <a:avLst/>
          </a:prstGeom>
          <a:noFill/>
          <a:ln/>
        </p:spPr>
        <p:txBody>
          <a:bodyPr wrap="square" lIns="0" tIns="0" rIns="0" bIns="0" rtlCol="0" anchor="t"/>
          <a:lstStyle/>
          <a:p>
            <a:pPr indent="0" marL="0">
              <a:buNone/>
            </a:pPr>
            <a:r>
              <a:rPr lang="en-US" sz="1200" dirty="0">
                <a:solidFill>
                  <a:schemeClr val="tx1"/>
                </a:solidFill>
              </a:rPr>
              <a:t>Step back, compare and study the details.</a:t>
            </a:r>
            <a:endParaRPr lang="en-US" sz="1200" dirty="0"/>
          </a:p>
        </p:txBody>
      </p:sp>
      <p:sp>
        <p:nvSpPr>
          <p:cNvPr id="25" name="Slide Number Placeholder 0"/>
          <p:cNvSpPr>
            <a:spLocks noGrp="1"/>
          </p:cNvSpPr>
          <p:nvPr>
            <p:ph type="sldNum" sz="quarter" idx="4294967295"/>
          </p:nvPr>
        </p:nvSpPr>
        <p:spPr>
          <a:xfrm>
            <a:off x="11155680" y="6510528"/>
            <a:ext cx="548640" cy="228600"/>
          </a:xfrm>
          <a:prstGeom prst="rect">
            <a:avLst/>
          </a:prstGeom>
          <a:extLst>
            <a:ext uri="{C572A759-6A51-4108-AA02-DFA0A04FC94B}">
              <ma14:wrappingTextBoxFlag xmlns:ma14="http://schemas.microsoft.com/office/mac/drawingml/2011/main" val="0"/>
            </a:ext>
          </a:extLst>
        </p:spPr>
        <p:txBody>
          <a:bodyPr/>
          <a:lstStyle>
            <a:lvl1pPr>
              <a:defRPr sz="1000">
                <a:solidFill>
                  <a:srgbClr val="6D7072"/>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685800"/>
          </a:xfrm>
          <a:prstGeom prst="rect">
            <a:avLst/>
          </a:prstGeom>
          <a:noFill/>
          <a:ln/>
        </p:spPr>
        <p:txBody>
          <a:bodyPr wrap="square" lIns="0" tIns="0" rIns="0" bIns="0" rtlCol="0" anchor="ctr"/>
          <a:lstStyle/>
          <a:p>
            <a:pPr algn="l" indent="0" marL="0">
              <a:buNone/>
            </a:pPr>
            <a:r>
              <a:rPr lang="en-US" sz="3000" b="1" dirty="0">
                <a:solidFill>
                  <a:schemeClr val="tx2"/>
                </a:solidFill>
              </a:rPr>
              <a:t>Tools seen in the reel</a:t>
            </a:r>
            <a:endParaRPr lang="en-US" sz="3000" dirty="0"/>
          </a:p>
        </p:txBody>
      </p:sp>
      <p:sp>
        <p:nvSpPr>
          <p:cNvPr id="3" name="Shape 1"/>
          <p:cNvSpPr/>
          <p:nvPr/>
        </p:nvSpPr>
        <p:spPr>
          <a:xfrm>
            <a:off x="548640" y="1188720"/>
            <a:ext cx="2651760" cy="3703320"/>
          </a:xfrm>
          <a:prstGeom prst="roundRect">
            <a:avLst>
              <a:gd name="adj" fmla="val 2759"/>
            </a:avLst>
          </a:prstGeom>
          <a:solidFill>
            <a:srgbClr val="FFFFFF"/>
          </a:solidFill>
          <a:ln/>
          <a:effectLst>
            <a:outerShdw sx="100000" sy="100000" kx="0" ky="0" algn="bl" rotWithShape="0" blurRad="76200" dist="25400" dir="5400000">
              <a:srgbClr val="000000">
                <a:alpha val="12000"/>
              </a:srgbClr>
            </a:outerShdw>
          </a:effectLst>
        </p:spPr>
      </p:sp>
      <p:pic>
        <p:nvPicPr>
          <p:cNvPr id="4" name="Image 0" descr="Graphite pencil in use">    </p:cNvPr>
          <p:cNvPicPr>
            <a:picLocks noChangeAspect="1"/>
          </p:cNvPicPr>
          <p:nvPr/>
        </p:nvPicPr>
        <p:blipFill>
          <a:blip r:embed="rId1"/>
          <a:stretch>
            <a:fillRect/>
          </a:stretch>
        </p:blipFill>
        <p:spPr>
          <a:xfrm>
            <a:off x="658368" y="1298448"/>
            <a:ext cx="2432304" cy="1824228"/>
          </a:xfrm>
          <a:prstGeom prst="rect">
            <a:avLst/>
          </a:prstGeom>
        </p:spPr>
      </p:pic>
      <p:sp>
        <p:nvSpPr>
          <p:cNvPr id="5" name="Text 2"/>
          <p:cNvSpPr txBox="1"/>
          <p:nvPr/>
        </p:nvSpPr>
        <p:spPr>
          <a:xfrm>
            <a:off x="685800" y="3429000"/>
            <a:ext cx="2377440" cy="310896"/>
          </a:xfrm>
          <a:prstGeom prst="rect">
            <a:avLst/>
          </a:prstGeom>
          <a:noFill/>
          <a:ln/>
        </p:spPr>
        <p:txBody>
          <a:bodyPr wrap="square" lIns="0" tIns="0" rIns="0" bIns="0" rtlCol="0" anchor="ctr"/>
          <a:lstStyle/>
          <a:p>
            <a:pPr indent="0" marL="0">
              <a:buNone/>
            </a:pPr>
            <a:r>
              <a:rPr lang="en-US" sz="1600" b="1" dirty="0">
                <a:solidFill>
                  <a:schemeClr val="tx2"/>
                </a:solidFill>
              </a:rPr>
              <a:t>Graphite pencil</a:t>
            </a:r>
            <a:endParaRPr lang="en-US" sz="1600" dirty="0"/>
          </a:p>
        </p:txBody>
      </p:sp>
      <p:sp>
        <p:nvSpPr>
          <p:cNvPr id="6" name="Text 3"/>
          <p:cNvSpPr txBox="1"/>
          <p:nvPr/>
        </p:nvSpPr>
        <p:spPr>
          <a:xfrm>
            <a:off x="685800" y="3749040"/>
            <a:ext cx="2377440" cy="256032"/>
          </a:xfrm>
          <a:prstGeom prst="rect">
            <a:avLst/>
          </a:prstGeom>
          <a:noFill/>
          <a:ln/>
        </p:spPr>
        <p:txBody>
          <a:bodyPr wrap="square" lIns="0" tIns="0" rIns="0" bIns="0" rtlCol="0" anchor="ctr"/>
          <a:lstStyle/>
          <a:p>
            <a:pPr indent="0" marL="0">
              <a:buNone/>
            </a:pPr>
            <a:r>
              <a:rPr lang="en-US" sz="1200" b="1" dirty="0">
                <a:solidFill>
                  <a:srgbClr val="B4531A"/>
                </a:solidFill>
              </a:rPr>
              <a:t>Steps 1–4</a:t>
            </a:r>
            <a:endParaRPr lang="en-US" sz="1200" dirty="0"/>
          </a:p>
        </p:txBody>
      </p:sp>
      <p:sp>
        <p:nvSpPr>
          <p:cNvPr id="7" name="Text 4"/>
          <p:cNvSpPr txBox="1"/>
          <p:nvPr/>
        </p:nvSpPr>
        <p:spPr>
          <a:xfrm>
            <a:off x="685800" y="4023360"/>
            <a:ext cx="2377440" cy="1005840"/>
          </a:xfrm>
          <a:prstGeom prst="rect">
            <a:avLst/>
          </a:prstGeom>
          <a:noFill/>
          <a:ln/>
        </p:spPr>
        <p:txBody>
          <a:bodyPr wrap="square" lIns="0" tIns="0" rIns="0" bIns="0" rtlCol="0" anchor="t"/>
          <a:lstStyle/>
          <a:p>
            <a:pPr indent="0" marL="0">
              <a:buNone/>
            </a:pPr>
            <a:r>
              <a:rPr lang="en-US" sz="1400" dirty="0">
                <a:solidFill>
                  <a:schemeClr val="tx1"/>
                </a:solidFill>
              </a:rPr>
              <a:t>Light drawing of the perspective lines, treeline and trunks.</a:t>
            </a:r>
            <a:endParaRPr lang="en-US" sz="1400" dirty="0"/>
          </a:p>
        </p:txBody>
      </p:sp>
      <p:sp>
        <p:nvSpPr>
          <p:cNvPr id="8" name="Shape 5"/>
          <p:cNvSpPr/>
          <p:nvPr/>
        </p:nvSpPr>
        <p:spPr>
          <a:xfrm>
            <a:off x="3355848" y="1188720"/>
            <a:ext cx="2651760" cy="3703320"/>
          </a:xfrm>
          <a:prstGeom prst="roundRect">
            <a:avLst>
              <a:gd name="adj" fmla="val 2759"/>
            </a:avLst>
          </a:prstGeom>
          <a:solidFill>
            <a:srgbClr val="FFFFFF"/>
          </a:solidFill>
          <a:ln/>
          <a:effectLst>
            <a:outerShdw sx="100000" sy="100000" kx="0" ky="0" algn="bl" rotWithShape="0" blurRad="76200" dist="25400" dir="5400000">
              <a:srgbClr val="000000">
                <a:alpha val="12000"/>
              </a:srgbClr>
            </a:outerShdw>
          </a:effectLst>
        </p:spPr>
      </p:sp>
      <p:pic>
        <p:nvPicPr>
          <p:cNvPr id="9" name="Image 1" descr="Round brush, yellow handle in use">    </p:cNvPr>
          <p:cNvPicPr>
            <a:picLocks noChangeAspect="1"/>
          </p:cNvPicPr>
          <p:nvPr/>
        </p:nvPicPr>
        <p:blipFill>
          <a:blip r:embed="rId2"/>
          <a:stretch>
            <a:fillRect/>
          </a:stretch>
        </p:blipFill>
        <p:spPr>
          <a:xfrm>
            <a:off x="3465576" y="1298448"/>
            <a:ext cx="2432304" cy="1824228"/>
          </a:xfrm>
          <a:prstGeom prst="rect">
            <a:avLst/>
          </a:prstGeom>
        </p:spPr>
      </p:pic>
      <p:sp>
        <p:nvSpPr>
          <p:cNvPr id="10" name="Text 6"/>
          <p:cNvSpPr txBox="1"/>
          <p:nvPr/>
        </p:nvSpPr>
        <p:spPr>
          <a:xfrm>
            <a:off x="3493008" y="3429000"/>
            <a:ext cx="2377440" cy="310896"/>
          </a:xfrm>
          <a:prstGeom prst="rect">
            <a:avLst/>
          </a:prstGeom>
          <a:noFill/>
          <a:ln/>
        </p:spPr>
        <p:txBody>
          <a:bodyPr wrap="square" lIns="0" tIns="0" rIns="0" bIns="0" rtlCol="0" anchor="ctr"/>
          <a:lstStyle/>
          <a:p>
            <a:pPr indent="0" marL="0">
              <a:buNone/>
            </a:pPr>
            <a:r>
              <a:rPr lang="en-US" sz="1600" b="1" dirty="0">
                <a:solidFill>
                  <a:schemeClr val="tx2"/>
                </a:solidFill>
              </a:rPr>
              <a:t>Round brush, yellow handle</a:t>
            </a:r>
            <a:endParaRPr lang="en-US" sz="1600" dirty="0"/>
          </a:p>
        </p:txBody>
      </p:sp>
      <p:sp>
        <p:nvSpPr>
          <p:cNvPr id="11" name="Text 7"/>
          <p:cNvSpPr txBox="1"/>
          <p:nvPr/>
        </p:nvSpPr>
        <p:spPr>
          <a:xfrm>
            <a:off x="3493008" y="3749040"/>
            <a:ext cx="2377440" cy="256032"/>
          </a:xfrm>
          <a:prstGeom prst="rect">
            <a:avLst/>
          </a:prstGeom>
          <a:noFill/>
          <a:ln/>
        </p:spPr>
        <p:txBody>
          <a:bodyPr wrap="square" lIns="0" tIns="0" rIns="0" bIns="0" rtlCol="0" anchor="ctr"/>
          <a:lstStyle/>
          <a:p>
            <a:pPr indent="0" marL="0">
              <a:buNone/>
            </a:pPr>
            <a:r>
              <a:rPr lang="en-US" sz="1200" b="1" dirty="0">
                <a:solidFill>
                  <a:srgbClr val="B4531A"/>
                </a:solidFill>
              </a:rPr>
              <a:t>Most paint steps</a:t>
            </a:r>
            <a:endParaRPr lang="en-US" sz="1200" dirty="0"/>
          </a:p>
        </p:txBody>
      </p:sp>
      <p:sp>
        <p:nvSpPr>
          <p:cNvPr id="12" name="Text 8"/>
          <p:cNvSpPr txBox="1"/>
          <p:nvPr/>
        </p:nvSpPr>
        <p:spPr>
          <a:xfrm>
            <a:off x="3493008" y="4023360"/>
            <a:ext cx="2377440" cy="1005840"/>
          </a:xfrm>
          <a:prstGeom prst="rect">
            <a:avLst/>
          </a:prstGeom>
          <a:noFill/>
          <a:ln/>
        </p:spPr>
        <p:txBody>
          <a:bodyPr wrap="square" lIns="0" tIns="0" rIns="0" bIns="0" rtlCol="0" anchor="t"/>
          <a:lstStyle/>
          <a:p>
            <a:pPr indent="0" marL="0">
              <a:buNone/>
            </a:pPr>
            <a:r>
              <a:rPr lang="en-US" sz="1400" dirty="0">
                <a:solidFill>
                  <a:schemeClr val="tx1"/>
                </a:solidFill>
              </a:rPr>
              <a:t>The main brush for the trees, meadow, flowers, road and leaves.</a:t>
            </a:r>
            <a:endParaRPr lang="en-US" sz="1400" dirty="0"/>
          </a:p>
        </p:txBody>
      </p:sp>
      <p:sp>
        <p:nvSpPr>
          <p:cNvPr id="13" name="Shape 9"/>
          <p:cNvSpPr/>
          <p:nvPr/>
        </p:nvSpPr>
        <p:spPr>
          <a:xfrm>
            <a:off x="6163056" y="1188720"/>
            <a:ext cx="2651760" cy="3703320"/>
          </a:xfrm>
          <a:prstGeom prst="roundRect">
            <a:avLst>
              <a:gd name="adj" fmla="val 2759"/>
            </a:avLst>
          </a:prstGeom>
          <a:solidFill>
            <a:srgbClr val="FFFFFF"/>
          </a:solidFill>
          <a:ln/>
          <a:effectLst>
            <a:outerShdw sx="100000" sy="100000" kx="0" ky="0" algn="bl" rotWithShape="0" blurRad="76200" dist="25400" dir="5400000">
              <a:srgbClr val="000000">
                <a:alpha val="12000"/>
              </a:srgbClr>
            </a:outerShdw>
          </a:effectLst>
        </p:spPr>
      </p:sp>
      <p:pic>
        <p:nvPicPr>
          <p:cNvPr id="14" name="Image 2" descr="Soft brush for dabbing in use">    </p:cNvPr>
          <p:cNvPicPr>
            <a:picLocks noChangeAspect="1"/>
          </p:cNvPicPr>
          <p:nvPr/>
        </p:nvPicPr>
        <p:blipFill>
          <a:blip r:embed="rId3"/>
          <a:stretch>
            <a:fillRect/>
          </a:stretch>
        </p:blipFill>
        <p:spPr>
          <a:xfrm>
            <a:off x="6272784" y="1298448"/>
            <a:ext cx="2432304" cy="1824228"/>
          </a:xfrm>
          <a:prstGeom prst="rect">
            <a:avLst/>
          </a:prstGeom>
        </p:spPr>
      </p:pic>
      <p:sp>
        <p:nvSpPr>
          <p:cNvPr id="15" name="Text 10"/>
          <p:cNvSpPr txBox="1"/>
          <p:nvPr/>
        </p:nvSpPr>
        <p:spPr>
          <a:xfrm>
            <a:off x="6300216" y="3429000"/>
            <a:ext cx="2377440" cy="310896"/>
          </a:xfrm>
          <a:prstGeom prst="rect">
            <a:avLst/>
          </a:prstGeom>
          <a:noFill/>
          <a:ln/>
        </p:spPr>
        <p:txBody>
          <a:bodyPr wrap="square" lIns="0" tIns="0" rIns="0" bIns="0" rtlCol="0" anchor="ctr"/>
          <a:lstStyle/>
          <a:p>
            <a:pPr indent="0" marL="0">
              <a:buNone/>
            </a:pPr>
            <a:r>
              <a:rPr lang="en-US" sz="1600" b="1" dirty="0">
                <a:solidFill>
                  <a:schemeClr val="tx2"/>
                </a:solidFill>
              </a:rPr>
              <a:t>Soft brush for dabbing</a:t>
            </a:r>
            <a:endParaRPr lang="en-US" sz="1600" dirty="0"/>
          </a:p>
        </p:txBody>
      </p:sp>
      <p:sp>
        <p:nvSpPr>
          <p:cNvPr id="16" name="Text 11"/>
          <p:cNvSpPr txBox="1"/>
          <p:nvPr/>
        </p:nvSpPr>
        <p:spPr>
          <a:xfrm>
            <a:off x="6300216" y="3749040"/>
            <a:ext cx="2377440" cy="256032"/>
          </a:xfrm>
          <a:prstGeom prst="rect">
            <a:avLst/>
          </a:prstGeom>
          <a:noFill/>
          <a:ln/>
        </p:spPr>
        <p:txBody>
          <a:bodyPr wrap="square" lIns="0" tIns="0" rIns="0" bIns="0" rtlCol="0" anchor="ctr"/>
          <a:lstStyle/>
          <a:p>
            <a:pPr indent="0" marL="0">
              <a:buNone/>
            </a:pPr>
            <a:r>
              <a:rPr lang="en-US" sz="1200" b="1" dirty="0">
                <a:solidFill>
                  <a:srgbClr val="B4531A"/>
                </a:solidFill>
              </a:rPr>
              <a:t>Steps 6–7</a:t>
            </a:r>
            <a:endParaRPr lang="en-US" sz="1200" dirty="0"/>
          </a:p>
        </p:txBody>
      </p:sp>
      <p:sp>
        <p:nvSpPr>
          <p:cNvPr id="17" name="Text 12"/>
          <p:cNvSpPr txBox="1"/>
          <p:nvPr/>
        </p:nvSpPr>
        <p:spPr>
          <a:xfrm>
            <a:off x="6300216" y="4023360"/>
            <a:ext cx="2377440" cy="1005840"/>
          </a:xfrm>
          <a:prstGeom prst="rect">
            <a:avLst/>
          </a:prstGeom>
          <a:noFill/>
          <a:ln/>
        </p:spPr>
        <p:txBody>
          <a:bodyPr wrap="square" lIns="0" tIns="0" rIns="0" bIns="0" rtlCol="0" anchor="t"/>
          <a:lstStyle/>
          <a:p>
            <a:pPr indent="0" marL="0">
              <a:buNone/>
            </a:pPr>
            <a:r>
              <a:rPr lang="en-US" sz="1400" dirty="0">
                <a:solidFill>
                  <a:schemeClr val="tx1"/>
                </a:solidFill>
              </a:rPr>
              <a:t>A fluffy, dark-bristled tip dabbed on the sky to make soft cloud edges.</a:t>
            </a:r>
            <a:endParaRPr lang="en-US" sz="1400" dirty="0"/>
          </a:p>
        </p:txBody>
      </p:sp>
      <p:sp>
        <p:nvSpPr>
          <p:cNvPr id="18" name="Shape 13"/>
          <p:cNvSpPr/>
          <p:nvPr/>
        </p:nvSpPr>
        <p:spPr>
          <a:xfrm>
            <a:off x="8970264" y="1188720"/>
            <a:ext cx="2651760" cy="3703320"/>
          </a:xfrm>
          <a:prstGeom prst="roundRect">
            <a:avLst>
              <a:gd name="adj" fmla="val 2759"/>
            </a:avLst>
          </a:prstGeom>
          <a:solidFill>
            <a:srgbClr val="FFFFFF"/>
          </a:solidFill>
          <a:ln/>
          <a:effectLst>
            <a:outerShdw sx="100000" sy="100000" kx="0" ky="0" algn="bl" rotWithShape="0" blurRad="76200" dist="25400" dir="5400000">
              <a:srgbClr val="000000">
                <a:alpha val="12000"/>
              </a:srgbClr>
            </a:outerShdw>
          </a:effectLst>
        </p:spPr>
      </p:sp>
      <p:pic>
        <p:nvPicPr>
          <p:cNvPr id="19" name="Image 3" descr="Fine liner brush in use">    </p:cNvPr>
          <p:cNvPicPr>
            <a:picLocks noChangeAspect="1"/>
          </p:cNvPicPr>
          <p:nvPr/>
        </p:nvPicPr>
        <p:blipFill>
          <a:blip r:embed="rId4"/>
          <a:stretch>
            <a:fillRect/>
          </a:stretch>
        </p:blipFill>
        <p:spPr>
          <a:xfrm>
            <a:off x="9079992" y="1298448"/>
            <a:ext cx="2432304" cy="1824228"/>
          </a:xfrm>
          <a:prstGeom prst="rect">
            <a:avLst/>
          </a:prstGeom>
        </p:spPr>
      </p:pic>
      <p:sp>
        <p:nvSpPr>
          <p:cNvPr id="20" name="Text 14"/>
          <p:cNvSpPr txBox="1"/>
          <p:nvPr/>
        </p:nvSpPr>
        <p:spPr>
          <a:xfrm>
            <a:off x="9107424" y="3429000"/>
            <a:ext cx="2377440" cy="310896"/>
          </a:xfrm>
          <a:prstGeom prst="rect">
            <a:avLst/>
          </a:prstGeom>
          <a:noFill/>
          <a:ln/>
        </p:spPr>
        <p:txBody>
          <a:bodyPr wrap="square" lIns="0" tIns="0" rIns="0" bIns="0" rtlCol="0" anchor="ctr"/>
          <a:lstStyle/>
          <a:p>
            <a:pPr indent="0" marL="0">
              <a:buNone/>
            </a:pPr>
            <a:r>
              <a:rPr lang="en-US" sz="1600" b="1" dirty="0">
                <a:solidFill>
                  <a:schemeClr val="tx2"/>
                </a:solidFill>
              </a:rPr>
              <a:t>Fine liner brush</a:t>
            </a:r>
            <a:endParaRPr lang="en-US" sz="1600" dirty="0"/>
          </a:p>
        </p:txBody>
      </p:sp>
      <p:sp>
        <p:nvSpPr>
          <p:cNvPr id="21" name="Text 15"/>
          <p:cNvSpPr txBox="1"/>
          <p:nvPr/>
        </p:nvSpPr>
        <p:spPr>
          <a:xfrm>
            <a:off x="9107424" y="3749040"/>
            <a:ext cx="2377440" cy="256032"/>
          </a:xfrm>
          <a:prstGeom prst="rect">
            <a:avLst/>
          </a:prstGeom>
          <a:noFill/>
          <a:ln/>
        </p:spPr>
        <p:txBody>
          <a:bodyPr wrap="square" lIns="0" tIns="0" rIns="0" bIns="0" rtlCol="0" anchor="ctr"/>
          <a:lstStyle/>
          <a:p>
            <a:pPr indent="0" marL="0">
              <a:buNone/>
            </a:pPr>
            <a:r>
              <a:rPr lang="en-US" sz="1200" b="1" dirty="0">
                <a:solidFill>
                  <a:srgbClr val="B4531A"/>
                </a:solidFill>
              </a:rPr>
              <a:t>Step 25</a:t>
            </a:r>
            <a:endParaRPr lang="en-US" sz="1200" dirty="0"/>
          </a:p>
        </p:txBody>
      </p:sp>
      <p:sp>
        <p:nvSpPr>
          <p:cNvPr id="22" name="Text 16"/>
          <p:cNvSpPr txBox="1"/>
          <p:nvPr/>
        </p:nvSpPr>
        <p:spPr>
          <a:xfrm>
            <a:off x="9107424" y="4023360"/>
            <a:ext cx="2377440" cy="1005840"/>
          </a:xfrm>
          <a:prstGeom prst="rect">
            <a:avLst/>
          </a:prstGeom>
          <a:noFill/>
          <a:ln/>
        </p:spPr>
        <p:txBody>
          <a:bodyPr wrap="square" lIns="0" tIns="0" rIns="0" bIns="0" rtlCol="0" anchor="t"/>
          <a:lstStyle/>
          <a:p>
            <a:pPr indent="0" marL="0">
              <a:buNone/>
            </a:pPr>
            <a:r>
              <a:rPr lang="en-US" sz="1400" dirty="0">
                <a:solidFill>
                  <a:schemeClr val="tx1"/>
                </a:solidFill>
              </a:rPr>
              <a:t>A thin, long-bristled brush for trunks and twigs.</a:t>
            </a:r>
            <a:endParaRPr lang="en-US" sz="1400" dirty="0"/>
          </a:p>
        </p:txBody>
      </p:sp>
      <p:sp>
        <p:nvSpPr>
          <p:cNvPr id="23" name="Text 17"/>
          <p:cNvSpPr txBox="1"/>
          <p:nvPr/>
        </p:nvSpPr>
        <p:spPr>
          <a:xfrm>
            <a:off x="548640" y="5166360"/>
            <a:ext cx="11064240" cy="868680"/>
          </a:xfrm>
          <a:prstGeom prst="rect">
            <a:avLst/>
          </a:prstGeom>
          <a:noFill/>
          <a:ln/>
        </p:spPr>
        <p:txBody>
          <a:bodyPr wrap="square" lIns="0" tIns="0" rIns="0" bIns="0" rtlCol="0" anchor="t"/>
          <a:lstStyle/>
          <a:p>
            <a:pPr indent="0" marL="0">
              <a:buNone/>
            </a:pPr>
            <a:r>
              <a:rPr lang="en-US" sz="1400" b="1" dirty="0">
                <a:solidFill>
                  <a:schemeClr val="tx2"/>
                </a:solidFill>
              </a:rPr>
              <a:t>Also visible: </a:t>
            </a:r>
            <a:pPr indent="0" marL="0">
              <a:buNone/>
            </a:pPr>
            <a:r>
              <a:rPr lang="en-US" sz="1400" dirty="0">
                <a:solidFill>
                  <a:schemeClr val="tx1"/>
                </a:solidFill>
              </a:rPr>
              <a:t>watercolor paper held flat with its edges taped down (a clean white border shows at the end), a jar of water for rinsing, and a wooden table. Brush sizes are not stated, so use what you have: a medium round brush for most steps and a fine liner for the twigs.</a:t>
            </a:r>
            <a:endParaRPr lang="en-US" sz="1400" dirty="0"/>
          </a:p>
        </p:txBody>
      </p:sp>
      <p:sp>
        <p:nvSpPr>
          <p:cNvPr id="25" name="Slide Number Placeholder 0"/>
          <p:cNvSpPr>
            <a:spLocks noGrp="1"/>
          </p:cNvSpPr>
          <p:nvPr>
            <p:ph type="sldNum" sz="quarter" idx="4294967295"/>
          </p:nvPr>
        </p:nvSpPr>
        <p:spPr>
          <a:xfrm>
            <a:off x="11155680" y="6510528"/>
            <a:ext cx="548640" cy="228600"/>
          </a:xfrm>
          <a:prstGeom prst="rect">
            <a:avLst/>
          </a:prstGeom>
          <a:extLst>
            <a:ext uri="{C572A759-6A51-4108-AA02-DFA0A04FC94B}">
              <ma14:wrappingTextBoxFlag xmlns:ma14="http://schemas.microsoft.com/office/mac/drawingml/2011/main" val="0"/>
            </a:ext>
          </a:extLst>
        </p:spPr>
        <p:txBody>
          <a:bodyPr/>
          <a:lstStyle>
            <a:lvl1pPr>
              <a:defRPr sz="1000">
                <a:solidFill>
                  <a:srgbClr val="6D7072"/>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685800"/>
          </a:xfrm>
          <a:prstGeom prst="rect">
            <a:avLst/>
          </a:prstGeom>
          <a:noFill/>
          <a:ln/>
        </p:spPr>
        <p:txBody>
          <a:bodyPr wrap="square" lIns="0" tIns="0" rIns="0" bIns="0" rtlCol="0" anchor="ctr"/>
          <a:lstStyle/>
          <a:p>
            <a:pPr algn="l" indent="0" marL="0">
              <a:buNone/>
            </a:pPr>
            <a:r>
              <a:rPr lang="en-US" sz="3000" b="1" dirty="0">
                <a:solidFill>
                  <a:schemeClr val="tx2"/>
                </a:solidFill>
              </a:rPr>
              <a:t>Your color palette</a:t>
            </a:r>
            <a:endParaRPr lang="en-US" sz="3000" dirty="0"/>
          </a:p>
        </p:txBody>
      </p:sp>
      <p:sp>
        <p:nvSpPr>
          <p:cNvPr id="3" name="Shape 1"/>
          <p:cNvSpPr/>
          <p:nvPr/>
        </p:nvSpPr>
        <p:spPr>
          <a:xfrm>
            <a:off x="548640" y="1097280"/>
            <a:ext cx="2103120" cy="1627632"/>
          </a:xfrm>
          <a:prstGeom prst="roundRect">
            <a:avLst>
              <a:gd name="adj" fmla="val 4494"/>
            </a:avLst>
          </a:prstGeom>
          <a:solidFill>
            <a:srgbClr val="FFFFFF"/>
          </a:solidFill>
          <a:ln/>
          <a:effectLst>
            <a:outerShdw sx="100000" sy="100000" kx="0" ky="0" algn="bl" rotWithShape="0" blurRad="76200" dist="25400" dir="5400000">
              <a:srgbClr val="000000">
                <a:alpha val="12000"/>
              </a:srgbClr>
            </a:outerShdw>
          </a:effectLst>
        </p:spPr>
      </p:sp>
      <p:sp>
        <p:nvSpPr>
          <p:cNvPr id="4" name="Shape 2"/>
          <p:cNvSpPr/>
          <p:nvPr/>
        </p:nvSpPr>
        <p:spPr>
          <a:xfrm>
            <a:off x="640080" y="1188720"/>
            <a:ext cx="1920240" cy="457200"/>
          </a:xfrm>
          <a:prstGeom prst="roundRect">
            <a:avLst>
              <a:gd name="adj" fmla="val 12000"/>
            </a:avLst>
          </a:prstGeom>
          <a:solidFill>
            <a:srgbClr val="4E7EEB"/>
          </a:solidFill>
          <a:ln w="9525">
            <a:solidFill>
              <a:srgbClr val="D3D9CC"/>
            </a:solidFill>
            <a:prstDash val="solid"/>
          </a:ln>
        </p:spPr>
      </p:sp>
      <p:sp>
        <p:nvSpPr>
          <p:cNvPr id="5" name="Text 3"/>
          <p:cNvSpPr txBox="1"/>
          <p:nvPr/>
        </p:nvSpPr>
        <p:spPr>
          <a:xfrm>
            <a:off x="658368" y="1719072"/>
            <a:ext cx="1883664" cy="960120"/>
          </a:xfrm>
          <a:prstGeom prst="rect">
            <a:avLst/>
          </a:prstGeom>
          <a:noFill/>
          <a:ln/>
        </p:spPr>
        <p:txBody>
          <a:bodyPr wrap="square" lIns="0" tIns="0" rIns="0" bIns="0" rtlCol="0" anchor="t"/>
          <a:lstStyle/>
          <a:p>
            <a:pPr indent="0" marL="0">
              <a:buNone/>
            </a:pPr>
            <a:r>
              <a:rPr lang="en-US" sz="1300" b="1" dirty="0">
                <a:solidFill>
                  <a:schemeClr val="tx2"/>
                </a:solidFill>
              </a:rPr>
              <a:t>Deep sky blue</a:t>
            </a:r>
            <a:endParaRPr lang="en-US" sz="1300" dirty="0"/>
          </a:p>
          <a:p>
            <a:pPr indent="0" marL="0">
              <a:buNone/>
            </a:pPr>
            <a:r>
              <a:rPr lang="en-US" sz="1100" dirty="0">
                <a:solidFill>
                  <a:srgbClr val="4A5058"/>
                </a:solidFill>
              </a:rPr>
              <a:t>#4E7EEB  ·  Steps 4–5</a:t>
            </a:r>
            <a:endParaRPr lang="en-US" sz="1300" dirty="0"/>
          </a:p>
          <a:p>
            <a:pPr indent="0" marL="0">
              <a:buNone/>
            </a:pPr>
            <a:r>
              <a:rPr lang="en-US" sz="1100" i="1" dirty="0">
                <a:solidFill>
                  <a:srgbClr val="4A5058"/>
                </a:solidFill>
              </a:rPr>
              <a:t>Try: Ultramarine or cobalt blue</a:t>
            </a:r>
            <a:endParaRPr lang="en-US" sz="1300" dirty="0"/>
          </a:p>
        </p:txBody>
      </p:sp>
      <p:sp>
        <p:nvSpPr>
          <p:cNvPr id="6" name="Shape 4"/>
          <p:cNvSpPr/>
          <p:nvPr/>
        </p:nvSpPr>
        <p:spPr>
          <a:xfrm>
            <a:off x="2788920" y="1097280"/>
            <a:ext cx="2103120" cy="1627632"/>
          </a:xfrm>
          <a:prstGeom prst="roundRect">
            <a:avLst>
              <a:gd name="adj" fmla="val 4494"/>
            </a:avLst>
          </a:prstGeom>
          <a:solidFill>
            <a:srgbClr val="FFFFFF"/>
          </a:solidFill>
          <a:ln/>
          <a:effectLst>
            <a:outerShdw sx="100000" sy="100000" kx="0" ky="0" algn="bl" rotWithShape="0" blurRad="76200" dist="25400" dir="5400000">
              <a:srgbClr val="000000">
                <a:alpha val="12000"/>
              </a:srgbClr>
            </a:outerShdw>
          </a:effectLst>
        </p:spPr>
      </p:sp>
      <p:sp>
        <p:nvSpPr>
          <p:cNvPr id="7" name="Shape 5"/>
          <p:cNvSpPr/>
          <p:nvPr/>
        </p:nvSpPr>
        <p:spPr>
          <a:xfrm>
            <a:off x="2880360" y="1188720"/>
            <a:ext cx="1920240" cy="457200"/>
          </a:xfrm>
          <a:prstGeom prst="roundRect">
            <a:avLst>
              <a:gd name="adj" fmla="val 12000"/>
            </a:avLst>
          </a:prstGeom>
          <a:solidFill>
            <a:srgbClr val="98B5DD"/>
          </a:solidFill>
          <a:ln w="9525">
            <a:solidFill>
              <a:srgbClr val="D3D9CC"/>
            </a:solidFill>
            <a:prstDash val="solid"/>
          </a:ln>
        </p:spPr>
      </p:sp>
      <p:sp>
        <p:nvSpPr>
          <p:cNvPr id="8" name="Text 6"/>
          <p:cNvSpPr txBox="1"/>
          <p:nvPr/>
        </p:nvSpPr>
        <p:spPr>
          <a:xfrm>
            <a:off x="2898648" y="1719072"/>
            <a:ext cx="1883664" cy="960120"/>
          </a:xfrm>
          <a:prstGeom prst="rect">
            <a:avLst/>
          </a:prstGeom>
          <a:noFill/>
          <a:ln/>
        </p:spPr>
        <p:txBody>
          <a:bodyPr wrap="square" lIns="0" tIns="0" rIns="0" bIns="0" rtlCol="0" anchor="t"/>
          <a:lstStyle/>
          <a:p>
            <a:pPr indent="0" marL="0">
              <a:buNone/>
            </a:pPr>
            <a:r>
              <a:rPr lang="en-US" sz="1300" b="1" dirty="0">
                <a:solidFill>
                  <a:schemeClr val="tx2"/>
                </a:solidFill>
              </a:rPr>
              <a:t>Soft sky blue</a:t>
            </a:r>
            <a:endParaRPr lang="en-US" sz="1300" dirty="0"/>
          </a:p>
          <a:p>
            <a:pPr indent="0" marL="0">
              <a:buNone/>
            </a:pPr>
            <a:r>
              <a:rPr lang="en-US" sz="1100" dirty="0">
                <a:solidFill>
                  <a:srgbClr val="4A5058"/>
                </a:solidFill>
              </a:rPr>
              <a:t>#98B5DD  ·  Steps 5–7</a:t>
            </a:r>
            <a:endParaRPr lang="en-US" sz="1300" dirty="0"/>
          </a:p>
          <a:p>
            <a:pPr indent="0" marL="0">
              <a:buNone/>
            </a:pPr>
            <a:r>
              <a:rPr lang="en-US" sz="1100" i="1" dirty="0">
                <a:solidFill>
                  <a:srgbClr val="4A5058"/>
                </a:solidFill>
              </a:rPr>
              <a:t>Try: The same blue, thinned with plenty of water</a:t>
            </a:r>
            <a:endParaRPr lang="en-US" sz="1300" dirty="0"/>
          </a:p>
        </p:txBody>
      </p:sp>
      <p:sp>
        <p:nvSpPr>
          <p:cNvPr id="9" name="Shape 7"/>
          <p:cNvSpPr/>
          <p:nvPr/>
        </p:nvSpPr>
        <p:spPr>
          <a:xfrm>
            <a:off x="5029200" y="1097280"/>
            <a:ext cx="2103120" cy="1627632"/>
          </a:xfrm>
          <a:prstGeom prst="roundRect">
            <a:avLst>
              <a:gd name="adj" fmla="val 4494"/>
            </a:avLst>
          </a:prstGeom>
          <a:solidFill>
            <a:srgbClr val="FFFFFF"/>
          </a:solidFill>
          <a:ln/>
          <a:effectLst>
            <a:outerShdw sx="100000" sy="100000" kx="0" ky="0" algn="bl" rotWithShape="0" blurRad="76200" dist="25400" dir="5400000">
              <a:srgbClr val="000000">
                <a:alpha val="12000"/>
              </a:srgbClr>
            </a:outerShdw>
          </a:effectLst>
        </p:spPr>
      </p:sp>
      <p:sp>
        <p:nvSpPr>
          <p:cNvPr id="10" name="Shape 8"/>
          <p:cNvSpPr/>
          <p:nvPr/>
        </p:nvSpPr>
        <p:spPr>
          <a:xfrm>
            <a:off x="5120640" y="1188720"/>
            <a:ext cx="1920240" cy="457200"/>
          </a:xfrm>
          <a:prstGeom prst="roundRect">
            <a:avLst>
              <a:gd name="adj" fmla="val 12000"/>
            </a:avLst>
          </a:prstGeom>
          <a:solidFill>
            <a:srgbClr val="7AA2AF"/>
          </a:solidFill>
          <a:ln w="9525">
            <a:solidFill>
              <a:srgbClr val="D3D9CC"/>
            </a:solidFill>
            <a:prstDash val="solid"/>
          </a:ln>
        </p:spPr>
      </p:sp>
      <p:sp>
        <p:nvSpPr>
          <p:cNvPr id="11" name="Text 9"/>
          <p:cNvSpPr txBox="1"/>
          <p:nvPr/>
        </p:nvSpPr>
        <p:spPr>
          <a:xfrm>
            <a:off x="5138928" y="1719072"/>
            <a:ext cx="1883664" cy="960120"/>
          </a:xfrm>
          <a:prstGeom prst="rect">
            <a:avLst/>
          </a:prstGeom>
          <a:noFill/>
          <a:ln/>
        </p:spPr>
        <p:txBody>
          <a:bodyPr wrap="square" lIns="0" tIns="0" rIns="0" bIns="0" rtlCol="0" anchor="t"/>
          <a:lstStyle/>
          <a:p>
            <a:pPr indent="0" marL="0">
              <a:buNone/>
            </a:pPr>
            <a:r>
              <a:rPr lang="en-US" sz="1300" b="1" dirty="0">
                <a:solidFill>
                  <a:schemeClr val="tx2"/>
                </a:solidFill>
              </a:rPr>
              <a:t>Blue-green haze</a:t>
            </a:r>
            <a:endParaRPr lang="en-US" sz="1300" dirty="0"/>
          </a:p>
          <a:p>
            <a:pPr indent="0" marL="0">
              <a:buNone/>
            </a:pPr>
            <a:r>
              <a:rPr lang="en-US" sz="1100" dirty="0">
                <a:solidFill>
                  <a:srgbClr val="4A5058"/>
                </a:solidFill>
              </a:rPr>
              <a:t>#7AA2AF  ·  Steps 9–11</a:t>
            </a:r>
            <a:endParaRPr lang="en-US" sz="1300" dirty="0"/>
          </a:p>
          <a:p>
            <a:pPr indent="0" marL="0">
              <a:buNone/>
            </a:pPr>
            <a:r>
              <a:rPr lang="en-US" sz="1100" i="1" dirty="0">
                <a:solidFill>
                  <a:srgbClr val="4A5058"/>
                </a:solidFill>
              </a:rPr>
              <a:t>Try: Cerulean or turquoise, plus a little green</a:t>
            </a:r>
            <a:endParaRPr lang="en-US" sz="1300" dirty="0"/>
          </a:p>
        </p:txBody>
      </p:sp>
      <p:sp>
        <p:nvSpPr>
          <p:cNvPr id="12" name="Shape 10"/>
          <p:cNvSpPr/>
          <p:nvPr/>
        </p:nvSpPr>
        <p:spPr>
          <a:xfrm>
            <a:off x="7269480" y="1097280"/>
            <a:ext cx="2103120" cy="1627632"/>
          </a:xfrm>
          <a:prstGeom prst="roundRect">
            <a:avLst>
              <a:gd name="adj" fmla="val 4494"/>
            </a:avLst>
          </a:prstGeom>
          <a:solidFill>
            <a:srgbClr val="FFFFFF"/>
          </a:solidFill>
          <a:ln/>
          <a:effectLst>
            <a:outerShdw sx="100000" sy="100000" kx="0" ky="0" algn="bl" rotWithShape="0" blurRad="76200" dist="25400" dir="5400000">
              <a:srgbClr val="000000">
                <a:alpha val="12000"/>
              </a:srgbClr>
            </a:outerShdw>
          </a:effectLst>
        </p:spPr>
      </p:sp>
      <p:sp>
        <p:nvSpPr>
          <p:cNvPr id="13" name="Shape 11"/>
          <p:cNvSpPr/>
          <p:nvPr/>
        </p:nvSpPr>
        <p:spPr>
          <a:xfrm>
            <a:off x="7360920" y="1188720"/>
            <a:ext cx="1920240" cy="457200"/>
          </a:xfrm>
          <a:prstGeom prst="roundRect">
            <a:avLst>
              <a:gd name="adj" fmla="val 12000"/>
            </a:avLst>
          </a:prstGeom>
          <a:solidFill>
            <a:srgbClr val="79832D"/>
          </a:solidFill>
          <a:ln w="9525">
            <a:solidFill>
              <a:srgbClr val="D3D9CC"/>
            </a:solidFill>
            <a:prstDash val="solid"/>
          </a:ln>
        </p:spPr>
      </p:sp>
      <p:sp>
        <p:nvSpPr>
          <p:cNvPr id="14" name="Text 12"/>
          <p:cNvSpPr txBox="1"/>
          <p:nvPr/>
        </p:nvSpPr>
        <p:spPr>
          <a:xfrm>
            <a:off x="7379208" y="1719072"/>
            <a:ext cx="1883664" cy="960120"/>
          </a:xfrm>
          <a:prstGeom prst="rect">
            <a:avLst/>
          </a:prstGeom>
          <a:noFill/>
          <a:ln/>
        </p:spPr>
        <p:txBody>
          <a:bodyPr wrap="square" lIns="0" tIns="0" rIns="0" bIns="0" rtlCol="0" anchor="t"/>
          <a:lstStyle/>
          <a:p>
            <a:pPr indent="0" marL="0">
              <a:buNone/>
            </a:pPr>
            <a:r>
              <a:rPr lang="en-US" sz="1300" b="1" dirty="0">
                <a:solidFill>
                  <a:schemeClr val="tx2"/>
                </a:solidFill>
              </a:rPr>
              <a:t>Olive green</a:t>
            </a:r>
            <a:endParaRPr lang="en-US" sz="1300" dirty="0"/>
          </a:p>
          <a:p>
            <a:pPr indent="0" marL="0">
              <a:buNone/>
            </a:pPr>
            <a:r>
              <a:rPr lang="en-US" sz="1100" dirty="0">
                <a:solidFill>
                  <a:srgbClr val="4A5058"/>
                </a:solidFill>
              </a:rPr>
              <a:t>#79832D  ·  Steps 8–11</a:t>
            </a:r>
            <a:endParaRPr lang="en-US" sz="1300" dirty="0"/>
          </a:p>
          <a:p>
            <a:pPr indent="0" marL="0">
              <a:buNone/>
            </a:pPr>
            <a:r>
              <a:rPr lang="en-US" sz="1100" i="1" dirty="0">
                <a:solidFill>
                  <a:srgbClr val="4A5058"/>
                </a:solidFill>
              </a:rPr>
              <a:t>Try: Sap green plus a touch of yellow ochre</a:t>
            </a:r>
            <a:endParaRPr lang="en-US" sz="1300" dirty="0"/>
          </a:p>
        </p:txBody>
      </p:sp>
      <p:sp>
        <p:nvSpPr>
          <p:cNvPr id="15" name="Shape 13"/>
          <p:cNvSpPr/>
          <p:nvPr/>
        </p:nvSpPr>
        <p:spPr>
          <a:xfrm>
            <a:off x="9509760" y="1097280"/>
            <a:ext cx="2103120" cy="1627632"/>
          </a:xfrm>
          <a:prstGeom prst="roundRect">
            <a:avLst>
              <a:gd name="adj" fmla="val 4494"/>
            </a:avLst>
          </a:prstGeom>
          <a:solidFill>
            <a:srgbClr val="FFFFFF"/>
          </a:solidFill>
          <a:ln/>
          <a:effectLst>
            <a:outerShdw sx="100000" sy="100000" kx="0" ky="0" algn="bl" rotWithShape="0" blurRad="76200" dist="25400" dir="5400000">
              <a:srgbClr val="000000">
                <a:alpha val="12000"/>
              </a:srgbClr>
            </a:outerShdw>
          </a:effectLst>
        </p:spPr>
      </p:sp>
      <p:sp>
        <p:nvSpPr>
          <p:cNvPr id="16" name="Shape 14"/>
          <p:cNvSpPr/>
          <p:nvPr/>
        </p:nvSpPr>
        <p:spPr>
          <a:xfrm>
            <a:off x="9601200" y="1188720"/>
            <a:ext cx="1920240" cy="457200"/>
          </a:xfrm>
          <a:prstGeom prst="roundRect">
            <a:avLst>
              <a:gd name="adj" fmla="val 12000"/>
            </a:avLst>
          </a:prstGeom>
          <a:solidFill>
            <a:srgbClr val="848D4B"/>
          </a:solidFill>
          <a:ln w="9525">
            <a:solidFill>
              <a:srgbClr val="D3D9CC"/>
            </a:solidFill>
            <a:prstDash val="solid"/>
          </a:ln>
        </p:spPr>
      </p:sp>
      <p:sp>
        <p:nvSpPr>
          <p:cNvPr id="17" name="Text 15"/>
          <p:cNvSpPr txBox="1"/>
          <p:nvPr/>
        </p:nvSpPr>
        <p:spPr>
          <a:xfrm>
            <a:off x="9619488" y="1719072"/>
            <a:ext cx="1883664" cy="960120"/>
          </a:xfrm>
          <a:prstGeom prst="rect">
            <a:avLst/>
          </a:prstGeom>
          <a:noFill/>
          <a:ln/>
        </p:spPr>
        <p:txBody>
          <a:bodyPr wrap="square" lIns="0" tIns="0" rIns="0" bIns="0" rtlCol="0" anchor="t"/>
          <a:lstStyle/>
          <a:p>
            <a:pPr indent="0" marL="0">
              <a:buNone/>
            </a:pPr>
            <a:r>
              <a:rPr lang="en-US" sz="1300" b="1" dirty="0">
                <a:solidFill>
                  <a:schemeClr val="tx2"/>
                </a:solidFill>
              </a:rPr>
              <a:t>Muted olive</a:t>
            </a:r>
            <a:endParaRPr lang="en-US" sz="1300" dirty="0"/>
          </a:p>
          <a:p>
            <a:pPr indent="0" marL="0">
              <a:buNone/>
            </a:pPr>
            <a:r>
              <a:rPr lang="en-US" sz="1100" dirty="0">
                <a:solidFill>
                  <a:srgbClr val="4A5058"/>
                </a:solidFill>
              </a:rPr>
              <a:t>#848D4B  ·  Step 12</a:t>
            </a:r>
            <a:endParaRPr lang="en-US" sz="1300" dirty="0"/>
          </a:p>
          <a:p>
            <a:pPr indent="0" marL="0">
              <a:buNone/>
            </a:pPr>
            <a:r>
              <a:rPr lang="en-US" sz="1100" i="1" dirty="0">
                <a:solidFill>
                  <a:srgbClr val="4A5058"/>
                </a:solidFill>
              </a:rPr>
              <a:t>Try: Olive green, thinned</a:t>
            </a:r>
            <a:endParaRPr lang="en-US" sz="1300" dirty="0"/>
          </a:p>
        </p:txBody>
      </p:sp>
      <p:sp>
        <p:nvSpPr>
          <p:cNvPr id="18" name="Shape 16"/>
          <p:cNvSpPr/>
          <p:nvPr/>
        </p:nvSpPr>
        <p:spPr>
          <a:xfrm>
            <a:off x="548640" y="2862072"/>
            <a:ext cx="2103120" cy="1627632"/>
          </a:xfrm>
          <a:prstGeom prst="roundRect">
            <a:avLst>
              <a:gd name="adj" fmla="val 4494"/>
            </a:avLst>
          </a:prstGeom>
          <a:solidFill>
            <a:srgbClr val="FFFFFF"/>
          </a:solidFill>
          <a:ln/>
          <a:effectLst>
            <a:outerShdw sx="100000" sy="100000" kx="0" ky="0" algn="bl" rotWithShape="0" blurRad="76200" dist="25400" dir="5400000">
              <a:srgbClr val="000000">
                <a:alpha val="12000"/>
              </a:srgbClr>
            </a:outerShdw>
          </a:effectLst>
        </p:spPr>
      </p:sp>
      <p:sp>
        <p:nvSpPr>
          <p:cNvPr id="19" name="Shape 17"/>
          <p:cNvSpPr/>
          <p:nvPr/>
        </p:nvSpPr>
        <p:spPr>
          <a:xfrm>
            <a:off x="640080" y="2953512"/>
            <a:ext cx="1920240" cy="457200"/>
          </a:xfrm>
          <a:prstGeom prst="roundRect">
            <a:avLst>
              <a:gd name="adj" fmla="val 12000"/>
            </a:avLst>
          </a:prstGeom>
          <a:solidFill>
            <a:srgbClr val="C0D246"/>
          </a:solidFill>
          <a:ln w="9525">
            <a:solidFill>
              <a:srgbClr val="D3D9CC"/>
            </a:solidFill>
            <a:prstDash val="solid"/>
          </a:ln>
        </p:spPr>
      </p:sp>
      <p:sp>
        <p:nvSpPr>
          <p:cNvPr id="20" name="Text 18"/>
          <p:cNvSpPr txBox="1"/>
          <p:nvPr/>
        </p:nvSpPr>
        <p:spPr>
          <a:xfrm>
            <a:off x="658368" y="3483864"/>
            <a:ext cx="1883664" cy="960120"/>
          </a:xfrm>
          <a:prstGeom prst="rect">
            <a:avLst/>
          </a:prstGeom>
          <a:noFill/>
          <a:ln/>
        </p:spPr>
        <p:txBody>
          <a:bodyPr wrap="square" lIns="0" tIns="0" rIns="0" bIns="0" rtlCol="0" anchor="t"/>
          <a:lstStyle/>
          <a:p>
            <a:pPr indent="0" marL="0">
              <a:buNone/>
            </a:pPr>
            <a:r>
              <a:rPr lang="en-US" sz="1300" b="1" dirty="0">
                <a:solidFill>
                  <a:schemeClr val="tx2"/>
                </a:solidFill>
              </a:rPr>
              <a:t>Yellow-green</a:t>
            </a:r>
            <a:endParaRPr lang="en-US" sz="1300" dirty="0"/>
          </a:p>
          <a:p>
            <a:pPr indent="0" marL="0">
              <a:buNone/>
            </a:pPr>
            <a:r>
              <a:rPr lang="en-US" sz="1100" dirty="0">
                <a:solidFill>
                  <a:srgbClr val="4A5058"/>
                </a:solidFill>
              </a:rPr>
              <a:t>#C0D246  ·  Steps 12–14</a:t>
            </a:r>
            <a:endParaRPr lang="en-US" sz="1300" dirty="0"/>
          </a:p>
          <a:p>
            <a:pPr indent="0" marL="0">
              <a:buNone/>
            </a:pPr>
            <a:r>
              <a:rPr lang="en-US" sz="1100" i="1" dirty="0">
                <a:solidFill>
                  <a:srgbClr val="4A5058"/>
                </a:solidFill>
              </a:rPr>
              <a:t>Try: Lemon yellow plus a touch of green</a:t>
            </a:r>
            <a:endParaRPr lang="en-US" sz="1300" dirty="0"/>
          </a:p>
        </p:txBody>
      </p:sp>
      <p:sp>
        <p:nvSpPr>
          <p:cNvPr id="21" name="Shape 19"/>
          <p:cNvSpPr/>
          <p:nvPr/>
        </p:nvSpPr>
        <p:spPr>
          <a:xfrm>
            <a:off x="2788920" y="2862072"/>
            <a:ext cx="2103120" cy="1627632"/>
          </a:xfrm>
          <a:prstGeom prst="roundRect">
            <a:avLst>
              <a:gd name="adj" fmla="val 4494"/>
            </a:avLst>
          </a:prstGeom>
          <a:solidFill>
            <a:srgbClr val="FFFFFF"/>
          </a:solidFill>
          <a:ln/>
          <a:effectLst>
            <a:outerShdw sx="100000" sy="100000" kx="0" ky="0" algn="bl" rotWithShape="0" blurRad="76200" dist="25400" dir="5400000">
              <a:srgbClr val="000000">
                <a:alpha val="12000"/>
              </a:srgbClr>
            </a:outerShdw>
          </a:effectLst>
        </p:spPr>
      </p:sp>
      <p:sp>
        <p:nvSpPr>
          <p:cNvPr id="22" name="Shape 20"/>
          <p:cNvSpPr/>
          <p:nvPr/>
        </p:nvSpPr>
        <p:spPr>
          <a:xfrm>
            <a:off x="2880360" y="2953512"/>
            <a:ext cx="1920240" cy="457200"/>
          </a:xfrm>
          <a:prstGeom prst="roundRect">
            <a:avLst>
              <a:gd name="adj" fmla="val 12000"/>
            </a:avLst>
          </a:prstGeom>
          <a:solidFill>
            <a:srgbClr val="52832E"/>
          </a:solidFill>
          <a:ln w="9525">
            <a:solidFill>
              <a:srgbClr val="D3D9CC"/>
            </a:solidFill>
            <a:prstDash val="solid"/>
          </a:ln>
        </p:spPr>
      </p:sp>
      <p:sp>
        <p:nvSpPr>
          <p:cNvPr id="23" name="Text 21"/>
          <p:cNvSpPr txBox="1"/>
          <p:nvPr/>
        </p:nvSpPr>
        <p:spPr>
          <a:xfrm>
            <a:off x="2898648" y="3483864"/>
            <a:ext cx="1883664" cy="960120"/>
          </a:xfrm>
          <a:prstGeom prst="rect">
            <a:avLst/>
          </a:prstGeom>
          <a:noFill/>
          <a:ln/>
        </p:spPr>
        <p:txBody>
          <a:bodyPr wrap="square" lIns="0" tIns="0" rIns="0" bIns="0" rtlCol="0" anchor="t"/>
          <a:lstStyle/>
          <a:p>
            <a:pPr indent="0" marL="0">
              <a:buNone/>
            </a:pPr>
            <a:r>
              <a:rPr lang="en-US" sz="1300" b="1" dirty="0">
                <a:solidFill>
                  <a:schemeClr val="tx2"/>
                </a:solidFill>
              </a:rPr>
              <a:t>Grass green</a:t>
            </a:r>
            <a:endParaRPr lang="en-US" sz="1300" dirty="0"/>
          </a:p>
          <a:p>
            <a:pPr indent="0" marL="0">
              <a:buNone/>
            </a:pPr>
            <a:r>
              <a:rPr lang="en-US" sz="1100" dirty="0">
                <a:solidFill>
                  <a:srgbClr val="4A5058"/>
                </a:solidFill>
              </a:rPr>
              <a:t>#52832E  ·  Step 14</a:t>
            </a:r>
            <a:endParaRPr lang="en-US" sz="1300" dirty="0"/>
          </a:p>
          <a:p>
            <a:pPr indent="0" marL="0">
              <a:buNone/>
            </a:pPr>
            <a:r>
              <a:rPr lang="en-US" sz="1100" i="1" dirty="0">
                <a:solidFill>
                  <a:srgbClr val="4A5058"/>
                </a:solidFill>
              </a:rPr>
              <a:t>Try: Sap green plus a little blue</a:t>
            </a:r>
            <a:endParaRPr lang="en-US" sz="1300" dirty="0"/>
          </a:p>
        </p:txBody>
      </p:sp>
      <p:sp>
        <p:nvSpPr>
          <p:cNvPr id="24" name="Shape 22"/>
          <p:cNvSpPr/>
          <p:nvPr/>
        </p:nvSpPr>
        <p:spPr>
          <a:xfrm>
            <a:off x="5029200" y="2862072"/>
            <a:ext cx="2103120" cy="1627632"/>
          </a:xfrm>
          <a:prstGeom prst="roundRect">
            <a:avLst>
              <a:gd name="adj" fmla="val 4494"/>
            </a:avLst>
          </a:prstGeom>
          <a:solidFill>
            <a:srgbClr val="FFFFFF"/>
          </a:solidFill>
          <a:ln/>
          <a:effectLst>
            <a:outerShdw sx="100000" sy="100000" kx="0" ky="0" algn="bl" rotWithShape="0" blurRad="76200" dist="25400" dir="5400000">
              <a:srgbClr val="000000">
                <a:alpha val="12000"/>
              </a:srgbClr>
            </a:outerShdw>
          </a:effectLst>
        </p:spPr>
      </p:sp>
      <p:sp>
        <p:nvSpPr>
          <p:cNvPr id="25" name="Shape 23"/>
          <p:cNvSpPr/>
          <p:nvPr/>
        </p:nvSpPr>
        <p:spPr>
          <a:xfrm>
            <a:off x="5120640" y="2953512"/>
            <a:ext cx="1920240" cy="457200"/>
          </a:xfrm>
          <a:prstGeom prst="roundRect">
            <a:avLst>
              <a:gd name="adj" fmla="val 12000"/>
            </a:avLst>
          </a:prstGeom>
          <a:solidFill>
            <a:srgbClr val="2D4216"/>
          </a:solidFill>
          <a:ln w="9525">
            <a:solidFill>
              <a:srgbClr val="D3D9CC"/>
            </a:solidFill>
            <a:prstDash val="solid"/>
          </a:ln>
        </p:spPr>
      </p:sp>
      <p:sp>
        <p:nvSpPr>
          <p:cNvPr id="26" name="Text 24"/>
          <p:cNvSpPr txBox="1"/>
          <p:nvPr/>
        </p:nvSpPr>
        <p:spPr>
          <a:xfrm>
            <a:off x="5138928" y="3483864"/>
            <a:ext cx="1883664" cy="960120"/>
          </a:xfrm>
          <a:prstGeom prst="rect">
            <a:avLst/>
          </a:prstGeom>
          <a:noFill/>
          <a:ln/>
        </p:spPr>
        <p:txBody>
          <a:bodyPr wrap="square" lIns="0" tIns="0" rIns="0" bIns="0" rtlCol="0" anchor="t"/>
          <a:lstStyle/>
          <a:p>
            <a:pPr indent="0" marL="0">
              <a:buNone/>
            </a:pPr>
            <a:r>
              <a:rPr lang="en-US" sz="1300" b="1" dirty="0">
                <a:solidFill>
                  <a:schemeClr val="tx2"/>
                </a:solidFill>
              </a:rPr>
              <a:t>Dark leaf green</a:t>
            </a:r>
            <a:endParaRPr lang="en-US" sz="1300" dirty="0"/>
          </a:p>
          <a:p>
            <a:pPr indent="0" marL="0">
              <a:buNone/>
            </a:pPr>
            <a:r>
              <a:rPr lang="en-US" sz="1100" dirty="0">
                <a:solidFill>
                  <a:srgbClr val="4A5058"/>
                </a:solidFill>
              </a:rPr>
              <a:t>#2D4216  ·  Steps 19–21</a:t>
            </a:r>
            <a:endParaRPr lang="en-US" sz="1300" dirty="0"/>
          </a:p>
          <a:p>
            <a:pPr indent="0" marL="0">
              <a:buNone/>
            </a:pPr>
            <a:r>
              <a:rPr lang="en-US" sz="1100" i="1" dirty="0">
                <a:solidFill>
                  <a:srgbClr val="4A5058"/>
                </a:solidFill>
              </a:rPr>
              <a:t>Try: Sap green plus a touch of burnt umber</a:t>
            </a:r>
            <a:endParaRPr lang="en-US" sz="1300" dirty="0"/>
          </a:p>
        </p:txBody>
      </p:sp>
      <p:sp>
        <p:nvSpPr>
          <p:cNvPr id="27" name="Shape 25"/>
          <p:cNvSpPr/>
          <p:nvPr/>
        </p:nvSpPr>
        <p:spPr>
          <a:xfrm>
            <a:off x="7269480" y="2862072"/>
            <a:ext cx="2103120" cy="1627632"/>
          </a:xfrm>
          <a:prstGeom prst="roundRect">
            <a:avLst>
              <a:gd name="adj" fmla="val 4494"/>
            </a:avLst>
          </a:prstGeom>
          <a:solidFill>
            <a:srgbClr val="FFFFFF"/>
          </a:solidFill>
          <a:ln/>
          <a:effectLst>
            <a:outerShdw sx="100000" sy="100000" kx="0" ky="0" algn="bl" rotWithShape="0" blurRad="76200" dist="25400" dir="5400000">
              <a:srgbClr val="000000">
                <a:alpha val="12000"/>
              </a:srgbClr>
            </a:outerShdw>
          </a:effectLst>
        </p:spPr>
      </p:sp>
      <p:sp>
        <p:nvSpPr>
          <p:cNvPr id="28" name="Shape 26"/>
          <p:cNvSpPr/>
          <p:nvPr/>
        </p:nvSpPr>
        <p:spPr>
          <a:xfrm>
            <a:off x="7360920" y="2953512"/>
            <a:ext cx="1920240" cy="457200"/>
          </a:xfrm>
          <a:prstGeom prst="roundRect">
            <a:avLst>
              <a:gd name="adj" fmla="val 12000"/>
            </a:avLst>
          </a:prstGeom>
          <a:solidFill>
            <a:srgbClr val="E3665D"/>
          </a:solidFill>
          <a:ln w="9525">
            <a:solidFill>
              <a:srgbClr val="D3D9CC"/>
            </a:solidFill>
            <a:prstDash val="solid"/>
          </a:ln>
        </p:spPr>
      </p:sp>
      <p:sp>
        <p:nvSpPr>
          <p:cNvPr id="29" name="Text 27"/>
          <p:cNvSpPr txBox="1"/>
          <p:nvPr/>
        </p:nvSpPr>
        <p:spPr>
          <a:xfrm>
            <a:off x="7379208" y="3483864"/>
            <a:ext cx="1883664" cy="960120"/>
          </a:xfrm>
          <a:prstGeom prst="rect">
            <a:avLst/>
          </a:prstGeom>
          <a:noFill/>
          <a:ln/>
        </p:spPr>
        <p:txBody>
          <a:bodyPr wrap="square" lIns="0" tIns="0" rIns="0" bIns="0" rtlCol="0" anchor="t"/>
          <a:lstStyle/>
          <a:p>
            <a:pPr indent="0" marL="0">
              <a:buNone/>
            </a:pPr>
            <a:r>
              <a:rPr lang="en-US" sz="1300" b="1" dirty="0">
                <a:solidFill>
                  <a:schemeClr val="tx2"/>
                </a:solidFill>
              </a:rPr>
              <a:t>Coral red</a:t>
            </a:r>
            <a:endParaRPr lang="en-US" sz="1300" dirty="0"/>
          </a:p>
          <a:p>
            <a:pPr indent="0" marL="0">
              <a:buNone/>
            </a:pPr>
            <a:r>
              <a:rPr lang="en-US" sz="1100" dirty="0">
                <a:solidFill>
                  <a:srgbClr val="4A5058"/>
                </a:solidFill>
              </a:rPr>
              <a:t>#E3665D  ·  Steps 15–18, 21, 32</a:t>
            </a:r>
            <a:endParaRPr lang="en-US" sz="1300" dirty="0"/>
          </a:p>
          <a:p>
            <a:pPr indent="0" marL="0">
              <a:buNone/>
            </a:pPr>
            <a:r>
              <a:rPr lang="en-US" sz="1100" i="1" dirty="0">
                <a:solidFill>
                  <a:srgbClr val="4A5058"/>
                </a:solidFill>
              </a:rPr>
              <a:t>Try: Scarlet or permanent red</a:t>
            </a:r>
            <a:endParaRPr lang="en-US" sz="1300" dirty="0"/>
          </a:p>
        </p:txBody>
      </p:sp>
      <p:sp>
        <p:nvSpPr>
          <p:cNvPr id="30" name="Shape 28"/>
          <p:cNvSpPr/>
          <p:nvPr/>
        </p:nvSpPr>
        <p:spPr>
          <a:xfrm>
            <a:off x="9509760" y="2862072"/>
            <a:ext cx="2103120" cy="1627632"/>
          </a:xfrm>
          <a:prstGeom prst="roundRect">
            <a:avLst>
              <a:gd name="adj" fmla="val 4494"/>
            </a:avLst>
          </a:prstGeom>
          <a:solidFill>
            <a:srgbClr val="FFFFFF"/>
          </a:solidFill>
          <a:ln/>
          <a:effectLst>
            <a:outerShdw sx="100000" sy="100000" kx="0" ky="0" algn="bl" rotWithShape="0" blurRad="76200" dist="25400" dir="5400000">
              <a:srgbClr val="000000">
                <a:alpha val="12000"/>
              </a:srgbClr>
            </a:outerShdw>
          </a:effectLst>
        </p:spPr>
      </p:sp>
      <p:sp>
        <p:nvSpPr>
          <p:cNvPr id="31" name="Shape 29"/>
          <p:cNvSpPr/>
          <p:nvPr/>
        </p:nvSpPr>
        <p:spPr>
          <a:xfrm>
            <a:off x="9601200" y="2953512"/>
            <a:ext cx="1920240" cy="457200"/>
          </a:xfrm>
          <a:prstGeom prst="roundRect">
            <a:avLst>
              <a:gd name="adj" fmla="val 12000"/>
            </a:avLst>
          </a:prstGeom>
          <a:solidFill>
            <a:srgbClr val="E8853E"/>
          </a:solidFill>
          <a:ln w="9525">
            <a:solidFill>
              <a:srgbClr val="D3D9CC"/>
            </a:solidFill>
            <a:prstDash val="solid"/>
          </a:ln>
        </p:spPr>
      </p:sp>
      <p:sp>
        <p:nvSpPr>
          <p:cNvPr id="32" name="Text 30"/>
          <p:cNvSpPr txBox="1"/>
          <p:nvPr/>
        </p:nvSpPr>
        <p:spPr>
          <a:xfrm>
            <a:off x="9619488" y="3483864"/>
            <a:ext cx="1883664" cy="960120"/>
          </a:xfrm>
          <a:prstGeom prst="rect">
            <a:avLst/>
          </a:prstGeom>
          <a:noFill/>
          <a:ln/>
        </p:spPr>
        <p:txBody>
          <a:bodyPr wrap="square" lIns="0" tIns="0" rIns="0" bIns="0" rtlCol="0" anchor="t"/>
          <a:lstStyle/>
          <a:p>
            <a:pPr indent="0" marL="0">
              <a:buNone/>
            </a:pPr>
            <a:r>
              <a:rPr lang="en-US" sz="1300" b="1" dirty="0">
                <a:solidFill>
                  <a:schemeClr val="tx2"/>
                </a:solidFill>
              </a:rPr>
              <a:t>Orange</a:t>
            </a:r>
            <a:endParaRPr lang="en-US" sz="1300" dirty="0"/>
          </a:p>
          <a:p>
            <a:pPr indent="0" marL="0">
              <a:buNone/>
            </a:pPr>
            <a:r>
              <a:rPr lang="en-US" sz="1100" dirty="0">
                <a:solidFill>
                  <a:srgbClr val="4A5058"/>
                </a:solidFill>
              </a:rPr>
              <a:t>#E8853E  ·  Steps 18, 20–21, 29–32</a:t>
            </a:r>
            <a:endParaRPr lang="en-US" sz="1300" dirty="0"/>
          </a:p>
          <a:p>
            <a:pPr indent="0" marL="0">
              <a:buNone/>
            </a:pPr>
            <a:r>
              <a:rPr lang="en-US" sz="1100" i="1" dirty="0">
                <a:solidFill>
                  <a:srgbClr val="4A5058"/>
                </a:solidFill>
              </a:rPr>
              <a:t>Try: Orange or yellow-orange</a:t>
            </a:r>
            <a:endParaRPr lang="en-US" sz="1300" dirty="0"/>
          </a:p>
        </p:txBody>
      </p:sp>
      <p:sp>
        <p:nvSpPr>
          <p:cNvPr id="33" name="Shape 31"/>
          <p:cNvSpPr/>
          <p:nvPr/>
        </p:nvSpPr>
        <p:spPr>
          <a:xfrm>
            <a:off x="548640" y="4626864"/>
            <a:ext cx="2103120" cy="1627632"/>
          </a:xfrm>
          <a:prstGeom prst="roundRect">
            <a:avLst>
              <a:gd name="adj" fmla="val 4494"/>
            </a:avLst>
          </a:prstGeom>
          <a:solidFill>
            <a:srgbClr val="FFFFFF"/>
          </a:solidFill>
          <a:ln/>
          <a:effectLst>
            <a:outerShdw sx="100000" sy="100000" kx="0" ky="0" algn="bl" rotWithShape="0" blurRad="76200" dist="25400" dir="5400000">
              <a:srgbClr val="000000">
                <a:alpha val="12000"/>
              </a:srgbClr>
            </a:outerShdw>
          </a:effectLst>
        </p:spPr>
      </p:sp>
      <p:sp>
        <p:nvSpPr>
          <p:cNvPr id="34" name="Shape 32"/>
          <p:cNvSpPr/>
          <p:nvPr/>
        </p:nvSpPr>
        <p:spPr>
          <a:xfrm>
            <a:off x="640080" y="4718304"/>
            <a:ext cx="1920240" cy="457200"/>
          </a:xfrm>
          <a:prstGeom prst="roundRect">
            <a:avLst>
              <a:gd name="adj" fmla="val 12000"/>
            </a:avLst>
          </a:prstGeom>
          <a:solidFill>
            <a:srgbClr val="E1AE42"/>
          </a:solidFill>
          <a:ln w="9525">
            <a:solidFill>
              <a:srgbClr val="D3D9CC"/>
            </a:solidFill>
            <a:prstDash val="solid"/>
          </a:ln>
        </p:spPr>
      </p:sp>
      <p:sp>
        <p:nvSpPr>
          <p:cNvPr id="35" name="Text 33"/>
          <p:cNvSpPr txBox="1"/>
          <p:nvPr/>
        </p:nvSpPr>
        <p:spPr>
          <a:xfrm>
            <a:off x="658368" y="5248656"/>
            <a:ext cx="1883664" cy="960120"/>
          </a:xfrm>
          <a:prstGeom prst="rect">
            <a:avLst/>
          </a:prstGeom>
          <a:noFill/>
          <a:ln/>
        </p:spPr>
        <p:txBody>
          <a:bodyPr wrap="square" lIns="0" tIns="0" rIns="0" bIns="0" rtlCol="0" anchor="t"/>
          <a:lstStyle/>
          <a:p>
            <a:pPr indent="0" marL="0">
              <a:buNone/>
            </a:pPr>
            <a:r>
              <a:rPr lang="en-US" sz="1300" b="1" dirty="0">
                <a:solidFill>
                  <a:schemeClr val="tx2"/>
                </a:solidFill>
              </a:rPr>
              <a:t>Golden yellow</a:t>
            </a:r>
            <a:endParaRPr lang="en-US" sz="1300" dirty="0"/>
          </a:p>
          <a:p>
            <a:pPr indent="0" marL="0">
              <a:buNone/>
            </a:pPr>
            <a:r>
              <a:rPr lang="en-US" sz="1100" dirty="0">
                <a:solidFill>
                  <a:srgbClr val="4A5058"/>
                </a:solidFill>
              </a:rPr>
              <a:t>#E1AE42  ·  Steps 18, 28–30</a:t>
            </a:r>
            <a:endParaRPr lang="en-US" sz="1300" dirty="0"/>
          </a:p>
          <a:p>
            <a:pPr indent="0" marL="0">
              <a:buNone/>
            </a:pPr>
            <a:r>
              <a:rPr lang="en-US" sz="1100" i="1" dirty="0">
                <a:solidFill>
                  <a:srgbClr val="4A5058"/>
                </a:solidFill>
              </a:rPr>
              <a:t>Try: A warm, bright yellow</a:t>
            </a:r>
            <a:endParaRPr lang="en-US" sz="1300" dirty="0"/>
          </a:p>
        </p:txBody>
      </p:sp>
      <p:sp>
        <p:nvSpPr>
          <p:cNvPr id="36" name="Shape 34"/>
          <p:cNvSpPr/>
          <p:nvPr/>
        </p:nvSpPr>
        <p:spPr>
          <a:xfrm>
            <a:off x="2788920" y="4626864"/>
            <a:ext cx="2103120" cy="1627632"/>
          </a:xfrm>
          <a:prstGeom prst="roundRect">
            <a:avLst>
              <a:gd name="adj" fmla="val 4494"/>
            </a:avLst>
          </a:prstGeom>
          <a:solidFill>
            <a:srgbClr val="FFFFFF"/>
          </a:solidFill>
          <a:ln/>
          <a:effectLst>
            <a:outerShdw sx="100000" sy="100000" kx="0" ky="0" algn="bl" rotWithShape="0" blurRad="76200" dist="25400" dir="5400000">
              <a:srgbClr val="000000">
                <a:alpha val="12000"/>
              </a:srgbClr>
            </a:outerShdw>
          </a:effectLst>
        </p:spPr>
      </p:sp>
      <p:sp>
        <p:nvSpPr>
          <p:cNvPr id="37" name="Shape 35"/>
          <p:cNvSpPr/>
          <p:nvPr/>
        </p:nvSpPr>
        <p:spPr>
          <a:xfrm>
            <a:off x="2880360" y="4718304"/>
            <a:ext cx="1920240" cy="457200"/>
          </a:xfrm>
          <a:prstGeom prst="roundRect">
            <a:avLst>
              <a:gd name="adj" fmla="val 12000"/>
            </a:avLst>
          </a:prstGeom>
          <a:solidFill>
            <a:srgbClr val="4B432B"/>
          </a:solidFill>
          <a:ln w="9525">
            <a:solidFill>
              <a:srgbClr val="D3D9CC"/>
            </a:solidFill>
            <a:prstDash val="solid"/>
          </a:ln>
        </p:spPr>
      </p:sp>
      <p:sp>
        <p:nvSpPr>
          <p:cNvPr id="38" name="Text 36"/>
          <p:cNvSpPr txBox="1"/>
          <p:nvPr/>
        </p:nvSpPr>
        <p:spPr>
          <a:xfrm>
            <a:off x="2898648" y="5248656"/>
            <a:ext cx="1883664" cy="960120"/>
          </a:xfrm>
          <a:prstGeom prst="rect">
            <a:avLst/>
          </a:prstGeom>
          <a:noFill/>
          <a:ln/>
        </p:spPr>
        <p:txBody>
          <a:bodyPr wrap="square" lIns="0" tIns="0" rIns="0" bIns="0" rtlCol="0" anchor="t"/>
          <a:lstStyle/>
          <a:p>
            <a:pPr indent="0" marL="0">
              <a:buNone/>
            </a:pPr>
            <a:r>
              <a:rPr lang="en-US" sz="1300" b="1" dirty="0">
                <a:solidFill>
                  <a:schemeClr val="tx2"/>
                </a:solidFill>
              </a:rPr>
              <a:t>Dark brown</a:t>
            </a:r>
            <a:endParaRPr lang="en-US" sz="1300" dirty="0"/>
          </a:p>
          <a:p>
            <a:pPr indent="0" marL="0">
              <a:buNone/>
            </a:pPr>
            <a:r>
              <a:rPr lang="en-US" sz="1100" dirty="0">
                <a:solidFill>
                  <a:srgbClr val="4A5058"/>
                </a:solidFill>
              </a:rPr>
              <a:t>#4B432B  ·  Steps 22–25</a:t>
            </a:r>
            <a:endParaRPr lang="en-US" sz="1300" dirty="0"/>
          </a:p>
          <a:p>
            <a:pPr indent="0" marL="0">
              <a:buNone/>
            </a:pPr>
            <a:r>
              <a:rPr lang="en-US" sz="1100" i="1" dirty="0">
                <a:solidFill>
                  <a:srgbClr val="4A5058"/>
                </a:solidFill>
              </a:rPr>
              <a:t>Try: Burnt umber or sepia</a:t>
            </a:r>
            <a:endParaRPr lang="en-US" sz="1300" dirty="0"/>
          </a:p>
        </p:txBody>
      </p:sp>
      <p:sp>
        <p:nvSpPr>
          <p:cNvPr id="39" name="Shape 37"/>
          <p:cNvSpPr/>
          <p:nvPr/>
        </p:nvSpPr>
        <p:spPr>
          <a:xfrm>
            <a:off x="5029200" y="4626864"/>
            <a:ext cx="2103120" cy="1627632"/>
          </a:xfrm>
          <a:prstGeom prst="roundRect">
            <a:avLst>
              <a:gd name="adj" fmla="val 4494"/>
            </a:avLst>
          </a:prstGeom>
          <a:solidFill>
            <a:srgbClr val="FFFFFF"/>
          </a:solidFill>
          <a:ln/>
          <a:effectLst>
            <a:outerShdw sx="100000" sy="100000" kx="0" ky="0" algn="bl" rotWithShape="0" blurRad="76200" dist="25400" dir="5400000">
              <a:srgbClr val="000000">
                <a:alpha val="12000"/>
              </a:srgbClr>
            </a:outerShdw>
          </a:effectLst>
        </p:spPr>
      </p:sp>
      <p:sp>
        <p:nvSpPr>
          <p:cNvPr id="40" name="Shape 38"/>
          <p:cNvSpPr/>
          <p:nvPr/>
        </p:nvSpPr>
        <p:spPr>
          <a:xfrm>
            <a:off x="5120640" y="4718304"/>
            <a:ext cx="1920240" cy="457200"/>
          </a:xfrm>
          <a:prstGeom prst="roundRect">
            <a:avLst>
              <a:gd name="adj" fmla="val 12000"/>
            </a:avLst>
          </a:prstGeom>
          <a:solidFill>
            <a:srgbClr val="6D7072"/>
          </a:solidFill>
          <a:ln w="9525">
            <a:solidFill>
              <a:srgbClr val="D3D9CC"/>
            </a:solidFill>
            <a:prstDash val="solid"/>
          </a:ln>
        </p:spPr>
      </p:sp>
      <p:sp>
        <p:nvSpPr>
          <p:cNvPr id="41" name="Text 39"/>
          <p:cNvSpPr txBox="1"/>
          <p:nvPr/>
        </p:nvSpPr>
        <p:spPr>
          <a:xfrm>
            <a:off x="5138928" y="5248656"/>
            <a:ext cx="1883664" cy="960120"/>
          </a:xfrm>
          <a:prstGeom prst="rect">
            <a:avLst/>
          </a:prstGeom>
          <a:noFill/>
          <a:ln/>
        </p:spPr>
        <p:txBody>
          <a:bodyPr wrap="square" lIns="0" tIns="0" rIns="0" bIns="0" rtlCol="0" anchor="t"/>
          <a:lstStyle/>
          <a:p>
            <a:pPr indent="0" marL="0">
              <a:buNone/>
            </a:pPr>
            <a:r>
              <a:rPr lang="en-US" sz="1300" b="1" dirty="0">
                <a:solidFill>
                  <a:schemeClr val="tx2"/>
                </a:solidFill>
              </a:rPr>
              <a:t>Road gray</a:t>
            </a:r>
            <a:endParaRPr lang="en-US" sz="1300" dirty="0"/>
          </a:p>
          <a:p>
            <a:pPr indent="0" marL="0">
              <a:buNone/>
            </a:pPr>
            <a:r>
              <a:rPr lang="en-US" sz="1100" dirty="0">
                <a:solidFill>
                  <a:srgbClr val="4A5058"/>
                </a:solidFill>
              </a:rPr>
              <a:t>#6D7072  ·  Steps 26–27</a:t>
            </a:r>
            <a:endParaRPr lang="en-US" sz="1300" dirty="0"/>
          </a:p>
          <a:p>
            <a:pPr indent="0" marL="0">
              <a:buNone/>
            </a:pPr>
            <a:r>
              <a:rPr lang="en-US" sz="1100" i="1" dirty="0">
                <a:solidFill>
                  <a:srgbClr val="4A5058"/>
                </a:solidFill>
              </a:rPr>
              <a:t>Try: Neutral tint or Payne's gray, thinned</a:t>
            </a:r>
            <a:endParaRPr lang="en-US" sz="1300" dirty="0"/>
          </a:p>
        </p:txBody>
      </p:sp>
      <p:sp>
        <p:nvSpPr>
          <p:cNvPr id="42" name="Shape 40"/>
          <p:cNvSpPr/>
          <p:nvPr/>
        </p:nvSpPr>
        <p:spPr>
          <a:xfrm>
            <a:off x="7269480" y="4626864"/>
            <a:ext cx="2103120" cy="1627632"/>
          </a:xfrm>
          <a:prstGeom prst="roundRect">
            <a:avLst>
              <a:gd name="adj" fmla="val 4494"/>
            </a:avLst>
          </a:prstGeom>
          <a:solidFill>
            <a:srgbClr val="FFFFFF"/>
          </a:solidFill>
          <a:ln/>
          <a:effectLst>
            <a:outerShdw sx="100000" sy="100000" kx="0" ky="0" algn="bl" rotWithShape="0" blurRad="76200" dist="25400" dir="5400000">
              <a:srgbClr val="000000">
                <a:alpha val="12000"/>
              </a:srgbClr>
            </a:outerShdw>
          </a:effectLst>
        </p:spPr>
      </p:sp>
      <p:sp>
        <p:nvSpPr>
          <p:cNvPr id="43" name="Shape 41"/>
          <p:cNvSpPr/>
          <p:nvPr/>
        </p:nvSpPr>
        <p:spPr>
          <a:xfrm>
            <a:off x="7360920" y="4718304"/>
            <a:ext cx="1920240" cy="457200"/>
          </a:xfrm>
          <a:prstGeom prst="roundRect">
            <a:avLst>
              <a:gd name="adj" fmla="val 12000"/>
            </a:avLst>
          </a:prstGeom>
          <a:solidFill>
            <a:srgbClr val="4B3632"/>
          </a:solidFill>
          <a:ln w="9525">
            <a:solidFill>
              <a:srgbClr val="D3D9CC"/>
            </a:solidFill>
            <a:prstDash val="solid"/>
          </a:ln>
        </p:spPr>
      </p:sp>
      <p:sp>
        <p:nvSpPr>
          <p:cNvPr id="44" name="Text 42"/>
          <p:cNvSpPr txBox="1"/>
          <p:nvPr/>
        </p:nvSpPr>
        <p:spPr>
          <a:xfrm>
            <a:off x="7379208" y="5248656"/>
            <a:ext cx="1883664" cy="960120"/>
          </a:xfrm>
          <a:prstGeom prst="rect">
            <a:avLst/>
          </a:prstGeom>
          <a:noFill/>
          <a:ln/>
        </p:spPr>
        <p:txBody>
          <a:bodyPr wrap="square" lIns="0" tIns="0" rIns="0" bIns="0" rtlCol="0" anchor="t"/>
          <a:lstStyle/>
          <a:p>
            <a:pPr indent="0" marL="0">
              <a:buNone/>
            </a:pPr>
            <a:r>
              <a:rPr lang="en-US" sz="1300" b="1" dirty="0">
                <a:solidFill>
                  <a:schemeClr val="tx2"/>
                </a:solidFill>
              </a:rPr>
              <a:t>Maroon</a:t>
            </a:r>
            <a:endParaRPr lang="en-US" sz="1300" dirty="0"/>
          </a:p>
          <a:p>
            <a:pPr indent="0" marL="0">
              <a:buNone/>
            </a:pPr>
            <a:r>
              <a:rPr lang="en-US" sz="1100" dirty="0">
                <a:solidFill>
                  <a:srgbClr val="4A5058"/>
                </a:solidFill>
              </a:rPr>
              <a:t>#4B3632  ·  Step 31</a:t>
            </a:r>
            <a:endParaRPr lang="en-US" sz="1300" dirty="0"/>
          </a:p>
          <a:p>
            <a:pPr indent="0" marL="0">
              <a:buNone/>
            </a:pPr>
            <a:r>
              <a:rPr lang="en-US" sz="1100" i="1" dirty="0">
                <a:solidFill>
                  <a:srgbClr val="4A5058"/>
                </a:solidFill>
              </a:rPr>
              <a:t>Try: Red plus brown, or a dark red-brown</a:t>
            </a:r>
            <a:endParaRPr lang="en-US" sz="1300" dirty="0"/>
          </a:p>
        </p:txBody>
      </p:sp>
      <p:sp>
        <p:nvSpPr>
          <p:cNvPr id="45" name="Shape 43"/>
          <p:cNvSpPr/>
          <p:nvPr/>
        </p:nvSpPr>
        <p:spPr>
          <a:xfrm>
            <a:off x="9509760" y="4626864"/>
            <a:ext cx="2103120" cy="1627632"/>
          </a:xfrm>
          <a:prstGeom prst="roundRect">
            <a:avLst>
              <a:gd name="adj" fmla="val 4494"/>
            </a:avLst>
          </a:prstGeom>
          <a:solidFill>
            <a:srgbClr val="FFFFFF"/>
          </a:solidFill>
          <a:ln/>
          <a:effectLst>
            <a:outerShdw sx="100000" sy="100000" kx="0" ky="0" algn="bl" rotWithShape="0" blurRad="76200" dist="25400" dir="5400000">
              <a:srgbClr val="000000">
                <a:alpha val="12000"/>
              </a:srgbClr>
            </a:outerShdw>
          </a:effectLst>
        </p:spPr>
      </p:sp>
      <p:sp>
        <p:nvSpPr>
          <p:cNvPr id="46" name="Shape 44"/>
          <p:cNvSpPr/>
          <p:nvPr/>
        </p:nvSpPr>
        <p:spPr>
          <a:xfrm>
            <a:off x="9601200" y="4718304"/>
            <a:ext cx="1920240" cy="457200"/>
          </a:xfrm>
          <a:prstGeom prst="roundRect">
            <a:avLst>
              <a:gd name="adj" fmla="val 12000"/>
            </a:avLst>
          </a:prstGeom>
          <a:solidFill>
            <a:srgbClr val="555E44"/>
          </a:solidFill>
          <a:ln w="9525">
            <a:solidFill>
              <a:srgbClr val="D3D9CC"/>
            </a:solidFill>
            <a:prstDash val="solid"/>
          </a:ln>
        </p:spPr>
      </p:sp>
      <p:sp>
        <p:nvSpPr>
          <p:cNvPr id="47" name="Text 45"/>
          <p:cNvSpPr txBox="1"/>
          <p:nvPr/>
        </p:nvSpPr>
        <p:spPr>
          <a:xfrm>
            <a:off x="9619488" y="5248656"/>
            <a:ext cx="1883664" cy="960120"/>
          </a:xfrm>
          <a:prstGeom prst="rect">
            <a:avLst/>
          </a:prstGeom>
          <a:noFill/>
          <a:ln/>
        </p:spPr>
        <p:txBody>
          <a:bodyPr wrap="square" lIns="0" tIns="0" rIns="0" bIns="0" rtlCol="0" anchor="t"/>
          <a:lstStyle/>
          <a:p>
            <a:pPr indent="0" marL="0">
              <a:buNone/>
            </a:pPr>
            <a:r>
              <a:rPr lang="en-US" sz="1300" b="1" dirty="0">
                <a:solidFill>
                  <a:schemeClr val="tx2"/>
                </a:solidFill>
              </a:rPr>
              <a:t>Gray-green</a:t>
            </a:r>
            <a:endParaRPr lang="en-US" sz="1300" dirty="0"/>
          </a:p>
          <a:p>
            <a:pPr indent="0" marL="0">
              <a:buNone/>
            </a:pPr>
            <a:r>
              <a:rPr lang="en-US" sz="1100" dirty="0">
                <a:solidFill>
                  <a:srgbClr val="4A5058"/>
                </a:solidFill>
              </a:rPr>
              <a:t>#555E44  ·  Steps 31–32</a:t>
            </a:r>
            <a:endParaRPr lang="en-US" sz="1300" dirty="0"/>
          </a:p>
          <a:p>
            <a:pPr indent="0" marL="0">
              <a:buNone/>
            </a:pPr>
            <a:r>
              <a:rPr lang="en-US" sz="1100" i="1" dirty="0">
                <a:solidFill>
                  <a:srgbClr val="4A5058"/>
                </a:solidFill>
              </a:rPr>
              <a:t>Try: Sap green plus a little gray</a:t>
            </a:r>
            <a:endParaRPr lang="en-US" sz="1300" dirty="0"/>
          </a:p>
        </p:txBody>
      </p:sp>
      <p:sp>
        <p:nvSpPr>
          <p:cNvPr id="48" name="Text 46"/>
          <p:cNvSpPr txBox="1"/>
          <p:nvPr/>
        </p:nvSpPr>
        <p:spPr>
          <a:xfrm>
            <a:off x="548640" y="6336792"/>
            <a:ext cx="10515600" cy="411480"/>
          </a:xfrm>
          <a:prstGeom prst="rect">
            <a:avLst/>
          </a:prstGeom>
          <a:noFill/>
          <a:ln/>
        </p:spPr>
        <p:txBody>
          <a:bodyPr wrap="square" lIns="0" tIns="0" rIns="0" bIns="0" rtlCol="0" anchor="t"/>
          <a:lstStyle/>
          <a:p>
            <a:pPr indent="0" marL="0">
              <a:buNone/>
            </a:pPr>
            <a:r>
              <a:rPr lang="en-US" sz="1100" dirty="0">
                <a:solidFill>
                  <a:srgbClr val="4A5058"/>
                </a:solidFill>
              </a:rPr>
              <a:t>Hex values were sampled from the screenshots, so they will look a little different on your screen and paper. The reel does not name pigments: the “Try” lines are suggestions only, so match by eye.</a:t>
            </a:r>
            <a:endParaRPr lang="en-US" sz="1100" dirty="0"/>
          </a:p>
        </p:txBody>
      </p:sp>
      <p:sp>
        <p:nvSpPr>
          <p:cNvPr id="25" name="Slide Number Placeholder 0"/>
          <p:cNvSpPr>
            <a:spLocks noGrp="1"/>
          </p:cNvSpPr>
          <p:nvPr>
            <p:ph type="sldNum" sz="quarter" idx="4294967295"/>
          </p:nvPr>
        </p:nvSpPr>
        <p:spPr>
          <a:xfrm>
            <a:off x="11155680" y="6510528"/>
            <a:ext cx="548640" cy="228600"/>
          </a:xfrm>
          <a:prstGeom prst="rect">
            <a:avLst/>
          </a:prstGeom>
          <a:extLst>
            <a:ext uri="{C572A759-6A51-4108-AA02-DFA0A04FC94B}">
              <ma14:wrappingTextBoxFlag xmlns:ma14="http://schemas.microsoft.com/office/mac/drawingml/2011/main" val="0"/>
            </a:ext>
          </a:extLst>
        </p:spPr>
        <p:txBody>
          <a:bodyPr/>
          <a:lstStyle>
            <a:lvl1pPr>
              <a:defRPr sz="1000">
                <a:solidFill>
                  <a:srgbClr val="6D7072"/>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pic>
        <p:nvPicPr>
          <p:cNvPr id="2" name="Step 1 image" descr="Step 1: Draw the perspective frame">    </p:cNvPr>
          <p:cNvPicPr>
            <a:picLocks noChangeAspect="1"/>
          </p:cNvPicPr>
          <p:nvPr/>
        </p:nvPicPr>
        <p:blipFill>
          <a:blip r:embed="rId1"/>
          <a:stretch>
            <a:fillRect/>
          </a:stretch>
        </p:blipFill>
        <p:spPr>
          <a:xfrm>
            <a:off x="457200" y="411480"/>
            <a:ext cx="5317216" cy="6035040"/>
          </a:xfrm>
          <a:prstGeom prst="rect">
            <a:avLst/>
          </a:prstGeom>
        </p:spPr>
      </p:pic>
      <p:sp>
        <p:nvSpPr>
          <p:cNvPr id="3" name="Stage chip"/>
          <p:cNvSpPr txBox="1"/>
          <p:nvPr/>
        </p:nvSpPr>
        <p:spPr>
          <a:xfrm>
            <a:off x="6277336" y="640080"/>
            <a:ext cx="2516429" cy="292608"/>
          </a:xfrm>
          <a:prstGeom prst="roundRect">
            <a:avLst>
              <a:gd name="adj" fmla="val 31250"/>
            </a:avLst>
          </a:prstGeom>
          <a:solidFill>
            <a:srgbClr val="5A6068"/>
          </a:solidFill>
          <a:ln/>
        </p:spPr>
        <p:txBody>
          <a:bodyPr wrap="square" lIns="0" tIns="0" rIns="0" bIns="0" rtlCol="0" anchor="ctr"/>
          <a:lstStyle/>
          <a:p>
            <a:pPr algn="ctr" indent="0" marL="0">
              <a:buNone/>
            </a:pPr>
            <a:r>
              <a:rPr lang="en-US" sz="1100" b="1" dirty="0">
                <a:solidFill>
                  <a:srgbClr val="FFFFFF"/>
                </a:solidFill>
              </a:rPr>
              <a:t>STAGE 1 · PENCIL DRAWING</a:t>
            </a:r>
            <a:endParaRPr lang="en-US" sz="1100" dirty="0"/>
          </a:p>
        </p:txBody>
      </p:sp>
      <p:sp>
        <p:nvSpPr>
          <p:cNvPr id="4" name="Step counter"/>
          <p:cNvSpPr txBox="1"/>
          <p:nvPr/>
        </p:nvSpPr>
        <p:spPr>
          <a:xfrm>
            <a:off x="9905695" y="640080"/>
            <a:ext cx="1554480" cy="292608"/>
          </a:xfrm>
          <a:prstGeom prst="rect">
            <a:avLst/>
          </a:prstGeom>
          <a:noFill/>
          <a:ln/>
        </p:spPr>
        <p:txBody>
          <a:bodyPr wrap="square" lIns="0" tIns="0" rIns="0" bIns="0" rtlCol="0" anchor="ctr"/>
          <a:lstStyle/>
          <a:p>
            <a:pPr algn="r" indent="0" marL="0">
              <a:buNone/>
            </a:pPr>
            <a:r>
              <a:rPr lang="en-US" sz="1100" b="1" dirty="0">
                <a:solidFill>
                  <a:srgbClr val="6D7072"/>
                </a:solidFill>
              </a:rPr>
              <a:t>STEP 1 OF 34</a:t>
            </a:r>
            <a:endParaRPr lang="en-US" sz="1100" dirty="0"/>
          </a:p>
        </p:txBody>
      </p:sp>
      <p:sp>
        <p:nvSpPr>
          <p:cNvPr id="5" name="Text 1"/>
          <p:cNvSpPr/>
          <p:nvPr>
            <p:ph idx="101" type="title" hasCustomPrompt="1"/>
          </p:nvPr>
        </p:nvSpPr>
        <p:spPr>
          <a:xfrm>
            <a:off x="6277336" y="1051560"/>
            <a:ext cx="5182839" cy="868680"/>
          </a:xfrm>
          <a:prstGeom prst="rect">
            <a:avLst/>
          </a:prstGeom>
          <a:noFill/>
          <a:ln/>
        </p:spPr>
        <p:txBody>
          <a:bodyPr wrap="square" lIns="0" tIns="0" rIns="0" bIns="0" rtlCol="0" anchor="t"/>
          <a:lstStyle/>
          <a:p>
            <a:pPr algn="l" indent="0" marL="0">
              <a:buNone/>
            </a:pPr>
            <a:r>
              <a:rPr lang="en-US" sz="2600" b="1" dirty="0">
                <a:solidFill>
                  <a:schemeClr val="tx2"/>
                </a:solidFill>
              </a:rPr>
              <a:t>Draw the perspective frame</a:t>
            </a:r>
            <a:endParaRPr lang="en-US" sz="2600" dirty="0"/>
          </a:p>
        </p:txBody>
      </p:sp>
      <p:sp>
        <p:nvSpPr>
          <p:cNvPr id="6" name="Text 3"/>
          <p:cNvSpPr txBox="1"/>
          <p:nvPr/>
        </p:nvSpPr>
        <p:spPr>
          <a:xfrm>
            <a:off x="6277336" y="2011680"/>
            <a:ext cx="2743200" cy="228600"/>
          </a:xfrm>
          <a:prstGeom prst="rect">
            <a:avLst/>
          </a:prstGeom>
          <a:noFill/>
          <a:ln/>
        </p:spPr>
        <p:txBody>
          <a:bodyPr wrap="square" lIns="0" tIns="0" rIns="0" bIns="0" rtlCol="0" anchor="ctr"/>
          <a:lstStyle/>
          <a:p>
            <a:pPr indent="0" marL="0">
              <a:buNone/>
            </a:pPr>
            <a:r>
              <a:rPr lang="en-US" sz="1100" b="1" dirty="0">
                <a:solidFill>
                  <a:srgbClr val="6D7072"/>
                </a:solidFill>
              </a:rPr>
              <a:t>WHAT TO DO</a:t>
            </a:r>
            <a:endParaRPr lang="en-US" sz="1100" dirty="0"/>
          </a:p>
        </p:txBody>
      </p:sp>
      <p:sp>
        <p:nvSpPr>
          <p:cNvPr id="7" name="Instructions"/>
          <p:cNvSpPr txBox="1"/>
          <p:nvPr/>
        </p:nvSpPr>
        <p:spPr>
          <a:xfrm>
            <a:off x="6277336" y="2286000"/>
            <a:ext cx="5182839" cy="1874520"/>
          </a:xfrm>
          <a:prstGeom prst="rect">
            <a:avLst/>
          </a:prstGeom>
          <a:noFill/>
          <a:ln/>
        </p:spPr>
        <p:txBody>
          <a:bodyPr wrap="square" lIns="0" tIns="0" rIns="0" bIns="0" rtlCol="0" anchor="t"/>
          <a:lstStyle/>
          <a:p>
            <a:pPr marL="203200" indent="-203200">
              <a:spcAft>
                <a:spcPts val="600"/>
              </a:spcAft>
              <a:buSzPct val="100000"/>
              <a:buChar char="•"/>
            </a:pPr>
            <a:r>
              <a:rPr lang="en-US" sz="1500" dirty="0">
                <a:solidFill>
                  <a:schemeClr val="tx1"/>
                </a:solidFill>
              </a:rPr>
              <a:t>Lightly draw a horizontal horizon line about 60% of the way down the page.</a:t>
            </a:r>
            <a:endParaRPr lang="en-US" sz="1500" dirty="0"/>
          </a:p>
          <a:p>
            <a:pPr marL="203200" indent="-203200">
              <a:spcAft>
                <a:spcPts val="600"/>
              </a:spcAft>
              <a:buSzPct val="100000"/>
              <a:buChar char="•"/>
            </a:pPr>
            <a:r>
              <a:rPr lang="en-US" sz="1500" dirty="0">
                <a:solidFill>
                  <a:schemeClr val="tx1"/>
                </a:solidFill>
              </a:rPr>
              <a:t>Mark one vanishing point on it. Draw two long crossing diagonals through that point, plus a fan of straight lines down to the bottom edge.</a:t>
            </a:r>
            <a:endParaRPr lang="en-US" sz="1500" dirty="0"/>
          </a:p>
          <a:p>
            <a:pPr marL="203200" indent="-203200">
              <a:spcAft>
                <a:spcPts val="600"/>
              </a:spcAft>
              <a:buSzPct val="100000"/>
              <a:buChar char="•"/>
            </a:pPr>
            <a:r>
              <a:rPr lang="en-US" sz="1500" dirty="0">
                <a:solidFill>
                  <a:schemeClr val="tx1"/>
                </a:solidFill>
              </a:rPr>
              <a:t>Start the bumpy treeline (small scallops) along the right-hand diagonal.</a:t>
            </a:r>
            <a:endParaRPr lang="en-US" sz="1500" dirty="0"/>
          </a:p>
        </p:txBody>
      </p:sp>
      <p:sp>
        <p:nvSpPr>
          <p:cNvPr id="8" name="Tip box"/>
          <p:cNvSpPr/>
          <p:nvPr/>
        </p:nvSpPr>
        <p:spPr>
          <a:xfrm>
            <a:off x="6277336" y="4224528"/>
            <a:ext cx="5182839" cy="932688"/>
          </a:xfrm>
          <a:prstGeom prst="roundRect">
            <a:avLst>
              <a:gd name="adj" fmla="val 7843"/>
            </a:avLst>
          </a:prstGeom>
          <a:solidFill>
            <a:srgbClr val="F2F4F0"/>
          </a:solidFill>
          <a:ln/>
        </p:spPr>
      </p:sp>
      <p:sp>
        <p:nvSpPr>
          <p:cNvPr id="9" name="Tip text"/>
          <p:cNvSpPr txBox="1"/>
          <p:nvPr/>
        </p:nvSpPr>
        <p:spPr>
          <a:xfrm>
            <a:off x="6414496" y="4261104"/>
            <a:ext cx="4908519" cy="859536"/>
          </a:xfrm>
          <a:prstGeom prst="rect">
            <a:avLst/>
          </a:prstGeom>
          <a:noFill/>
          <a:ln/>
        </p:spPr>
        <p:txBody>
          <a:bodyPr wrap="square" lIns="0" tIns="0" rIns="0" bIns="0" rtlCol="0" anchor="ctr"/>
          <a:lstStyle/>
          <a:p>
            <a:pPr indent="0" marL="0">
              <a:buNone/>
            </a:pPr>
            <a:r>
              <a:rPr lang="en-US" sz="1000" b="1" dirty="0">
                <a:solidFill>
                  <a:srgbClr val="B4531A"/>
                </a:solidFill>
              </a:rPr>
              <a:t>WATCH FOR</a:t>
            </a:r>
            <a:endParaRPr lang="en-US" sz="1000" dirty="0"/>
          </a:p>
          <a:p>
            <a:pPr indent="0" marL="0">
              <a:buNone/>
            </a:pPr>
            <a:r>
              <a:rPr lang="en-US" sz="1400" dirty="0">
                <a:solidFill>
                  <a:schemeClr val="tx1"/>
                </a:solidFill>
              </a:rPr>
              <a:t>Press very lightly. The small A, B and C letters in the margins are the artist's own guide marks; you don't need to copy them.</a:t>
            </a:r>
            <a:endParaRPr lang="en-US" sz="1000" dirty="0"/>
          </a:p>
        </p:txBody>
      </p:sp>
      <p:sp>
        <p:nvSpPr>
          <p:cNvPr id="10" name="Text 7"/>
          <p:cNvSpPr txBox="1"/>
          <p:nvPr/>
        </p:nvSpPr>
        <p:spPr>
          <a:xfrm>
            <a:off x="6277336" y="5285232"/>
            <a:ext cx="5182839" cy="201168"/>
          </a:xfrm>
          <a:prstGeom prst="rect">
            <a:avLst/>
          </a:prstGeom>
          <a:noFill/>
          <a:ln/>
        </p:spPr>
        <p:txBody>
          <a:bodyPr wrap="square" lIns="0" tIns="0" rIns="0" bIns="0" rtlCol="0" anchor="ctr"/>
          <a:lstStyle/>
          <a:p>
            <a:pPr indent="0" marL="0">
              <a:buNone/>
            </a:pPr>
            <a:r>
              <a:rPr lang="en-US" sz="1000" b="1" dirty="0">
                <a:solidFill>
                  <a:srgbClr val="6D7072"/>
                </a:solidFill>
              </a:rPr>
              <a:t>NO PAINT YET: PENCIL ONLY</a:t>
            </a:r>
            <a:endParaRPr lang="en-US" sz="1000" dirty="0"/>
          </a:p>
        </p:txBody>
      </p:sp>
      <p:sp>
        <p:nvSpPr>
          <p:cNvPr id="11" name="Shape 8"/>
          <p:cNvSpPr/>
          <p:nvPr/>
        </p:nvSpPr>
        <p:spPr>
          <a:xfrm>
            <a:off x="6275830" y="6140196"/>
            <a:ext cx="155448" cy="155448"/>
          </a:xfrm>
          <a:prstGeom prst="ellipse">
            <a:avLst/>
          </a:prstGeom>
          <a:solidFill>
            <a:srgbClr val="5A6068"/>
          </a:solidFill>
          <a:ln/>
        </p:spPr>
      </p:sp>
      <p:sp>
        <p:nvSpPr>
          <p:cNvPr id="12" name="Shape 9"/>
          <p:cNvSpPr/>
          <p:nvPr/>
        </p:nvSpPr>
        <p:spPr>
          <a:xfrm>
            <a:off x="6464843" y="6176772"/>
            <a:ext cx="82296" cy="82296"/>
          </a:xfrm>
          <a:prstGeom prst="ellipse">
            <a:avLst/>
          </a:prstGeom>
          <a:solidFill>
            <a:srgbClr val="D3D9CC"/>
          </a:solidFill>
          <a:ln/>
        </p:spPr>
      </p:sp>
      <p:sp>
        <p:nvSpPr>
          <p:cNvPr id="13" name="Shape 10"/>
          <p:cNvSpPr/>
          <p:nvPr/>
        </p:nvSpPr>
        <p:spPr>
          <a:xfrm>
            <a:off x="6617279" y="6176772"/>
            <a:ext cx="82296" cy="82296"/>
          </a:xfrm>
          <a:prstGeom prst="ellipse">
            <a:avLst/>
          </a:prstGeom>
          <a:solidFill>
            <a:srgbClr val="D3D9CC"/>
          </a:solidFill>
          <a:ln/>
        </p:spPr>
      </p:sp>
      <p:sp>
        <p:nvSpPr>
          <p:cNvPr id="14" name="Shape 11"/>
          <p:cNvSpPr/>
          <p:nvPr/>
        </p:nvSpPr>
        <p:spPr>
          <a:xfrm>
            <a:off x="6769715" y="6176772"/>
            <a:ext cx="82296" cy="82296"/>
          </a:xfrm>
          <a:prstGeom prst="ellipse">
            <a:avLst/>
          </a:prstGeom>
          <a:solidFill>
            <a:srgbClr val="D3D9CC"/>
          </a:solidFill>
          <a:ln/>
        </p:spPr>
      </p:sp>
      <p:sp>
        <p:nvSpPr>
          <p:cNvPr id="15" name="Shape 12"/>
          <p:cNvSpPr/>
          <p:nvPr/>
        </p:nvSpPr>
        <p:spPr>
          <a:xfrm>
            <a:off x="6922152" y="6176772"/>
            <a:ext cx="82296" cy="82296"/>
          </a:xfrm>
          <a:prstGeom prst="ellipse">
            <a:avLst/>
          </a:prstGeom>
          <a:solidFill>
            <a:srgbClr val="D3D9CC"/>
          </a:solidFill>
          <a:ln/>
        </p:spPr>
      </p:sp>
      <p:sp>
        <p:nvSpPr>
          <p:cNvPr id="16" name="Shape 13"/>
          <p:cNvSpPr/>
          <p:nvPr/>
        </p:nvSpPr>
        <p:spPr>
          <a:xfrm>
            <a:off x="7074588" y="6176772"/>
            <a:ext cx="82296" cy="82296"/>
          </a:xfrm>
          <a:prstGeom prst="ellipse">
            <a:avLst/>
          </a:prstGeom>
          <a:solidFill>
            <a:srgbClr val="D3D9CC"/>
          </a:solidFill>
          <a:ln/>
        </p:spPr>
      </p:sp>
      <p:sp>
        <p:nvSpPr>
          <p:cNvPr id="17" name="Shape 14"/>
          <p:cNvSpPr/>
          <p:nvPr/>
        </p:nvSpPr>
        <p:spPr>
          <a:xfrm>
            <a:off x="7227025" y="6176772"/>
            <a:ext cx="82296" cy="82296"/>
          </a:xfrm>
          <a:prstGeom prst="ellipse">
            <a:avLst/>
          </a:prstGeom>
          <a:solidFill>
            <a:srgbClr val="D3D9CC"/>
          </a:solidFill>
          <a:ln/>
        </p:spPr>
      </p:sp>
      <p:sp>
        <p:nvSpPr>
          <p:cNvPr id="18" name="Shape 15"/>
          <p:cNvSpPr/>
          <p:nvPr/>
        </p:nvSpPr>
        <p:spPr>
          <a:xfrm>
            <a:off x="7379461" y="6176772"/>
            <a:ext cx="82296" cy="82296"/>
          </a:xfrm>
          <a:prstGeom prst="ellipse">
            <a:avLst/>
          </a:prstGeom>
          <a:solidFill>
            <a:srgbClr val="D3D9CC"/>
          </a:solidFill>
          <a:ln/>
        </p:spPr>
      </p:sp>
      <p:sp>
        <p:nvSpPr>
          <p:cNvPr id="19" name="Shape 16"/>
          <p:cNvSpPr/>
          <p:nvPr/>
        </p:nvSpPr>
        <p:spPr>
          <a:xfrm>
            <a:off x="7531898" y="6176772"/>
            <a:ext cx="82296" cy="82296"/>
          </a:xfrm>
          <a:prstGeom prst="ellipse">
            <a:avLst/>
          </a:prstGeom>
          <a:solidFill>
            <a:srgbClr val="D3D9CC"/>
          </a:solidFill>
          <a:ln/>
        </p:spPr>
      </p:sp>
      <p:sp>
        <p:nvSpPr>
          <p:cNvPr id="20" name="Shape 17"/>
          <p:cNvSpPr/>
          <p:nvPr/>
        </p:nvSpPr>
        <p:spPr>
          <a:xfrm>
            <a:off x="7684334" y="6176772"/>
            <a:ext cx="82296" cy="82296"/>
          </a:xfrm>
          <a:prstGeom prst="ellipse">
            <a:avLst/>
          </a:prstGeom>
          <a:solidFill>
            <a:srgbClr val="D3D9CC"/>
          </a:solidFill>
          <a:ln/>
        </p:spPr>
      </p:sp>
      <p:sp>
        <p:nvSpPr>
          <p:cNvPr id="21" name="Shape 18"/>
          <p:cNvSpPr/>
          <p:nvPr/>
        </p:nvSpPr>
        <p:spPr>
          <a:xfrm>
            <a:off x="7836771" y="6176772"/>
            <a:ext cx="82296" cy="82296"/>
          </a:xfrm>
          <a:prstGeom prst="ellipse">
            <a:avLst/>
          </a:prstGeom>
          <a:solidFill>
            <a:srgbClr val="D3D9CC"/>
          </a:solidFill>
          <a:ln/>
        </p:spPr>
      </p:sp>
      <p:sp>
        <p:nvSpPr>
          <p:cNvPr id="22" name="Shape 19"/>
          <p:cNvSpPr/>
          <p:nvPr/>
        </p:nvSpPr>
        <p:spPr>
          <a:xfrm>
            <a:off x="7989207" y="6176772"/>
            <a:ext cx="82296" cy="82296"/>
          </a:xfrm>
          <a:prstGeom prst="ellipse">
            <a:avLst/>
          </a:prstGeom>
          <a:solidFill>
            <a:srgbClr val="D3D9CC"/>
          </a:solidFill>
          <a:ln/>
        </p:spPr>
      </p:sp>
      <p:sp>
        <p:nvSpPr>
          <p:cNvPr id="23" name="Shape 20"/>
          <p:cNvSpPr/>
          <p:nvPr/>
        </p:nvSpPr>
        <p:spPr>
          <a:xfrm>
            <a:off x="8141643" y="6176772"/>
            <a:ext cx="82296" cy="82296"/>
          </a:xfrm>
          <a:prstGeom prst="ellipse">
            <a:avLst/>
          </a:prstGeom>
          <a:solidFill>
            <a:srgbClr val="D3D9CC"/>
          </a:solidFill>
          <a:ln/>
        </p:spPr>
      </p:sp>
      <p:sp>
        <p:nvSpPr>
          <p:cNvPr id="24" name="Shape 21"/>
          <p:cNvSpPr/>
          <p:nvPr/>
        </p:nvSpPr>
        <p:spPr>
          <a:xfrm>
            <a:off x="8294080" y="6176772"/>
            <a:ext cx="82296" cy="82296"/>
          </a:xfrm>
          <a:prstGeom prst="ellipse">
            <a:avLst/>
          </a:prstGeom>
          <a:solidFill>
            <a:srgbClr val="D3D9CC"/>
          </a:solidFill>
          <a:ln/>
        </p:spPr>
      </p:sp>
      <p:sp>
        <p:nvSpPr>
          <p:cNvPr id="25" name="Shape 22"/>
          <p:cNvSpPr/>
          <p:nvPr/>
        </p:nvSpPr>
        <p:spPr>
          <a:xfrm>
            <a:off x="8446516" y="6176772"/>
            <a:ext cx="82296" cy="82296"/>
          </a:xfrm>
          <a:prstGeom prst="ellipse">
            <a:avLst/>
          </a:prstGeom>
          <a:solidFill>
            <a:srgbClr val="D3D9CC"/>
          </a:solidFill>
          <a:ln/>
        </p:spPr>
      </p:sp>
      <p:sp>
        <p:nvSpPr>
          <p:cNvPr id="26" name="Shape 23"/>
          <p:cNvSpPr/>
          <p:nvPr/>
        </p:nvSpPr>
        <p:spPr>
          <a:xfrm>
            <a:off x="8598953" y="6176772"/>
            <a:ext cx="82296" cy="82296"/>
          </a:xfrm>
          <a:prstGeom prst="ellipse">
            <a:avLst/>
          </a:prstGeom>
          <a:solidFill>
            <a:srgbClr val="D3D9CC"/>
          </a:solidFill>
          <a:ln/>
        </p:spPr>
      </p:sp>
      <p:sp>
        <p:nvSpPr>
          <p:cNvPr id="27" name="Shape 24"/>
          <p:cNvSpPr/>
          <p:nvPr/>
        </p:nvSpPr>
        <p:spPr>
          <a:xfrm>
            <a:off x="8751389" y="6176772"/>
            <a:ext cx="82296" cy="82296"/>
          </a:xfrm>
          <a:prstGeom prst="ellipse">
            <a:avLst/>
          </a:prstGeom>
          <a:solidFill>
            <a:srgbClr val="D3D9CC"/>
          </a:solidFill>
          <a:ln/>
        </p:spPr>
      </p:sp>
      <p:sp>
        <p:nvSpPr>
          <p:cNvPr id="28" name="Shape 25"/>
          <p:cNvSpPr/>
          <p:nvPr/>
        </p:nvSpPr>
        <p:spPr>
          <a:xfrm>
            <a:off x="8903826" y="6176772"/>
            <a:ext cx="82296" cy="82296"/>
          </a:xfrm>
          <a:prstGeom prst="ellipse">
            <a:avLst/>
          </a:prstGeom>
          <a:solidFill>
            <a:srgbClr val="D3D9CC"/>
          </a:solidFill>
          <a:ln/>
        </p:spPr>
      </p:sp>
      <p:sp>
        <p:nvSpPr>
          <p:cNvPr id="29" name="Shape 26"/>
          <p:cNvSpPr/>
          <p:nvPr/>
        </p:nvSpPr>
        <p:spPr>
          <a:xfrm>
            <a:off x="9056262" y="6176772"/>
            <a:ext cx="82296" cy="82296"/>
          </a:xfrm>
          <a:prstGeom prst="ellipse">
            <a:avLst/>
          </a:prstGeom>
          <a:solidFill>
            <a:srgbClr val="D3D9CC"/>
          </a:solidFill>
          <a:ln/>
        </p:spPr>
      </p:sp>
      <p:sp>
        <p:nvSpPr>
          <p:cNvPr id="30" name="Shape 27"/>
          <p:cNvSpPr/>
          <p:nvPr/>
        </p:nvSpPr>
        <p:spPr>
          <a:xfrm>
            <a:off x="9208699" y="6176772"/>
            <a:ext cx="82296" cy="82296"/>
          </a:xfrm>
          <a:prstGeom prst="ellipse">
            <a:avLst/>
          </a:prstGeom>
          <a:solidFill>
            <a:srgbClr val="D3D9CC"/>
          </a:solidFill>
          <a:ln/>
        </p:spPr>
      </p:sp>
      <p:sp>
        <p:nvSpPr>
          <p:cNvPr id="31" name="Shape 28"/>
          <p:cNvSpPr/>
          <p:nvPr/>
        </p:nvSpPr>
        <p:spPr>
          <a:xfrm>
            <a:off x="9361135" y="6176772"/>
            <a:ext cx="82296" cy="82296"/>
          </a:xfrm>
          <a:prstGeom prst="ellipse">
            <a:avLst/>
          </a:prstGeom>
          <a:solidFill>
            <a:srgbClr val="D3D9CC"/>
          </a:solidFill>
          <a:ln/>
        </p:spPr>
      </p:sp>
      <p:sp>
        <p:nvSpPr>
          <p:cNvPr id="32" name="Shape 29"/>
          <p:cNvSpPr/>
          <p:nvPr/>
        </p:nvSpPr>
        <p:spPr>
          <a:xfrm>
            <a:off x="9513572" y="6176772"/>
            <a:ext cx="82296" cy="82296"/>
          </a:xfrm>
          <a:prstGeom prst="ellipse">
            <a:avLst/>
          </a:prstGeom>
          <a:solidFill>
            <a:srgbClr val="D3D9CC"/>
          </a:solidFill>
          <a:ln/>
        </p:spPr>
      </p:sp>
      <p:sp>
        <p:nvSpPr>
          <p:cNvPr id="33" name="Shape 30"/>
          <p:cNvSpPr/>
          <p:nvPr/>
        </p:nvSpPr>
        <p:spPr>
          <a:xfrm>
            <a:off x="9666008" y="6176772"/>
            <a:ext cx="82296" cy="82296"/>
          </a:xfrm>
          <a:prstGeom prst="ellipse">
            <a:avLst/>
          </a:prstGeom>
          <a:solidFill>
            <a:srgbClr val="D3D9CC"/>
          </a:solidFill>
          <a:ln/>
        </p:spPr>
      </p:sp>
      <p:sp>
        <p:nvSpPr>
          <p:cNvPr id="34" name="Shape 31"/>
          <p:cNvSpPr/>
          <p:nvPr/>
        </p:nvSpPr>
        <p:spPr>
          <a:xfrm>
            <a:off x="9818444" y="6176772"/>
            <a:ext cx="82296" cy="82296"/>
          </a:xfrm>
          <a:prstGeom prst="ellipse">
            <a:avLst/>
          </a:prstGeom>
          <a:solidFill>
            <a:srgbClr val="D3D9CC"/>
          </a:solidFill>
          <a:ln/>
        </p:spPr>
      </p:sp>
      <p:sp>
        <p:nvSpPr>
          <p:cNvPr id="35" name="Shape 32"/>
          <p:cNvSpPr/>
          <p:nvPr/>
        </p:nvSpPr>
        <p:spPr>
          <a:xfrm>
            <a:off x="9970881" y="6176772"/>
            <a:ext cx="82296" cy="82296"/>
          </a:xfrm>
          <a:prstGeom prst="ellipse">
            <a:avLst/>
          </a:prstGeom>
          <a:solidFill>
            <a:srgbClr val="D3D9CC"/>
          </a:solidFill>
          <a:ln/>
        </p:spPr>
      </p:sp>
      <p:sp>
        <p:nvSpPr>
          <p:cNvPr id="36" name="Shape 33"/>
          <p:cNvSpPr/>
          <p:nvPr/>
        </p:nvSpPr>
        <p:spPr>
          <a:xfrm>
            <a:off x="10123317" y="6176772"/>
            <a:ext cx="82296" cy="82296"/>
          </a:xfrm>
          <a:prstGeom prst="ellipse">
            <a:avLst/>
          </a:prstGeom>
          <a:solidFill>
            <a:srgbClr val="D3D9CC"/>
          </a:solidFill>
          <a:ln/>
        </p:spPr>
      </p:sp>
      <p:sp>
        <p:nvSpPr>
          <p:cNvPr id="37" name="Shape 34"/>
          <p:cNvSpPr/>
          <p:nvPr/>
        </p:nvSpPr>
        <p:spPr>
          <a:xfrm>
            <a:off x="10275754" y="6176772"/>
            <a:ext cx="82296" cy="82296"/>
          </a:xfrm>
          <a:prstGeom prst="ellipse">
            <a:avLst/>
          </a:prstGeom>
          <a:solidFill>
            <a:srgbClr val="D3D9CC"/>
          </a:solidFill>
          <a:ln/>
        </p:spPr>
      </p:sp>
      <p:sp>
        <p:nvSpPr>
          <p:cNvPr id="38" name="Shape 35"/>
          <p:cNvSpPr/>
          <p:nvPr/>
        </p:nvSpPr>
        <p:spPr>
          <a:xfrm>
            <a:off x="10428190" y="6176772"/>
            <a:ext cx="82296" cy="82296"/>
          </a:xfrm>
          <a:prstGeom prst="ellipse">
            <a:avLst/>
          </a:prstGeom>
          <a:solidFill>
            <a:srgbClr val="D3D9CC"/>
          </a:solidFill>
          <a:ln/>
        </p:spPr>
      </p:sp>
      <p:sp>
        <p:nvSpPr>
          <p:cNvPr id="39" name="Shape 36"/>
          <p:cNvSpPr/>
          <p:nvPr/>
        </p:nvSpPr>
        <p:spPr>
          <a:xfrm>
            <a:off x="10580627" y="6176772"/>
            <a:ext cx="82296" cy="82296"/>
          </a:xfrm>
          <a:prstGeom prst="ellipse">
            <a:avLst/>
          </a:prstGeom>
          <a:solidFill>
            <a:srgbClr val="D3D9CC"/>
          </a:solidFill>
          <a:ln/>
        </p:spPr>
      </p:sp>
      <p:sp>
        <p:nvSpPr>
          <p:cNvPr id="40" name="Shape 37"/>
          <p:cNvSpPr/>
          <p:nvPr/>
        </p:nvSpPr>
        <p:spPr>
          <a:xfrm>
            <a:off x="10733063" y="6176772"/>
            <a:ext cx="82296" cy="82296"/>
          </a:xfrm>
          <a:prstGeom prst="ellipse">
            <a:avLst/>
          </a:prstGeom>
          <a:solidFill>
            <a:srgbClr val="D3D9CC"/>
          </a:solidFill>
          <a:ln/>
        </p:spPr>
      </p:sp>
      <p:sp>
        <p:nvSpPr>
          <p:cNvPr id="41" name="Shape 38"/>
          <p:cNvSpPr/>
          <p:nvPr/>
        </p:nvSpPr>
        <p:spPr>
          <a:xfrm>
            <a:off x="10885500" y="6176772"/>
            <a:ext cx="82296" cy="82296"/>
          </a:xfrm>
          <a:prstGeom prst="ellipse">
            <a:avLst/>
          </a:prstGeom>
          <a:solidFill>
            <a:srgbClr val="D3D9CC"/>
          </a:solidFill>
          <a:ln/>
        </p:spPr>
      </p:sp>
      <p:sp>
        <p:nvSpPr>
          <p:cNvPr id="42" name="Shape 39"/>
          <p:cNvSpPr/>
          <p:nvPr/>
        </p:nvSpPr>
        <p:spPr>
          <a:xfrm>
            <a:off x="11037936" y="6176772"/>
            <a:ext cx="82296" cy="82296"/>
          </a:xfrm>
          <a:prstGeom prst="ellipse">
            <a:avLst/>
          </a:prstGeom>
          <a:solidFill>
            <a:srgbClr val="D3D9CC"/>
          </a:solidFill>
          <a:ln/>
        </p:spPr>
      </p:sp>
      <p:sp>
        <p:nvSpPr>
          <p:cNvPr id="43" name="Shape 40"/>
          <p:cNvSpPr/>
          <p:nvPr/>
        </p:nvSpPr>
        <p:spPr>
          <a:xfrm>
            <a:off x="11190373" y="6176772"/>
            <a:ext cx="82296" cy="82296"/>
          </a:xfrm>
          <a:prstGeom prst="ellipse">
            <a:avLst/>
          </a:prstGeom>
          <a:solidFill>
            <a:srgbClr val="D3D9CC"/>
          </a:solidFill>
          <a:ln/>
        </p:spPr>
      </p:sp>
      <p:sp>
        <p:nvSpPr>
          <p:cNvPr id="44" name="Shape 41"/>
          <p:cNvSpPr/>
          <p:nvPr/>
        </p:nvSpPr>
        <p:spPr>
          <a:xfrm>
            <a:off x="11342809" y="6176772"/>
            <a:ext cx="82296" cy="82296"/>
          </a:xfrm>
          <a:prstGeom prst="ellipse">
            <a:avLst/>
          </a:prstGeom>
          <a:solidFill>
            <a:srgbClr val="D3D9CC"/>
          </a:solidFill>
          <a:ln/>
        </p:spPr>
      </p:sp>
      <p:sp>
        <p:nvSpPr>
          <p:cNvPr id="25" name="Slide Number Placeholder 0"/>
          <p:cNvSpPr>
            <a:spLocks noGrp="1"/>
          </p:cNvSpPr>
          <p:nvPr>
            <p:ph type="sldNum" sz="quarter" idx="4294967295"/>
          </p:nvPr>
        </p:nvSpPr>
        <p:spPr>
          <a:xfrm>
            <a:off x="11155680" y="6510528"/>
            <a:ext cx="548640" cy="228600"/>
          </a:xfrm>
          <a:prstGeom prst="rect">
            <a:avLst/>
          </a:prstGeom>
          <a:extLst>
            <a:ext uri="{C572A759-6A51-4108-AA02-DFA0A04FC94B}">
              <ma14:wrappingTextBoxFlag xmlns:ma14="http://schemas.microsoft.com/office/mac/drawingml/2011/main" val="0"/>
            </a:ext>
          </a:extLst>
        </p:spPr>
        <p:txBody>
          <a:bodyPr/>
          <a:lstStyle>
            <a:lvl1pPr>
              <a:defRPr sz="1000">
                <a:solidFill>
                  <a:srgbClr val="6D7072"/>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pic>
        <p:nvPicPr>
          <p:cNvPr id="2" name="Step 2 image" descr="Step 2: Mirror the treeline on the left">    </p:cNvPr>
          <p:cNvPicPr>
            <a:picLocks noChangeAspect="1"/>
          </p:cNvPicPr>
          <p:nvPr/>
        </p:nvPicPr>
        <p:blipFill>
          <a:blip r:embed="rId1"/>
          <a:stretch>
            <a:fillRect/>
          </a:stretch>
        </p:blipFill>
        <p:spPr>
          <a:xfrm>
            <a:off x="457200" y="411480"/>
            <a:ext cx="5317216" cy="6035040"/>
          </a:xfrm>
          <a:prstGeom prst="rect">
            <a:avLst/>
          </a:prstGeom>
        </p:spPr>
      </p:pic>
      <p:sp>
        <p:nvSpPr>
          <p:cNvPr id="3" name="Stage chip"/>
          <p:cNvSpPr txBox="1"/>
          <p:nvPr/>
        </p:nvSpPr>
        <p:spPr>
          <a:xfrm>
            <a:off x="6277336" y="640080"/>
            <a:ext cx="2516429" cy="292608"/>
          </a:xfrm>
          <a:prstGeom prst="roundRect">
            <a:avLst>
              <a:gd name="adj" fmla="val 31250"/>
            </a:avLst>
          </a:prstGeom>
          <a:solidFill>
            <a:srgbClr val="5A6068"/>
          </a:solidFill>
          <a:ln/>
        </p:spPr>
        <p:txBody>
          <a:bodyPr wrap="square" lIns="0" tIns="0" rIns="0" bIns="0" rtlCol="0" anchor="ctr"/>
          <a:lstStyle/>
          <a:p>
            <a:pPr algn="ctr" indent="0" marL="0">
              <a:buNone/>
            </a:pPr>
            <a:r>
              <a:rPr lang="en-US" sz="1100" b="1" dirty="0">
                <a:solidFill>
                  <a:srgbClr val="FFFFFF"/>
                </a:solidFill>
              </a:rPr>
              <a:t>STAGE 1 · PENCIL DRAWING</a:t>
            </a:r>
            <a:endParaRPr lang="en-US" sz="1100" dirty="0"/>
          </a:p>
        </p:txBody>
      </p:sp>
      <p:sp>
        <p:nvSpPr>
          <p:cNvPr id="4" name="Step counter"/>
          <p:cNvSpPr txBox="1"/>
          <p:nvPr/>
        </p:nvSpPr>
        <p:spPr>
          <a:xfrm>
            <a:off x="9905695" y="640080"/>
            <a:ext cx="1554480" cy="292608"/>
          </a:xfrm>
          <a:prstGeom prst="rect">
            <a:avLst/>
          </a:prstGeom>
          <a:noFill/>
          <a:ln/>
        </p:spPr>
        <p:txBody>
          <a:bodyPr wrap="square" lIns="0" tIns="0" rIns="0" bIns="0" rtlCol="0" anchor="ctr"/>
          <a:lstStyle/>
          <a:p>
            <a:pPr algn="r" indent="0" marL="0">
              <a:buNone/>
            </a:pPr>
            <a:r>
              <a:rPr lang="en-US" sz="1100" b="1" dirty="0">
                <a:solidFill>
                  <a:srgbClr val="6D7072"/>
                </a:solidFill>
              </a:rPr>
              <a:t>STEP 2 OF 34</a:t>
            </a:r>
            <a:endParaRPr lang="en-US" sz="1100" dirty="0"/>
          </a:p>
        </p:txBody>
      </p:sp>
      <p:sp>
        <p:nvSpPr>
          <p:cNvPr id="5" name="Text 1"/>
          <p:cNvSpPr/>
          <p:nvPr>
            <p:ph idx="101" type="title" hasCustomPrompt="1"/>
          </p:nvPr>
        </p:nvSpPr>
        <p:spPr>
          <a:xfrm>
            <a:off x="6277336" y="1051560"/>
            <a:ext cx="5182839" cy="868680"/>
          </a:xfrm>
          <a:prstGeom prst="rect">
            <a:avLst/>
          </a:prstGeom>
          <a:noFill/>
          <a:ln/>
        </p:spPr>
        <p:txBody>
          <a:bodyPr wrap="square" lIns="0" tIns="0" rIns="0" bIns="0" rtlCol="0" anchor="t"/>
          <a:lstStyle/>
          <a:p>
            <a:pPr algn="l" indent="0" marL="0">
              <a:buNone/>
            </a:pPr>
            <a:r>
              <a:rPr lang="en-US" sz="2600" b="1" dirty="0">
                <a:solidFill>
                  <a:schemeClr val="tx2"/>
                </a:solidFill>
              </a:rPr>
              <a:t>Mirror the treeline on the left</a:t>
            </a:r>
            <a:endParaRPr lang="en-US" sz="2600" dirty="0"/>
          </a:p>
        </p:txBody>
      </p:sp>
      <p:sp>
        <p:nvSpPr>
          <p:cNvPr id="6" name="Text 3"/>
          <p:cNvSpPr txBox="1"/>
          <p:nvPr/>
        </p:nvSpPr>
        <p:spPr>
          <a:xfrm>
            <a:off x="6277336" y="2011680"/>
            <a:ext cx="2743200" cy="228600"/>
          </a:xfrm>
          <a:prstGeom prst="rect">
            <a:avLst/>
          </a:prstGeom>
          <a:noFill/>
          <a:ln/>
        </p:spPr>
        <p:txBody>
          <a:bodyPr wrap="square" lIns="0" tIns="0" rIns="0" bIns="0" rtlCol="0" anchor="ctr"/>
          <a:lstStyle/>
          <a:p>
            <a:pPr indent="0" marL="0">
              <a:buNone/>
            </a:pPr>
            <a:r>
              <a:rPr lang="en-US" sz="1100" b="1" dirty="0">
                <a:solidFill>
                  <a:srgbClr val="6D7072"/>
                </a:solidFill>
              </a:rPr>
              <a:t>WHAT TO DO</a:t>
            </a:r>
            <a:endParaRPr lang="en-US" sz="1100" dirty="0"/>
          </a:p>
        </p:txBody>
      </p:sp>
      <p:sp>
        <p:nvSpPr>
          <p:cNvPr id="7" name="Instructions"/>
          <p:cNvSpPr txBox="1"/>
          <p:nvPr/>
        </p:nvSpPr>
        <p:spPr>
          <a:xfrm>
            <a:off x="6277336" y="2286000"/>
            <a:ext cx="5182839" cy="1874520"/>
          </a:xfrm>
          <a:prstGeom prst="rect">
            <a:avLst/>
          </a:prstGeom>
          <a:noFill/>
          <a:ln/>
        </p:spPr>
        <p:txBody>
          <a:bodyPr wrap="square" lIns="0" tIns="0" rIns="0" bIns="0" rtlCol="0" anchor="t"/>
          <a:lstStyle/>
          <a:p>
            <a:pPr marL="203200" indent="-203200">
              <a:spcAft>
                <a:spcPts val="600"/>
              </a:spcAft>
              <a:buSzPct val="100000"/>
              <a:buChar char="•"/>
            </a:pPr>
            <a:r>
              <a:rPr lang="en-US" sz="1500" dirty="0">
                <a:solidFill>
                  <a:schemeClr val="tx1"/>
                </a:solidFill>
              </a:rPr>
              <a:t>Draw the same scalloped treeline along the left diagonal so both sides match.</a:t>
            </a:r>
            <a:endParaRPr lang="en-US" sz="1500" dirty="0"/>
          </a:p>
          <a:p>
            <a:pPr marL="203200" indent="-203200">
              <a:spcAft>
                <a:spcPts val="600"/>
              </a:spcAft>
              <a:buSzPct val="100000"/>
              <a:buChar char="•"/>
            </a:pPr>
            <a:r>
              <a:rPr lang="en-US" sz="1500" dirty="0">
                <a:solidFill>
                  <a:schemeClr val="tx1"/>
                </a:solidFill>
              </a:rPr>
              <a:t>Keep the bumps small near the vanishing point and larger toward the edges.</a:t>
            </a:r>
            <a:endParaRPr lang="en-US" sz="1500" dirty="0"/>
          </a:p>
          <a:p>
            <a:pPr marL="203200" indent="-203200">
              <a:spcAft>
                <a:spcPts val="600"/>
              </a:spcAft>
              <a:buSzPct val="100000"/>
              <a:buChar char="•"/>
            </a:pPr>
            <a:r>
              <a:rPr lang="en-US" sz="1500" dirty="0">
                <a:solidFill>
                  <a:schemeClr val="tx1"/>
                </a:solidFill>
              </a:rPr>
              <a:t>Extend the right treeline out to the paper's edge and begin the first vertical trunk line.</a:t>
            </a:r>
            <a:endParaRPr lang="en-US" sz="1500" dirty="0"/>
          </a:p>
        </p:txBody>
      </p:sp>
      <p:sp>
        <p:nvSpPr>
          <p:cNvPr id="8" name="Tip box"/>
          <p:cNvSpPr/>
          <p:nvPr/>
        </p:nvSpPr>
        <p:spPr>
          <a:xfrm>
            <a:off x="6277336" y="4224528"/>
            <a:ext cx="5182839" cy="932688"/>
          </a:xfrm>
          <a:prstGeom prst="roundRect">
            <a:avLst>
              <a:gd name="adj" fmla="val 7843"/>
            </a:avLst>
          </a:prstGeom>
          <a:solidFill>
            <a:srgbClr val="F2F4F0"/>
          </a:solidFill>
          <a:ln/>
        </p:spPr>
      </p:sp>
      <p:sp>
        <p:nvSpPr>
          <p:cNvPr id="9" name="Tip text"/>
          <p:cNvSpPr txBox="1"/>
          <p:nvPr/>
        </p:nvSpPr>
        <p:spPr>
          <a:xfrm>
            <a:off x="6414496" y="4261104"/>
            <a:ext cx="4908519" cy="859536"/>
          </a:xfrm>
          <a:prstGeom prst="rect">
            <a:avLst/>
          </a:prstGeom>
          <a:noFill/>
          <a:ln/>
        </p:spPr>
        <p:txBody>
          <a:bodyPr wrap="square" lIns="0" tIns="0" rIns="0" bIns="0" rtlCol="0" anchor="ctr"/>
          <a:lstStyle/>
          <a:p>
            <a:pPr indent="0" marL="0">
              <a:buNone/>
            </a:pPr>
            <a:r>
              <a:rPr lang="en-US" sz="1000" b="1" dirty="0">
                <a:solidFill>
                  <a:srgbClr val="B4531A"/>
                </a:solidFill>
              </a:rPr>
              <a:t>WATCH FOR</a:t>
            </a:r>
            <a:endParaRPr lang="en-US" sz="1000" dirty="0"/>
          </a:p>
          <a:p>
            <a:pPr indent="0" marL="0">
              <a:buNone/>
            </a:pPr>
            <a:r>
              <a:rPr lang="en-US" sz="1400" dirty="0">
                <a:solidFill>
                  <a:schemeClr val="tx1"/>
                </a:solidFill>
              </a:rPr>
              <a:t>Big shapes in front, small shapes far away: that is what makes the scene look deep.</a:t>
            </a:r>
            <a:endParaRPr lang="en-US" sz="1000" dirty="0"/>
          </a:p>
        </p:txBody>
      </p:sp>
      <p:sp>
        <p:nvSpPr>
          <p:cNvPr id="10" name="Text 7"/>
          <p:cNvSpPr txBox="1"/>
          <p:nvPr/>
        </p:nvSpPr>
        <p:spPr>
          <a:xfrm>
            <a:off x="6277336" y="5285232"/>
            <a:ext cx="5182839" cy="201168"/>
          </a:xfrm>
          <a:prstGeom prst="rect">
            <a:avLst/>
          </a:prstGeom>
          <a:noFill/>
          <a:ln/>
        </p:spPr>
        <p:txBody>
          <a:bodyPr wrap="square" lIns="0" tIns="0" rIns="0" bIns="0" rtlCol="0" anchor="ctr"/>
          <a:lstStyle/>
          <a:p>
            <a:pPr indent="0" marL="0">
              <a:buNone/>
            </a:pPr>
            <a:r>
              <a:rPr lang="en-US" sz="1000" b="1" dirty="0">
                <a:solidFill>
                  <a:srgbClr val="6D7072"/>
                </a:solidFill>
              </a:rPr>
              <a:t>NO PAINT YET: PENCIL ONLY</a:t>
            </a:r>
            <a:endParaRPr lang="en-US" sz="1000" dirty="0"/>
          </a:p>
        </p:txBody>
      </p:sp>
      <p:sp>
        <p:nvSpPr>
          <p:cNvPr id="11" name="Shape 8"/>
          <p:cNvSpPr/>
          <p:nvPr/>
        </p:nvSpPr>
        <p:spPr>
          <a:xfrm>
            <a:off x="6312406" y="6176772"/>
            <a:ext cx="82296" cy="82296"/>
          </a:xfrm>
          <a:prstGeom prst="ellipse">
            <a:avLst/>
          </a:prstGeom>
          <a:solidFill>
            <a:srgbClr val="8E9A82"/>
          </a:solidFill>
          <a:ln/>
        </p:spPr>
      </p:sp>
      <p:sp>
        <p:nvSpPr>
          <p:cNvPr id="12" name="Shape 9"/>
          <p:cNvSpPr/>
          <p:nvPr/>
        </p:nvSpPr>
        <p:spPr>
          <a:xfrm>
            <a:off x="6428267" y="6140196"/>
            <a:ext cx="155448" cy="155448"/>
          </a:xfrm>
          <a:prstGeom prst="ellipse">
            <a:avLst/>
          </a:prstGeom>
          <a:solidFill>
            <a:srgbClr val="5A6068"/>
          </a:solidFill>
          <a:ln/>
        </p:spPr>
      </p:sp>
      <p:sp>
        <p:nvSpPr>
          <p:cNvPr id="13" name="Shape 10"/>
          <p:cNvSpPr/>
          <p:nvPr/>
        </p:nvSpPr>
        <p:spPr>
          <a:xfrm>
            <a:off x="6617279" y="6176772"/>
            <a:ext cx="82296" cy="82296"/>
          </a:xfrm>
          <a:prstGeom prst="ellipse">
            <a:avLst/>
          </a:prstGeom>
          <a:solidFill>
            <a:srgbClr val="D3D9CC"/>
          </a:solidFill>
          <a:ln/>
        </p:spPr>
      </p:sp>
      <p:sp>
        <p:nvSpPr>
          <p:cNvPr id="14" name="Shape 11"/>
          <p:cNvSpPr/>
          <p:nvPr/>
        </p:nvSpPr>
        <p:spPr>
          <a:xfrm>
            <a:off x="6769715" y="6176772"/>
            <a:ext cx="82296" cy="82296"/>
          </a:xfrm>
          <a:prstGeom prst="ellipse">
            <a:avLst/>
          </a:prstGeom>
          <a:solidFill>
            <a:srgbClr val="D3D9CC"/>
          </a:solidFill>
          <a:ln/>
        </p:spPr>
      </p:sp>
      <p:sp>
        <p:nvSpPr>
          <p:cNvPr id="15" name="Shape 12"/>
          <p:cNvSpPr/>
          <p:nvPr/>
        </p:nvSpPr>
        <p:spPr>
          <a:xfrm>
            <a:off x="6922152" y="6176772"/>
            <a:ext cx="82296" cy="82296"/>
          </a:xfrm>
          <a:prstGeom prst="ellipse">
            <a:avLst/>
          </a:prstGeom>
          <a:solidFill>
            <a:srgbClr val="D3D9CC"/>
          </a:solidFill>
          <a:ln/>
        </p:spPr>
      </p:sp>
      <p:sp>
        <p:nvSpPr>
          <p:cNvPr id="16" name="Shape 13"/>
          <p:cNvSpPr/>
          <p:nvPr/>
        </p:nvSpPr>
        <p:spPr>
          <a:xfrm>
            <a:off x="7074588" y="6176772"/>
            <a:ext cx="82296" cy="82296"/>
          </a:xfrm>
          <a:prstGeom prst="ellipse">
            <a:avLst/>
          </a:prstGeom>
          <a:solidFill>
            <a:srgbClr val="D3D9CC"/>
          </a:solidFill>
          <a:ln/>
        </p:spPr>
      </p:sp>
      <p:sp>
        <p:nvSpPr>
          <p:cNvPr id="17" name="Shape 14"/>
          <p:cNvSpPr/>
          <p:nvPr/>
        </p:nvSpPr>
        <p:spPr>
          <a:xfrm>
            <a:off x="7227025" y="6176772"/>
            <a:ext cx="82296" cy="82296"/>
          </a:xfrm>
          <a:prstGeom prst="ellipse">
            <a:avLst/>
          </a:prstGeom>
          <a:solidFill>
            <a:srgbClr val="D3D9CC"/>
          </a:solidFill>
          <a:ln/>
        </p:spPr>
      </p:sp>
      <p:sp>
        <p:nvSpPr>
          <p:cNvPr id="18" name="Shape 15"/>
          <p:cNvSpPr/>
          <p:nvPr/>
        </p:nvSpPr>
        <p:spPr>
          <a:xfrm>
            <a:off x="7379461" y="6176772"/>
            <a:ext cx="82296" cy="82296"/>
          </a:xfrm>
          <a:prstGeom prst="ellipse">
            <a:avLst/>
          </a:prstGeom>
          <a:solidFill>
            <a:srgbClr val="D3D9CC"/>
          </a:solidFill>
          <a:ln/>
        </p:spPr>
      </p:sp>
      <p:sp>
        <p:nvSpPr>
          <p:cNvPr id="19" name="Shape 16"/>
          <p:cNvSpPr/>
          <p:nvPr/>
        </p:nvSpPr>
        <p:spPr>
          <a:xfrm>
            <a:off x="7531898" y="6176772"/>
            <a:ext cx="82296" cy="82296"/>
          </a:xfrm>
          <a:prstGeom prst="ellipse">
            <a:avLst/>
          </a:prstGeom>
          <a:solidFill>
            <a:srgbClr val="D3D9CC"/>
          </a:solidFill>
          <a:ln/>
        </p:spPr>
      </p:sp>
      <p:sp>
        <p:nvSpPr>
          <p:cNvPr id="20" name="Shape 17"/>
          <p:cNvSpPr/>
          <p:nvPr/>
        </p:nvSpPr>
        <p:spPr>
          <a:xfrm>
            <a:off x="7684334" y="6176772"/>
            <a:ext cx="82296" cy="82296"/>
          </a:xfrm>
          <a:prstGeom prst="ellipse">
            <a:avLst/>
          </a:prstGeom>
          <a:solidFill>
            <a:srgbClr val="D3D9CC"/>
          </a:solidFill>
          <a:ln/>
        </p:spPr>
      </p:sp>
      <p:sp>
        <p:nvSpPr>
          <p:cNvPr id="21" name="Shape 18"/>
          <p:cNvSpPr/>
          <p:nvPr/>
        </p:nvSpPr>
        <p:spPr>
          <a:xfrm>
            <a:off x="7836771" y="6176772"/>
            <a:ext cx="82296" cy="82296"/>
          </a:xfrm>
          <a:prstGeom prst="ellipse">
            <a:avLst/>
          </a:prstGeom>
          <a:solidFill>
            <a:srgbClr val="D3D9CC"/>
          </a:solidFill>
          <a:ln/>
        </p:spPr>
      </p:sp>
      <p:sp>
        <p:nvSpPr>
          <p:cNvPr id="22" name="Shape 19"/>
          <p:cNvSpPr/>
          <p:nvPr/>
        </p:nvSpPr>
        <p:spPr>
          <a:xfrm>
            <a:off x="7989207" y="6176772"/>
            <a:ext cx="82296" cy="82296"/>
          </a:xfrm>
          <a:prstGeom prst="ellipse">
            <a:avLst/>
          </a:prstGeom>
          <a:solidFill>
            <a:srgbClr val="D3D9CC"/>
          </a:solidFill>
          <a:ln/>
        </p:spPr>
      </p:sp>
      <p:sp>
        <p:nvSpPr>
          <p:cNvPr id="23" name="Shape 20"/>
          <p:cNvSpPr/>
          <p:nvPr/>
        </p:nvSpPr>
        <p:spPr>
          <a:xfrm>
            <a:off x="8141643" y="6176772"/>
            <a:ext cx="82296" cy="82296"/>
          </a:xfrm>
          <a:prstGeom prst="ellipse">
            <a:avLst/>
          </a:prstGeom>
          <a:solidFill>
            <a:srgbClr val="D3D9CC"/>
          </a:solidFill>
          <a:ln/>
        </p:spPr>
      </p:sp>
      <p:sp>
        <p:nvSpPr>
          <p:cNvPr id="24" name="Shape 21"/>
          <p:cNvSpPr/>
          <p:nvPr/>
        </p:nvSpPr>
        <p:spPr>
          <a:xfrm>
            <a:off x="8294080" y="6176772"/>
            <a:ext cx="82296" cy="82296"/>
          </a:xfrm>
          <a:prstGeom prst="ellipse">
            <a:avLst/>
          </a:prstGeom>
          <a:solidFill>
            <a:srgbClr val="D3D9CC"/>
          </a:solidFill>
          <a:ln/>
        </p:spPr>
      </p:sp>
      <p:sp>
        <p:nvSpPr>
          <p:cNvPr id="25" name="Shape 22"/>
          <p:cNvSpPr/>
          <p:nvPr/>
        </p:nvSpPr>
        <p:spPr>
          <a:xfrm>
            <a:off x="8446516" y="6176772"/>
            <a:ext cx="82296" cy="82296"/>
          </a:xfrm>
          <a:prstGeom prst="ellipse">
            <a:avLst/>
          </a:prstGeom>
          <a:solidFill>
            <a:srgbClr val="D3D9CC"/>
          </a:solidFill>
          <a:ln/>
        </p:spPr>
      </p:sp>
      <p:sp>
        <p:nvSpPr>
          <p:cNvPr id="26" name="Shape 23"/>
          <p:cNvSpPr/>
          <p:nvPr/>
        </p:nvSpPr>
        <p:spPr>
          <a:xfrm>
            <a:off x="8598953" y="6176772"/>
            <a:ext cx="82296" cy="82296"/>
          </a:xfrm>
          <a:prstGeom prst="ellipse">
            <a:avLst/>
          </a:prstGeom>
          <a:solidFill>
            <a:srgbClr val="D3D9CC"/>
          </a:solidFill>
          <a:ln/>
        </p:spPr>
      </p:sp>
      <p:sp>
        <p:nvSpPr>
          <p:cNvPr id="27" name="Shape 24"/>
          <p:cNvSpPr/>
          <p:nvPr/>
        </p:nvSpPr>
        <p:spPr>
          <a:xfrm>
            <a:off x="8751389" y="6176772"/>
            <a:ext cx="82296" cy="82296"/>
          </a:xfrm>
          <a:prstGeom prst="ellipse">
            <a:avLst/>
          </a:prstGeom>
          <a:solidFill>
            <a:srgbClr val="D3D9CC"/>
          </a:solidFill>
          <a:ln/>
        </p:spPr>
      </p:sp>
      <p:sp>
        <p:nvSpPr>
          <p:cNvPr id="28" name="Shape 25"/>
          <p:cNvSpPr/>
          <p:nvPr/>
        </p:nvSpPr>
        <p:spPr>
          <a:xfrm>
            <a:off x="8903826" y="6176772"/>
            <a:ext cx="82296" cy="82296"/>
          </a:xfrm>
          <a:prstGeom prst="ellipse">
            <a:avLst/>
          </a:prstGeom>
          <a:solidFill>
            <a:srgbClr val="D3D9CC"/>
          </a:solidFill>
          <a:ln/>
        </p:spPr>
      </p:sp>
      <p:sp>
        <p:nvSpPr>
          <p:cNvPr id="29" name="Shape 26"/>
          <p:cNvSpPr/>
          <p:nvPr/>
        </p:nvSpPr>
        <p:spPr>
          <a:xfrm>
            <a:off x="9056262" y="6176772"/>
            <a:ext cx="82296" cy="82296"/>
          </a:xfrm>
          <a:prstGeom prst="ellipse">
            <a:avLst/>
          </a:prstGeom>
          <a:solidFill>
            <a:srgbClr val="D3D9CC"/>
          </a:solidFill>
          <a:ln/>
        </p:spPr>
      </p:sp>
      <p:sp>
        <p:nvSpPr>
          <p:cNvPr id="30" name="Shape 27"/>
          <p:cNvSpPr/>
          <p:nvPr/>
        </p:nvSpPr>
        <p:spPr>
          <a:xfrm>
            <a:off x="9208699" y="6176772"/>
            <a:ext cx="82296" cy="82296"/>
          </a:xfrm>
          <a:prstGeom prst="ellipse">
            <a:avLst/>
          </a:prstGeom>
          <a:solidFill>
            <a:srgbClr val="D3D9CC"/>
          </a:solidFill>
          <a:ln/>
        </p:spPr>
      </p:sp>
      <p:sp>
        <p:nvSpPr>
          <p:cNvPr id="31" name="Shape 28"/>
          <p:cNvSpPr/>
          <p:nvPr/>
        </p:nvSpPr>
        <p:spPr>
          <a:xfrm>
            <a:off x="9361135" y="6176772"/>
            <a:ext cx="82296" cy="82296"/>
          </a:xfrm>
          <a:prstGeom prst="ellipse">
            <a:avLst/>
          </a:prstGeom>
          <a:solidFill>
            <a:srgbClr val="D3D9CC"/>
          </a:solidFill>
          <a:ln/>
        </p:spPr>
      </p:sp>
      <p:sp>
        <p:nvSpPr>
          <p:cNvPr id="32" name="Shape 29"/>
          <p:cNvSpPr/>
          <p:nvPr/>
        </p:nvSpPr>
        <p:spPr>
          <a:xfrm>
            <a:off x="9513572" y="6176772"/>
            <a:ext cx="82296" cy="82296"/>
          </a:xfrm>
          <a:prstGeom prst="ellipse">
            <a:avLst/>
          </a:prstGeom>
          <a:solidFill>
            <a:srgbClr val="D3D9CC"/>
          </a:solidFill>
          <a:ln/>
        </p:spPr>
      </p:sp>
      <p:sp>
        <p:nvSpPr>
          <p:cNvPr id="33" name="Shape 30"/>
          <p:cNvSpPr/>
          <p:nvPr/>
        </p:nvSpPr>
        <p:spPr>
          <a:xfrm>
            <a:off x="9666008" y="6176772"/>
            <a:ext cx="82296" cy="82296"/>
          </a:xfrm>
          <a:prstGeom prst="ellipse">
            <a:avLst/>
          </a:prstGeom>
          <a:solidFill>
            <a:srgbClr val="D3D9CC"/>
          </a:solidFill>
          <a:ln/>
        </p:spPr>
      </p:sp>
      <p:sp>
        <p:nvSpPr>
          <p:cNvPr id="34" name="Shape 31"/>
          <p:cNvSpPr/>
          <p:nvPr/>
        </p:nvSpPr>
        <p:spPr>
          <a:xfrm>
            <a:off x="9818444" y="6176772"/>
            <a:ext cx="82296" cy="82296"/>
          </a:xfrm>
          <a:prstGeom prst="ellipse">
            <a:avLst/>
          </a:prstGeom>
          <a:solidFill>
            <a:srgbClr val="D3D9CC"/>
          </a:solidFill>
          <a:ln/>
        </p:spPr>
      </p:sp>
      <p:sp>
        <p:nvSpPr>
          <p:cNvPr id="35" name="Shape 32"/>
          <p:cNvSpPr/>
          <p:nvPr/>
        </p:nvSpPr>
        <p:spPr>
          <a:xfrm>
            <a:off x="9970881" y="6176772"/>
            <a:ext cx="82296" cy="82296"/>
          </a:xfrm>
          <a:prstGeom prst="ellipse">
            <a:avLst/>
          </a:prstGeom>
          <a:solidFill>
            <a:srgbClr val="D3D9CC"/>
          </a:solidFill>
          <a:ln/>
        </p:spPr>
      </p:sp>
      <p:sp>
        <p:nvSpPr>
          <p:cNvPr id="36" name="Shape 33"/>
          <p:cNvSpPr/>
          <p:nvPr/>
        </p:nvSpPr>
        <p:spPr>
          <a:xfrm>
            <a:off x="10123317" y="6176772"/>
            <a:ext cx="82296" cy="82296"/>
          </a:xfrm>
          <a:prstGeom prst="ellipse">
            <a:avLst/>
          </a:prstGeom>
          <a:solidFill>
            <a:srgbClr val="D3D9CC"/>
          </a:solidFill>
          <a:ln/>
        </p:spPr>
      </p:sp>
      <p:sp>
        <p:nvSpPr>
          <p:cNvPr id="37" name="Shape 34"/>
          <p:cNvSpPr/>
          <p:nvPr/>
        </p:nvSpPr>
        <p:spPr>
          <a:xfrm>
            <a:off x="10275754" y="6176772"/>
            <a:ext cx="82296" cy="82296"/>
          </a:xfrm>
          <a:prstGeom prst="ellipse">
            <a:avLst/>
          </a:prstGeom>
          <a:solidFill>
            <a:srgbClr val="D3D9CC"/>
          </a:solidFill>
          <a:ln/>
        </p:spPr>
      </p:sp>
      <p:sp>
        <p:nvSpPr>
          <p:cNvPr id="38" name="Shape 35"/>
          <p:cNvSpPr/>
          <p:nvPr/>
        </p:nvSpPr>
        <p:spPr>
          <a:xfrm>
            <a:off x="10428190" y="6176772"/>
            <a:ext cx="82296" cy="82296"/>
          </a:xfrm>
          <a:prstGeom prst="ellipse">
            <a:avLst/>
          </a:prstGeom>
          <a:solidFill>
            <a:srgbClr val="D3D9CC"/>
          </a:solidFill>
          <a:ln/>
        </p:spPr>
      </p:sp>
      <p:sp>
        <p:nvSpPr>
          <p:cNvPr id="39" name="Shape 36"/>
          <p:cNvSpPr/>
          <p:nvPr/>
        </p:nvSpPr>
        <p:spPr>
          <a:xfrm>
            <a:off x="10580627" y="6176772"/>
            <a:ext cx="82296" cy="82296"/>
          </a:xfrm>
          <a:prstGeom prst="ellipse">
            <a:avLst/>
          </a:prstGeom>
          <a:solidFill>
            <a:srgbClr val="D3D9CC"/>
          </a:solidFill>
          <a:ln/>
        </p:spPr>
      </p:sp>
      <p:sp>
        <p:nvSpPr>
          <p:cNvPr id="40" name="Shape 37"/>
          <p:cNvSpPr/>
          <p:nvPr/>
        </p:nvSpPr>
        <p:spPr>
          <a:xfrm>
            <a:off x="10733063" y="6176772"/>
            <a:ext cx="82296" cy="82296"/>
          </a:xfrm>
          <a:prstGeom prst="ellipse">
            <a:avLst/>
          </a:prstGeom>
          <a:solidFill>
            <a:srgbClr val="D3D9CC"/>
          </a:solidFill>
          <a:ln/>
        </p:spPr>
      </p:sp>
      <p:sp>
        <p:nvSpPr>
          <p:cNvPr id="41" name="Shape 38"/>
          <p:cNvSpPr/>
          <p:nvPr/>
        </p:nvSpPr>
        <p:spPr>
          <a:xfrm>
            <a:off x="10885500" y="6176772"/>
            <a:ext cx="82296" cy="82296"/>
          </a:xfrm>
          <a:prstGeom prst="ellipse">
            <a:avLst/>
          </a:prstGeom>
          <a:solidFill>
            <a:srgbClr val="D3D9CC"/>
          </a:solidFill>
          <a:ln/>
        </p:spPr>
      </p:sp>
      <p:sp>
        <p:nvSpPr>
          <p:cNvPr id="42" name="Shape 39"/>
          <p:cNvSpPr/>
          <p:nvPr/>
        </p:nvSpPr>
        <p:spPr>
          <a:xfrm>
            <a:off x="11037936" y="6176772"/>
            <a:ext cx="82296" cy="82296"/>
          </a:xfrm>
          <a:prstGeom prst="ellipse">
            <a:avLst/>
          </a:prstGeom>
          <a:solidFill>
            <a:srgbClr val="D3D9CC"/>
          </a:solidFill>
          <a:ln/>
        </p:spPr>
      </p:sp>
      <p:sp>
        <p:nvSpPr>
          <p:cNvPr id="43" name="Shape 40"/>
          <p:cNvSpPr/>
          <p:nvPr/>
        </p:nvSpPr>
        <p:spPr>
          <a:xfrm>
            <a:off x="11190373" y="6176772"/>
            <a:ext cx="82296" cy="82296"/>
          </a:xfrm>
          <a:prstGeom prst="ellipse">
            <a:avLst/>
          </a:prstGeom>
          <a:solidFill>
            <a:srgbClr val="D3D9CC"/>
          </a:solidFill>
          <a:ln/>
        </p:spPr>
      </p:sp>
      <p:sp>
        <p:nvSpPr>
          <p:cNvPr id="44" name="Shape 41"/>
          <p:cNvSpPr/>
          <p:nvPr/>
        </p:nvSpPr>
        <p:spPr>
          <a:xfrm>
            <a:off x="11342809" y="6176772"/>
            <a:ext cx="82296" cy="82296"/>
          </a:xfrm>
          <a:prstGeom prst="ellipse">
            <a:avLst/>
          </a:prstGeom>
          <a:solidFill>
            <a:srgbClr val="D3D9CC"/>
          </a:solidFill>
          <a:ln/>
        </p:spPr>
      </p:sp>
      <p:sp>
        <p:nvSpPr>
          <p:cNvPr id="25" name="Slide Number Placeholder 0"/>
          <p:cNvSpPr>
            <a:spLocks noGrp="1"/>
          </p:cNvSpPr>
          <p:nvPr>
            <p:ph type="sldNum" sz="quarter" idx="4294967295"/>
          </p:nvPr>
        </p:nvSpPr>
        <p:spPr>
          <a:xfrm>
            <a:off x="11155680" y="6510528"/>
            <a:ext cx="548640" cy="228600"/>
          </a:xfrm>
          <a:prstGeom prst="rect">
            <a:avLst/>
          </a:prstGeom>
          <a:extLst>
            <a:ext uri="{C572A759-6A51-4108-AA02-DFA0A04FC94B}">
              <ma14:wrappingTextBoxFlag xmlns:ma14="http://schemas.microsoft.com/office/mac/drawingml/2011/main" val="0"/>
            </a:ext>
          </a:extLst>
        </p:spPr>
        <p:txBody>
          <a:bodyPr/>
          <a:lstStyle>
            <a:lvl1pPr>
              <a:defRPr sz="1000">
                <a:solidFill>
                  <a:srgbClr val="6D7072"/>
                </a:solidFil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pic>
        <p:nvPicPr>
          <p:cNvPr id="2" name="Step 3 image" descr="Step 3: Sketch the tree trunks">    </p:cNvPr>
          <p:cNvPicPr>
            <a:picLocks noChangeAspect="1"/>
          </p:cNvPicPr>
          <p:nvPr/>
        </p:nvPicPr>
        <p:blipFill>
          <a:blip r:embed="rId1"/>
          <a:stretch>
            <a:fillRect/>
          </a:stretch>
        </p:blipFill>
        <p:spPr>
          <a:xfrm>
            <a:off x="457200" y="411480"/>
            <a:ext cx="5317216" cy="6035040"/>
          </a:xfrm>
          <a:prstGeom prst="rect">
            <a:avLst/>
          </a:prstGeom>
        </p:spPr>
      </p:pic>
      <p:sp>
        <p:nvSpPr>
          <p:cNvPr id="3" name="Stage chip"/>
          <p:cNvSpPr txBox="1"/>
          <p:nvPr/>
        </p:nvSpPr>
        <p:spPr>
          <a:xfrm>
            <a:off x="6277336" y="640080"/>
            <a:ext cx="2516429" cy="292608"/>
          </a:xfrm>
          <a:prstGeom prst="roundRect">
            <a:avLst>
              <a:gd name="adj" fmla="val 31250"/>
            </a:avLst>
          </a:prstGeom>
          <a:solidFill>
            <a:srgbClr val="5A6068"/>
          </a:solidFill>
          <a:ln/>
        </p:spPr>
        <p:txBody>
          <a:bodyPr wrap="square" lIns="0" tIns="0" rIns="0" bIns="0" rtlCol="0" anchor="ctr"/>
          <a:lstStyle/>
          <a:p>
            <a:pPr algn="ctr" indent="0" marL="0">
              <a:buNone/>
            </a:pPr>
            <a:r>
              <a:rPr lang="en-US" sz="1100" b="1" dirty="0">
                <a:solidFill>
                  <a:srgbClr val="FFFFFF"/>
                </a:solidFill>
              </a:rPr>
              <a:t>STAGE 1 · PENCIL DRAWING</a:t>
            </a:r>
            <a:endParaRPr lang="en-US" sz="1100" dirty="0"/>
          </a:p>
        </p:txBody>
      </p:sp>
      <p:sp>
        <p:nvSpPr>
          <p:cNvPr id="4" name="Step counter"/>
          <p:cNvSpPr txBox="1"/>
          <p:nvPr/>
        </p:nvSpPr>
        <p:spPr>
          <a:xfrm>
            <a:off x="9905695" y="640080"/>
            <a:ext cx="1554480" cy="292608"/>
          </a:xfrm>
          <a:prstGeom prst="rect">
            <a:avLst/>
          </a:prstGeom>
          <a:noFill/>
          <a:ln/>
        </p:spPr>
        <p:txBody>
          <a:bodyPr wrap="square" lIns="0" tIns="0" rIns="0" bIns="0" rtlCol="0" anchor="ctr"/>
          <a:lstStyle/>
          <a:p>
            <a:pPr algn="r" indent="0" marL="0">
              <a:buNone/>
            </a:pPr>
            <a:r>
              <a:rPr lang="en-US" sz="1100" b="1" dirty="0">
                <a:solidFill>
                  <a:srgbClr val="6D7072"/>
                </a:solidFill>
              </a:rPr>
              <a:t>STEP 3 OF 34</a:t>
            </a:r>
            <a:endParaRPr lang="en-US" sz="1100" dirty="0"/>
          </a:p>
        </p:txBody>
      </p:sp>
      <p:sp>
        <p:nvSpPr>
          <p:cNvPr id="5" name="Text 1"/>
          <p:cNvSpPr/>
          <p:nvPr>
            <p:ph idx="101" type="title" hasCustomPrompt="1"/>
          </p:nvPr>
        </p:nvSpPr>
        <p:spPr>
          <a:xfrm>
            <a:off x="6277336" y="1051560"/>
            <a:ext cx="5182839" cy="868680"/>
          </a:xfrm>
          <a:prstGeom prst="rect">
            <a:avLst/>
          </a:prstGeom>
          <a:noFill/>
          <a:ln/>
        </p:spPr>
        <p:txBody>
          <a:bodyPr wrap="square" lIns="0" tIns="0" rIns="0" bIns="0" rtlCol="0" anchor="t"/>
          <a:lstStyle/>
          <a:p>
            <a:pPr algn="l" indent="0" marL="0">
              <a:buNone/>
            </a:pPr>
            <a:r>
              <a:rPr lang="en-US" sz="2600" b="1" dirty="0">
                <a:solidFill>
                  <a:schemeClr val="tx2"/>
                </a:solidFill>
              </a:rPr>
              <a:t>Sketch the tree trunks</a:t>
            </a:r>
            <a:endParaRPr lang="en-US" sz="2600" dirty="0"/>
          </a:p>
        </p:txBody>
      </p:sp>
      <p:sp>
        <p:nvSpPr>
          <p:cNvPr id="6" name="Text 3"/>
          <p:cNvSpPr txBox="1"/>
          <p:nvPr/>
        </p:nvSpPr>
        <p:spPr>
          <a:xfrm>
            <a:off x="6277336" y="2011680"/>
            <a:ext cx="2743200" cy="228600"/>
          </a:xfrm>
          <a:prstGeom prst="rect">
            <a:avLst/>
          </a:prstGeom>
          <a:noFill/>
          <a:ln/>
        </p:spPr>
        <p:txBody>
          <a:bodyPr wrap="square" lIns="0" tIns="0" rIns="0" bIns="0" rtlCol="0" anchor="ctr"/>
          <a:lstStyle/>
          <a:p>
            <a:pPr indent="0" marL="0">
              <a:buNone/>
            </a:pPr>
            <a:r>
              <a:rPr lang="en-US" sz="1100" b="1" dirty="0">
                <a:solidFill>
                  <a:srgbClr val="6D7072"/>
                </a:solidFill>
              </a:rPr>
              <a:t>WHAT TO DO</a:t>
            </a:r>
            <a:endParaRPr lang="en-US" sz="1100" dirty="0"/>
          </a:p>
        </p:txBody>
      </p:sp>
      <p:sp>
        <p:nvSpPr>
          <p:cNvPr id="7" name="Instructions"/>
          <p:cNvSpPr txBox="1"/>
          <p:nvPr/>
        </p:nvSpPr>
        <p:spPr>
          <a:xfrm>
            <a:off x="6277336" y="2286000"/>
            <a:ext cx="5182839" cy="1874520"/>
          </a:xfrm>
          <a:prstGeom prst="rect">
            <a:avLst/>
          </a:prstGeom>
          <a:noFill/>
          <a:ln/>
        </p:spPr>
        <p:txBody>
          <a:bodyPr wrap="square" lIns="0" tIns="0" rIns="0" bIns="0" rtlCol="0" anchor="t"/>
          <a:lstStyle/>
          <a:p>
            <a:pPr marL="203200" indent="-203200">
              <a:spcAft>
                <a:spcPts val="600"/>
              </a:spcAft>
              <a:buSzPct val="100000"/>
              <a:buChar char="•"/>
            </a:pPr>
            <a:r>
              <a:rPr lang="en-US" sz="1500" dirty="0">
                <a:solidFill>
                  <a:schemeClr val="tx1"/>
                </a:solidFill>
              </a:rPr>
              <a:t>Draw tall, thin trunks on both sides, each splitting into a few forked twigs near the top.</a:t>
            </a:r>
            <a:endParaRPr lang="en-US" sz="1500" dirty="0"/>
          </a:p>
          <a:p>
            <a:pPr marL="203200" indent="-203200">
              <a:spcAft>
                <a:spcPts val="600"/>
              </a:spcAft>
              <a:buSzPct val="100000"/>
              <a:buChar char="•"/>
            </a:pPr>
            <a:r>
              <a:rPr lang="en-US" sz="1500" dirty="0">
                <a:solidFill>
                  <a:schemeClr val="tx1"/>
                </a:solidFill>
              </a:rPr>
              <a:t>Add shorter, thinner trunks in between, standing along the treeline.</a:t>
            </a:r>
            <a:endParaRPr lang="en-US" sz="1500" dirty="0"/>
          </a:p>
        </p:txBody>
      </p:sp>
      <p:sp>
        <p:nvSpPr>
          <p:cNvPr id="8" name="Tip box"/>
          <p:cNvSpPr/>
          <p:nvPr/>
        </p:nvSpPr>
        <p:spPr>
          <a:xfrm>
            <a:off x="6277336" y="4224528"/>
            <a:ext cx="5182839" cy="932688"/>
          </a:xfrm>
          <a:prstGeom prst="roundRect">
            <a:avLst>
              <a:gd name="adj" fmla="val 7843"/>
            </a:avLst>
          </a:prstGeom>
          <a:solidFill>
            <a:srgbClr val="F2F4F0"/>
          </a:solidFill>
          <a:ln/>
        </p:spPr>
      </p:sp>
      <p:sp>
        <p:nvSpPr>
          <p:cNvPr id="9" name="Tip text"/>
          <p:cNvSpPr txBox="1"/>
          <p:nvPr/>
        </p:nvSpPr>
        <p:spPr>
          <a:xfrm>
            <a:off x="6414496" y="4261104"/>
            <a:ext cx="4908519" cy="859536"/>
          </a:xfrm>
          <a:prstGeom prst="rect">
            <a:avLst/>
          </a:prstGeom>
          <a:noFill/>
          <a:ln/>
        </p:spPr>
        <p:txBody>
          <a:bodyPr wrap="square" lIns="0" tIns="0" rIns="0" bIns="0" rtlCol="0" anchor="ctr"/>
          <a:lstStyle/>
          <a:p>
            <a:pPr indent="0" marL="0">
              <a:buNone/>
            </a:pPr>
            <a:r>
              <a:rPr lang="en-US" sz="1000" b="1" dirty="0">
                <a:solidFill>
                  <a:srgbClr val="B4531A"/>
                </a:solidFill>
              </a:rPr>
              <a:t>WATCH FOR</a:t>
            </a:r>
            <a:endParaRPr lang="en-US" sz="1000" dirty="0"/>
          </a:p>
          <a:p>
            <a:pPr indent="0" marL="0">
              <a:buNone/>
            </a:pPr>
            <a:r>
              <a:rPr lang="en-US" sz="1400" dirty="0">
                <a:solidFill>
                  <a:schemeClr val="tx1"/>
                </a:solidFill>
              </a:rPr>
              <a:t>Trunks shrink toward the vanishing point, so the row of trees seems to recede.</a:t>
            </a:r>
            <a:endParaRPr lang="en-US" sz="1000" dirty="0"/>
          </a:p>
        </p:txBody>
      </p:sp>
      <p:sp>
        <p:nvSpPr>
          <p:cNvPr id="10" name="Text 7"/>
          <p:cNvSpPr txBox="1"/>
          <p:nvPr/>
        </p:nvSpPr>
        <p:spPr>
          <a:xfrm>
            <a:off x="6277336" y="5285232"/>
            <a:ext cx="5182839" cy="201168"/>
          </a:xfrm>
          <a:prstGeom prst="rect">
            <a:avLst/>
          </a:prstGeom>
          <a:noFill/>
          <a:ln/>
        </p:spPr>
        <p:txBody>
          <a:bodyPr wrap="square" lIns="0" tIns="0" rIns="0" bIns="0" rtlCol="0" anchor="ctr"/>
          <a:lstStyle/>
          <a:p>
            <a:pPr indent="0" marL="0">
              <a:buNone/>
            </a:pPr>
            <a:r>
              <a:rPr lang="en-US" sz="1000" b="1" dirty="0">
                <a:solidFill>
                  <a:srgbClr val="6D7072"/>
                </a:solidFill>
              </a:rPr>
              <a:t>NO PAINT YET: PENCIL ONLY</a:t>
            </a:r>
            <a:endParaRPr lang="en-US" sz="1000" dirty="0"/>
          </a:p>
        </p:txBody>
      </p:sp>
      <p:sp>
        <p:nvSpPr>
          <p:cNvPr id="11" name="Shape 8"/>
          <p:cNvSpPr/>
          <p:nvPr/>
        </p:nvSpPr>
        <p:spPr>
          <a:xfrm>
            <a:off x="6312406" y="6176772"/>
            <a:ext cx="82296" cy="82296"/>
          </a:xfrm>
          <a:prstGeom prst="ellipse">
            <a:avLst/>
          </a:prstGeom>
          <a:solidFill>
            <a:srgbClr val="8E9A82"/>
          </a:solidFill>
          <a:ln/>
        </p:spPr>
      </p:sp>
      <p:sp>
        <p:nvSpPr>
          <p:cNvPr id="12" name="Shape 9"/>
          <p:cNvSpPr/>
          <p:nvPr/>
        </p:nvSpPr>
        <p:spPr>
          <a:xfrm>
            <a:off x="6464843" y="6176772"/>
            <a:ext cx="82296" cy="82296"/>
          </a:xfrm>
          <a:prstGeom prst="ellipse">
            <a:avLst/>
          </a:prstGeom>
          <a:solidFill>
            <a:srgbClr val="8E9A82"/>
          </a:solidFill>
          <a:ln/>
        </p:spPr>
      </p:sp>
      <p:sp>
        <p:nvSpPr>
          <p:cNvPr id="13" name="Shape 10"/>
          <p:cNvSpPr/>
          <p:nvPr/>
        </p:nvSpPr>
        <p:spPr>
          <a:xfrm>
            <a:off x="6580703" y="6140196"/>
            <a:ext cx="155448" cy="155448"/>
          </a:xfrm>
          <a:prstGeom prst="ellipse">
            <a:avLst/>
          </a:prstGeom>
          <a:solidFill>
            <a:srgbClr val="5A6068"/>
          </a:solidFill>
          <a:ln/>
        </p:spPr>
      </p:sp>
      <p:sp>
        <p:nvSpPr>
          <p:cNvPr id="14" name="Shape 11"/>
          <p:cNvSpPr/>
          <p:nvPr/>
        </p:nvSpPr>
        <p:spPr>
          <a:xfrm>
            <a:off x="6769715" y="6176772"/>
            <a:ext cx="82296" cy="82296"/>
          </a:xfrm>
          <a:prstGeom prst="ellipse">
            <a:avLst/>
          </a:prstGeom>
          <a:solidFill>
            <a:srgbClr val="D3D9CC"/>
          </a:solidFill>
          <a:ln/>
        </p:spPr>
      </p:sp>
      <p:sp>
        <p:nvSpPr>
          <p:cNvPr id="15" name="Shape 12"/>
          <p:cNvSpPr/>
          <p:nvPr/>
        </p:nvSpPr>
        <p:spPr>
          <a:xfrm>
            <a:off x="6922152" y="6176772"/>
            <a:ext cx="82296" cy="82296"/>
          </a:xfrm>
          <a:prstGeom prst="ellipse">
            <a:avLst/>
          </a:prstGeom>
          <a:solidFill>
            <a:srgbClr val="D3D9CC"/>
          </a:solidFill>
          <a:ln/>
        </p:spPr>
      </p:sp>
      <p:sp>
        <p:nvSpPr>
          <p:cNvPr id="16" name="Shape 13"/>
          <p:cNvSpPr/>
          <p:nvPr/>
        </p:nvSpPr>
        <p:spPr>
          <a:xfrm>
            <a:off x="7074588" y="6176772"/>
            <a:ext cx="82296" cy="82296"/>
          </a:xfrm>
          <a:prstGeom prst="ellipse">
            <a:avLst/>
          </a:prstGeom>
          <a:solidFill>
            <a:srgbClr val="D3D9CC"/>
          </a:solidFill>
          <a:ln/>
        </p:spPr>
      </p:sp>
      <p:sp>
        <p:nvSpPr>
          <p:cNvPr id="17" name="Shape 14"/>
          <p:cNvSpPr/>
          <p:nvPr/>
        </p:nvSpPr>
        <p:spPr>
          <a:xfrm>
            <a:off x="7227025" y="6176772"/>
            <a:ext cx="82296" cy="82296"/>
          </a:xfrm>
          <a:prstGeom prst="ellipse">
            <a:avLst/>
          </a:prstGeom>
          <a:solidFill>
            <a:srgbClr val="D3D9CC"/>
          </a:solidFill>
          <a:ln/>
        </p:spPr>
      </p:sp>
      <p:sp>
        <p:nvSpPr>
          <p:cNvPr id="18" name="Shape 15"/>
          <p:cNvSpPr/>
          <p:nvPr/>
        </p:nvSpPr>
        <p:spPr>
          <a:xfrm>
            <a:off x="7379461" y="6176772"/>
            <a:ext cx="82296" cy="82296"/>
          </a:xfrm>
          <a:prstGeom prst="ellipse">
            <a:avLst/>
          </a:prstGeom>
          <a:solidFill>
            <a:srgbClr val="D3D9CC"/>
          </a:solidFill>
          <a:ln/>
        </p:spPr>
      </p:sp>
      <p:sp>
        <p:nvSpPr>
          <p:cNvPr id="19" name="Shape 16"/>
          <p:cNvSpPr/>
          <p:nvPr/>
        </p:nvSpPr>
        <p:spPr>
          <a:xfrm>
            <a:off x="7531898" y="6176772"/>
            <a:ext cx="82296" cy="82296"/>
          </a:xfrm>
          <a:prstGeom prst="ellipse">
            <a:avLst/>
          </a:prstGeom>
          <a:solidFill>
            <a:srgbClr val="D3D9CC"/>
          </a:solidFill>
          <a:ln/>
        </p:spPr>
      </p:sp>
      <p:sp>
        <p:nvSpPr>
          <p:cNvPr id="20" name="Shape 17"/>
          <p:cNvSpPr/>
          <p:nvPr/>
        </p:nvSpPr>
        <p:spPr>
          <a:xfrm>
            <a:off x="7684334" y="6176772"/>
            <a:ext cx="82296" cy="82296"/>
          </a:xfrm>
          <a:prstGeom prst="ellipse">
            <a:avLst/>
          </a:prstGeom>
          <a:solidFill>
            <a:srgbClr val="D3D9CC"/>
          </a:solidFill>
          <a:ln/>
        </p:spPr>
      </p:sp>
      <p:sp>
        <p:nvSpPr>
          <p:cNvPr id="21" name="Shape 18"/>
          <p:cNvSpPr/>
          <p:nvPr/>
        </p:nvSpPr>
        <p:spPr>
          <a:xfrm>
            <a:off x="7836771" y="6176772"/>
            <a:ext cx="82296" cy="82296"/>
          </a:xfrm>
          <a:prstGeom prst="ellipse">
            <a:avLst/>
          </a:prstGeom>
          <a:solidFill>
            <a:srgbClr val="D3D9CC"/>
          </a:solidFill>
          <a:ln/>
        </p:spPr>
      </p:sp>
      <p:sp>
        <p:nvSpPr>
          <p:cNvPr id="22" name="Shape 19"/>
          <p:cNvSpPr/>
          <p:nvPr/>
        </p:nvSpPr>
        <p:spPr>
          <a:xfrm>
            <a:off x="7989207" y="6176772"/>
            <a:ext cx="82296" cy="82296"/>
          </a:xfrm>
          <a:prstGeom prst="ellipse">
            <a:avLst/>
          </a:prstGeom>
          <a:solidFill>
            <a:srgbClr val="D3D9CC"/>
          </a:solidFill>
          <a:ln/>
        </p:spPr>
      </p:sp>
      <p:sp>
        <p:nvSpPr>
          <p:cNvPr id="23" name="Shape 20"/>
          <p:cNvSpPr/>
          <p:nvPr/>
        </p:nvSpPr>
        <p:spPr>
          <a:xfrm>
            <a:off x="8141643" y="6176772"/>
            <a:ext cx="82296" cy="82296"/>
          </a:xfrm>
          <a:prstGeom prst="ellipse">
            <a:avLst/>
          </a:prstGeom>
          <a:solidFill>
            <a:srgbClr val="D3D9CC"/>
          </a:solidFill>
          <a:ln/>
        </p:spPr>
      </p:sp>
      <p:sp>
        <p:nvSpPr>
          <p:cNvPr id="24" name="Shape 21"/>
          <p:cNvSpPr/>
          <p:nvPr/>
        </p:nvSpPr>
        <p:spPr>
          <a:xfrm>
            <a:off x="8294080" y="6176772"/>
            <a:ext cx="82296" cy="82296"/>
          </a:xfrm>
          <a:prstGeom prst="ellipse">
            <a:avLst/>
          </a:prstGeom>
          <a:solidFill>
            <a:srgbClr val="D3D9CC"/>
          </a:solidFill>
          <a:ln/>
        </p:spPr>
      </p:sp>
      <p:sp>
        <p:nvSpPr>
          <p:cNvPr id="25" name="Shape 22"/>
          <p:cNvSpPr/>
          <p:nvPr/>
        </p:nvSpPr>
        <p:spPr>
          <a:xfrm>
            <a:off x="8446516" y="6176772"/>
            <a:ext cx="82296" cy="82296"/>
          </a:xfrm>
          <a:prstGeom prst="ellipse">
            <a:avLst/>
          </a:prstGeom>
          <a:solidFill>
            <a:srgbClr val="D3D9CC"/>
          </a:solidFill>
          <a:ln/>
        </p:spPr>
      </p:sp>
      <p:sp>
        <p:nvSpPr>
          <p:cNvPr id="26" name="Shape 23"/>
          <p:cNvSpPr/>
          <p:nvPr/>
        </p:nvSpPr>
        <p:spPr>
          <a:xfrm>
            <a:off x="8598953" y="6176772"/>
            <a:ext cx="82296" cy="82296"/>
          </a:xfrm>
          <a:prstGeom prst="ellipse">
            <a:avLst/>
          </a:prstGeom>
          <a:solidFill>
            <a:srgbClr val="D3D9CC"/>
          </a:solidFill>
          <a:ln/>
        </p:spPr>
      </p:sp>
      <p:sp>
        <p:nvSpPr>
          <p:cNvPr id="27" name="Shape 24"/>
          <p:cNvSpPr/>
          <p:nvPr/>
        </p:nvSpPr>
        <p:spPr>
          <a:xfrm>
            <a:off x="8751389" y="6176772"/>
            <a:ext cx="82296" cy="82296"/>
          </a:xfrm>
          <a:prstGeom prst="ellipse">
            <a:avLst/>
          </a:prstGeom>
          <a:solidFill>
            <a:srgbClr val="D3D9CC"/>
          </a:solidFill>
          <a:ln/>
        </p:spPr>
      </p:sp>
      <p:sp>
        <p:nvSpPr>
          <p:cNvPr id="28" name="Shape 25"/>
          <p:cNvSpPr/>
          <p:nvPr/>
        </p:nvSpPr>
        <p:spPr>
          <a:xfrm>
            <a:off x="8903826" y="6176772"/>
            <a:ext cx="82296" cy="82296"/>
          </a:xfrm>
          <a:prstGeom prst="ellipse">
            <a:avLst/>
          </a:prstGeom>
          <a:solidFill>
            <a:srgbClr val="D3D9CC"/>
          </a:solidFill>
          <a:ln/>
        </p:spPr>
      </p:sp>
      <p:sp>
        <p:nvSpPr>
          <p:cNvPr id="29" name="Shape 26"/>
          <p:cNvSpPr/>
          <p:nvPr/>
        </p:nvSpPr>
        <p:spPr>
          <a:xfrm>
            <a:off x="9056262" y="6176772"/>
            <a:ext cx="82296" cy="82296"/>
          </a:xfrm>
          <a:prstGeom prst="ellipse">
            <a:avLst/>
          </a:prstGeom>
          <a:solidFill>
            <a:srgbClr val="D3D9CC"/>
          </a:solidFill>
          <a:ln/>
        </p:spPr>
      </p:sp>
      <p:sp>
        <p:nvSpPr>
          <p:cNvPr id="30" name="Shape 27"/>
          <p:cNvSpPr/>
          <p:nvPr/>
        </p:nvSpPr>
        <p:spPr>
          <a:xfrm>
            <a:off x="9208699" y="6176772"/>
            <a:ext cx="82296" cy="82296"/>
          </a:xfrm>
          <a:prstGeom prst="ellipse">
            <a:avLst/>
          </a:prstGeom>
          <a:solidFill>
            <a:srgbClr val="D3D9CC"/>
          </a:solidFill>
          <a:ln/>
        </p:spPr>
      </p:sp>
      <p:sp>
        <p:nvSpPr>
          <p:cNvPr id="31" name="Shape 28"/>
          <p:cNvSpPr/>
          <p:nvPr/>
        </p:nvSpPr>
        <p:spPr>
          <a:xfrm>
            <a:off x="9361135" y="6176772"/>
            <a:ext cx="82296" cy="82296"/>
          </a:xfrm>
          <a:prstGeom prst="ellipse">
            <a:avLst/>
          </a:prstGeom>
          <a:solidFill>
            <a:srgbClr val="D3D9CC"/>
          </a:solidFill>
          <a:ln/>
        </p:spPr>
      </p:sp>
      <p:sp>
        <p:nvSpPr>
          <p:cNvPr id="32" name="Shape 29"/>
          <p:cNvSpPr/>
          <p:nvPr/>
        </p:nvSpPr>
        <p:spPr>
          <a:xfrm>
            <a:off x="9513572" y="6176772"/>
            <a:ext cx="82296" cy="82296"/>
          </a:xfrm>
          <a:prstGeom prst="ellipse">
            <a:avLst/>
          </a:prstGeom>
          <a:solidFill>
            <a:srgbClr val="D3D9CC"/>
          </a:solidFill>
          <a:ln/>
        </p:spPr>
      </p:sp>
      <p:sp>
        <p:nvSpPr>
          <p:cNvPr id="33" name="Shape 30"/>
          <p:cNvSpPr/>
          <p:nvPr/>
        </p:nvSpPr>
        <p:spPr>
          <a:xfrm>
            <a:off x="9666008" y="6176772"/>
            <a:ext cx="82296" cy="82296"/>
          </a:xfrm>
          <a:prstGeom prst="ellipse">
            <a:avLst/>
          </a:prstGeom>
          <a:solidFill>
            <a:srgbClr val="D3D9CC"/>
          </a:solidFill>
          <a:ln/>
        </p:spPr>
      </p:sp>
      <p:sp>
        <p:nvSpPr>
          <p:cNvPr id="34" name="Shape 31"/>
          <p:cNvSpPr/>
          <p:nvPr/>
        </p:nvSpPr>
        <p:spPr>
          <a:xfrm>
            <a:off x="9818444" y="6176772"/>
            <a:ext cx="82296" cy="82296"/>
          </a:xfrm>
          <a:prstGeom prst="ellipse">
            <a:avLst/>
          </a:prstGeom>
          <a:solidFill>
            <a:srgbClr val="D3D9CC"/>
          </a:solidFill>
          <a:ln/>
        </p:spPr>
      </p:sp>
      <p:sp>
        <p:nvSpPr>
          <p:cNvPr id="35" name="Shape 32"/>
          <p:cNvSpPr/>
          <p:nvPr/>
        </p:nvSpPr>
        <p:spPr>
          <a:xfrm>
            <a:off x="9970881" y="6176772"/>
            <a:ext cx="82296" cy="82296"/>
          </a:xfrm>
          <a:prstGeom prst="ellipse">
            <a:avLst/>
          </a:prstGeom>
          <a:solidFill>
            <a:srgbClr val="D3D9CC"/>
          </a:solidFill>
          <a:ln/>
        </p:spPr>
      </p:sp>
      <p:sp>
        <p:nvSpPr>
          <p:cNvPr id="36" name="Shape 33"/>
          <p:cNvSpPr/>
          <p:nvPr/>
        </p:nvSpPr>
        <p:spPr>
          <a:xfrm>
            <a:off x="10123317" y="6176772"/>
            <a:ext cx="82296" cy="82296"/>
          </a:xfrm>
          <a:prstGeom prst="ellipse">
            <a:avLst/>
          </a:prstGeom>
          <a:solidFill>
            <a:srgbClr val="D3D9CC"/>
          </a:solidFill>
          <a:ln/>
        </p:spPr>
      </p:sp>
      <p:sp>
        <p:nvSpPr>
          <p:cNvPr id="37" name="Shape 34"/>
          <p:cNvSpPr/>
          <p:nvPr/>
        </p:nvSpPr>
        <p:spPr>
          <a:xfrm>
            <a:off x="10275754" y="6176772"/>
            <a:ext cx="82296" cy="82296"/>
          </a:xfrm>
          <a:prstGeom prst="ellipse">
            <a:avLst/>
          </a:prstGeom>
          <a:solidFill>
            <a:srgbClr val="D3D9CC"/>
          </a:solidFill>
          <a:ln/>
        </p:spPr>
      </p:sp>
      <p:sp>
        <p:nvSpPr>
          <p:cNvPr id="38" name="Shape 35"/>
          <p:cNvSpPr/>
          <p:nvPr/>
        </p:nvSpPr>
        <p:spPr>
          <a:xfrm>
            <a:off x="10428190" y="6176772"/>
            <a:ext cx="82296" cy="82296"/>
          </a:xfrm>
          <a:prstGeom prst="ellipse">
            <a:avLst/>
          </a:prstGeom>
          <a:solidFill>
            <a:srgbClr val="D3D9CC"/>
          </a:solidFill>
          <a:ln/>
        </p:spPr>
      </p:sp>
      <p:sp>
        <p:nvSpPr>
          <p:cNvPr id="39" name="Shape 36"/>
          <p:cNvSpPr/>
          <p:nvPr/>
        </p:nvSpPr>
        <p:spPr>
          <a:xfrm>
            <a:off x="10580627" y="6176772"/>
            <a:ext cx="82296" cy="82296"/>
          </a:xfrm>
          <a:prstGeom prst="ellipse">
            <a:avLst/>
          </a:prstGeom>
          <a:solidFill>
            <a:srgbClr val="D3D9CC"/>
          </a:solidFill>
          <a:ln/>
        </p:spPr>
      </p:sp>
      <p:sp>
        <p:nvSpPr>
          <p:cNvPr id="40" name="Shape 37"/>
          <p:cNvSpPr/>
          <p:nvPr/>
        </p:nvSpPr>
        <p:spPr>
          <a:xfrm>
            <a:off x="10733063" y="6176772"/>
            <a:ext cx="82296" cy="82296"/>
          </a:xfrm>
          <a:prstGeom prst="ellipse">
            <a:avLst/>
          </a:prstGeom>
          <a:solidFill>
            <a:srgbClr val="D3D9CC"/>
          </a:solidFill>
          <a:ln/>
        </p:spPr>
      </p:sp>
      <p:sp>
        <p:nvSpPr>
          <p:cNvPr id="41" name="Shape 38"/>
          <p:cNvSpPr/>
          <p:nvPr/>
        </p:nvSpPr>
        <p:spPr>
          <a:xfrm>
            <a:off x="10885500" y="6176772"/>
            <a:ext cx="82296" cy="82296"/>
          </a:xfrm>
          <a:prstGeom prst="ellipse">
            <a:avLst/>
          </a:prstGeom>
          <a:solidFill>
            <a:srgbClr val="D3D9CC"/>
          </a:solidFill>
          <a:ln/>
        </p:spPr>
      </p:sp>
      <p:sp>
        <p:nvSpPr>
          <p:cNvPr id="42" name="Shape 39"/>
          <p:cNvSpPr/>
          <p:nvPr/>
        </p:nvSpPr>
        <p:spPr>
          <a:xfrm>
            <a:off x="11037936" y="6176772"/>
            <a:ext cx="82296" cy="82296"/>
          </a:xfrm>
          <a:prstGeom prst="ellipse">
            <a:avLst/>
          </a:prstGeom>
          <a:solidFill>
            <a:srgbClr val="D3D9CC"/>
          </a:solidFill>
          <a:ln/>
        </p:spPr>
      </p:sp>
      <p:sp>
        <p:nvSpPr>
          <p:cNvPr id="43" name="Shape 40"/>
          <p:cNvSpPr/>
          <p:nvPr/>
        </p:nvSpPr>
        <p:spPr>
          <a:xfrm>
            <a:off x="11190373" y="6176772"/>
            <a:ext cx="82296" cy="82296"/>
          </a:xfrm>
          <a:prstGeom prst="ellipse">
            <a:avLst/>
          </a:prstGeom>
          <a:solidFill>
            <a:srgbClr val="D3D9CC"/>
          </a:solidFill>
          <a:ln/>
        </p:spPr>
      </p:sp>
      <p:sp>
        <p:nvSpPr>
          <p:cNvPr id="44" name="Shape 41"/>
          <p:cNvSpPr/>
          <p:nvPr/>
        </p:nvSpPr>
        <p:spPr>
          <a:xfrm>
            <a:off x="11342809" y="6176772"/>
            <a:ext cx="82296" cy="82296"/>
          </a:xfrm>
          <a:prstGeom prst="ellipse">
            <a:avLst/>
          </a:prstGeom>
          <a:solidFill>
            <a:srgbClr val="D3D9CC"/>
          </a:solidFill>
          <a:ln/>
        </p:spPr>
      </p:sp>
      <p:sp>
        <p:nvSpPr>
          <p:cNvPr id="25" name="Slide Number Placeholder 0"/>
          <p:cNvSpPr>
            <a:spLocks noGrp="1"/>
          </p:cNvSpPr>
          <p:nvPr>
            <p:ph type="sldNum" sz="quarter" idx="4294967295"/>
          </p:nvPr>
        </p:nvSpPr>
        <p:spPr>
          <a:xfrm>
            <a:off x="11155680" y="6510528"/>
            <a:ext cx="548640" cy="228600"/>
          </a:xfrm>
          <a:prstGeom prst="rect">
            <a:avLst/>
          </a:prstGeom>
          <a:extLst>
            <a:ext uri="{C572A759-6A51-4108-AA02-DFA0A04FC94B}">
              <ma14:wrappingTextBoxFlag xmlns:ma14="http://schemas.microsoft.com/office/mac/drawingml/2011/main" val="0"/>
            </a:ext>
          </a:extLst>
        </p:spPr>
        <p:txBody>
          <a:bodyPr/>
          <a:lstStyle>
            <a:lvl1pPr>
              <a:defRPr sz="1000">
                <a:solidFill>
                  <a:srgbClr val="6D7072"/>
                </a:solidFill>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pic>
        <p:nvPicPr>
          <p:cNvPr id="2" name="Step 4 image" descr="Step 4: Pencil done: first blue at the top">    </p:cNvPr>
          <p:cNvPicPr>
            <a:picLocks noChangeAspect="1"/>
          </p:cNvPicPr>
          <p:nvPr/>
        </p:nvPicPr>
        <p:blipFill>
          <a:blip r:embed="rId1"/>
          <a:stretch>
            <a:fillRect/>
          </a:stretch>
        </p:blipFill>
        <p:spPr>
          <a:xfrm>
            <a:off x="457200" y="411480"/>
            <a:ext cx="5317216" cy="6035040"/>
          </a:xfrm>
          <a:prstGeom prst="rect">
            <a:avLst/>
          </a:prstGeom>
        </p:spPr>
      </p:pic>
      <p:sp>
        <p:nvSpPr>
          <p:cNvPr id="3" name="Stage chip"/>
          <p:cNvSpPr txBox="1"/>
          <p:nvPr/>
        </p:nvSpPr>
        <p:spPr>
          <a:xfrm>
            <a:off x="6277336" y="640080"/>
            <a:ext cx="1530706" cy="292608"/>
          </a:xfrm>
          <a:prstGeom prst="roundRect">
            <a:avLst>
              <a:gd name="adj" fmla="val 31250"/>
            </a:avLst>
          </a:prstGeom>
          <a:solidFill>
            <a:srgbClr val="2F5FC4"/>
          </a:solidFill>
          <a:ln/>
        </p:spPr>
        <p:txBody>
          <a:bodyPr wrap="square" lIns="0" tIns="0" rIns="0" bIns="0" rtlCol="0" anchor="ctr"/>
          <a:lstStyle/>
          <a:p>
            <a:pPr algn="ctr" indent="0" marL="0">
              <a:buNone/>
            </a:pPr>
            <a:r>
              <a:rPr lang="en-US" sz="1100" b="1" dirty="0">
                <a:solidFill>
                  <a:srgbClr val="FFFFFF"/>
                </a:solidFill>
              </a:rPr>
              <a:t>STAGE 2 · SKY</a:t>
            </a:r>
            <a:endParaRPr lang="en-US" sz="1100" dirty="0"/>
          </a:p>
        </p:txBody>
      </p:sp>
      <p:sp>
        <p:nvSpPr>
          <p:cNvPr id="4" name="Step counter"/>
          <p:cNvSpPr txBox="1"/>
          <p:nvPr/>
        </p:nvSpPr>
        <p:spPr>
          <a:xfrm>
            <a:off x="9905695" y="640080"/>
            <a:ext cx="1554480" cy="292608"/>
          </a:xfrm>
          <a:prstGeom prst="rect">
            <a:avLst/>
          </a:prstGeom>
          <a:noFill/>
          <a:ln/>
        </p:spPr>
        <p:txBody>
          <a:bodyPr wrap="square" lIns="0" tIns="0" rIns="0" bIns="0" rtlCol="0" anchor="ctr"/>
          <a:lstStyle/>
          <a:p>
            <a:pPr algn="r" indent="0" marL="0">
              <a:buNone/>
            </a:pPr>
            <a:r>
              <a:rPr lang="en-US" sz="1100" b="1" dirty="0">
                <a:solidFill>
                  <a:srgbClr val="6D7072"/>
                </a:solidFill>
              </a:rPr>
              <a:t>STEP 4 OF 34</a:t>
            </a:r>
            <a:endParaRPr lang="en-US" sz="1100" dirty="0"/>
          </a:p>
        </p:txBody>
      </p:sp>
      <p:sp>
        <p:nvSpPr>
          <p:cNvPr id="5" name="Text 1"/>
          <p:cNvSpPr/>
          <p:nvPr>
            <p:ph idx="101" type="title" hasCustomPrompt="1"/>
          </p:nvPr>
        </p:nvSpPr>
        <p:spPr>
          <a:xfrm>
            <a:off x="6277336" y="1051560"/>
            <a:ext cx="5182839" cy="868680"/>
          </a:xfrm>
          <a:prstGeom prst="rect">
            <a:avLst/>
          </a:prstGeom>
          <a:noFill/>
          <a:ln/>
        </p:spPr>
        <p:txBody>
          <a:bodyPr wrap="square" lIns="0" tIns="0" rIns="0" bIns="0" rtlCol="0" anchor="t"/>
          <a:lstStyle/>
          <a:p>
            <a:pPr algn="l" indent="0" marL="0">
              <a:buNone/>
            </a:pPr>
            <a:r>
              <a:rPr lang="en-US" sz="2600" b="1" dirty="0">
                <a:solidFill>
                  <a:schemeClr val="tx2"/>
                </a:solidFill>
              </a:rPr>
              <a:t>Pencil done: first blue at the top</a:t>
            </a:r>
            <a:endParaRPr lang="en-US" sz="2600" dirty="0"/>
          </a:p>
        </p:txBody>
      </p:sp>
      <p:sp>
        <p:nvSpPr>
          <p:cNvPr id="6" name="Text 3"/>
          <p:cNvSpPr txBox="1"/>
          <p:nvPr/>
        </p:nvSpPr>
        <p:spPr>
          <a:xfrm>
            <a:off x="6277336" y="2011680"/>
            <a:ext cx="2743200" cy="228600"/>
          </a:xfrm>
          <a:prstGeom prst="rect">
            <a:avLst/>
          </a:prstGeom>
          <a:noFill/>
          <a:ln/>
        </p:spPr>
        <p:txBody>
          <a:bodyPr wrap="square" lIns="0" tIns="0" rIns="0" bIns="0" rtlCol="0" anchor="ctr"/>
          <a:lstStyle/>
          <a:p>
            <a:pPr indent="0" marL="0">
              <a:buNone/>
            </a:pPr>
            <a:r>
              <a:rPr lang="en-US" sz="1100" b="1" dirty="0">
                <a:solidFill>
                  <a:srgbClr val="6D7072"/>
                </a:solidFill>
              </a:rPr>
              <a:t>WHAT TO DO</a:t>
            </a:r>
            <a:endParaRPr lang="en-US" sz="1100" dirty="0"/>
          </a:p>
        </p:txBody>
      </p:sp>
      <p:sp>
        <p:nvSpPr>
          <p:cNvPr id="7" name="Instructions"/>
          <p:cNvSpPr txBox="1"/>
          <p:nvPr/>
        </p:nvSpPr>
        <p:spPr>
          <a:xfrm>
            <a:off x="6277336" y="2286000"/>
            <a:ext cx="5182839" cy="1874520"/>
          </a:xfrm>
          <a:prstGeom prst="rect">
            <a:avLst/>
          </a:prstGeom>
          <a:noFill/>
          <a:ln/>
        </p:spPr>
        <p:txBody>
          <a:bodyPr wrap="square" lIns="0" tIns="0" rIns="0" bIns="0" rtlCol="0" anchor="t"/>
          <a:lstStyle/>
          <a:p>
            <a:pPr marL="203200" indent="-203200">
              <a:spcAft>
                <a:spcPts val="600"/>
              </a:spcAft>
              <a:buSzPct val="100000"/>
              <a:buChar char="•"/>
            </a:pPr>
            <a:r>
              <a:rPr lang="en-US" sz="1500" dirty="0">
                <a:solidFill>
                  <a:schemeClr val="tx1"/>
                </a:solidFill>
              </a:rPr>
              <a:t>Finish the drawing: the faint ladder-like marks down the middle of the road become the dashed center line.</a:t>
            </a:r>
            <a:endParaRPr lang="en-US" sz="1500" dirty="0"/>
          </a:p>
          <a:p>
            <a:pPr marL="203200" indent="-203200">
              <a:spcAft>
                <a:spcPts val="600"/>
              </a:spcAft>
              <a:buSzPct val="100000"/>
              <a:buChar char="•"/>
            </a:pPr>
            <a:r>
              <a:rPr lang="en-US" sz="1500" dirty="0">
                <a:solidFill>
                  <a:schemeClr val="tx1"/>
                </a:solidFill>
              </a:rPr>
              <a:t>Load a round brush with sky blue and touch it to the top edge of the paper.</a:t>
            </a:r>
            <a:endParaRPr lang="en-US" sz="1500" dirty="0"/>
          </a:p>
        </p:txBody>
      </p:sp>
      <p:sp>
        <p:nvSpPr>
          <p:cNvPr id="8" name="Tip box"/>
          <p:cNvSpPr/>
          <p:nvPr/>
        </p:nvSpPr>
        <p:spPr>
          <a:xfrm>
            <a:off x="6277336" y="4224528"/>
            <a:ext cx="5182839" cy="932688"/>
          </a:xfrm>
          <a:prstGeom prst="roundRect">
            <a:avLst>
              <a:gd name="adj" fmla="val 7843"/>
            </a:avLst>
          </a:prstGeom>
          <a:solidFill>
            <a:srgbClr val="F2F4F0"/>
          </a:solidFill>
          <a:ln/>
        </p:spPr>
      </p:sp>
      <p:sp>
        <p:nvSpPr>
          <p:cNvPr id="9" name="Tip text"/>
          <p:cNvSpPr txBox="1"/>
          <p:nvPr/>
        </p:nvSpPr>
        <p:spPr>
          <a:xfrm>
            <a:off x="6414496" y="4261104"/>
            <a:ext cx="4908519" cy="859536"/>
          </a:xfrm>
          <a:prstGeom prst="rect">
            <a:avLst/>
          </a:prstGeom>
          <a:noFill/>
          <a:ln/>
        </p:spPr>
        <p:txBody>
          <a:bodyPr wrap="square" lIns="0" tIns="0" rIns="0" bIns="0" rtlCol="0" anchor="ctr"/>
          <a:lstStyle/>
          <a:p>
            <a:pPr indent="0" marL="0">
              <a:buNone/>
            </a:pPr>
            <a:r>
              <a:rPr lang="en-US" sz="1000" b="1" dirty="0">
                <a:solidFill>
                  <a:srgbClr val="B4531A"/>
                </a:solidFill>
              </a:rPr>
              <a:t>WATCH FOR</a:t>
            </a:r>
            <a:endParaRPr lang="en-US" sz="1000" dirty="0"/>
          </a:p>
          <a:p>
            <a:pPr indent="0" marL="0">
              <a:buNone/>
            </a:pPr>
            <a:r>
              <a:rPr lang="en-US" sz="1400" dirty="0">
                <a:solidFill>
                  <a:schemeClr val="tx1"/>
                </a:solidFill>
              </a:rPr>
              <a:t>Start high on the page and keep your strokes loose. The sky does not need to be even.</a:t>
            </a:r>
            <a:endParaRPr lang="en-US" sz="1000" dirty="0"/>
          </a:p>
        </p:txBody>
      </p:sp>
      <p:sp>
        <p:nvSpPr>
          <p:cNvPr id="10" name="Text 7"/>
          <p:cNvSpPr txBox="1"/>
          <p:nvPr/>
        </p:nvSpPr>
        <p:spPr>
          <a:xfrm>
            <a:off x="6277336" y="5285232"/>
            <a:ext cx="5182839" cy="201168"/>
          </a:xfrm>
          <a:prstGeom prst="rect">
            <a:avLst/>
          </a:prstGeom>
          <a:noFill/>
          <a:ln/>
        </p:spPr>
        <p:txBody>
          <a:bodyPr wrap="square" lIns="0" tIns="0" rIns="0" bIns="0" rtlCol="0" anchor="ctr"/>
          <a:lstStyle/>
          <a:p>
            <a:pPr indent="0" marL="0">
              <a:buNone/>
            </a:pPr>
            <a:r>
              <a:rPr lang="en-US" sz="1000" b="1" dirty="0">
                <a:solidFill>
                  <a:srgbClr val="6D7072"/>
                </a:solidFill>
              </a:rPr>
              <a:t>COLORS IN THIS STEP</a:t>
            </a:r>
            <a:endParaRPr lang="en-US" sz="1000" dirty="0"/>
          </a:p>
        </p:txBody>
      </p:sp>
      <p:sp>
        <p:nvSpPr>
          <p:cNvPr id="11" name="Swatch Deep sky blue"/>
          <p:cNvSpPr/>
          <p:nvPr/>
        </p:nvSpPr>
        <p:spPr>
          <a:xfrm>
            <a:off x="6277336" y="5532120"/>
            <a:ext cx="329184" cy="329184"/>
          </a:xfrm>
          <a:prstGeom prst="ellipse">
            <a:avLst/>
          </a:prstGeom>
          <a:solidFill>
            <a:srgbClr val="4E7EEB"/>
          </a:solidFill>
          <a:ln w="9525">
            <a:solidFill>
              <a:srgbClr val="D3D9CC"/>
            </a:solidFill>
            <a:prstDash val="solid"/>
          </a:ln>
        </p:spPr>
      </p:sp>
      <p:sp>
        <p:nvSpPr>
          <p:cNvPr id="12" name="Text 9"/>
          <p:cNvSpPr txBox="1"/>
          <p:nvPr/>
        </p:nvSpPr>
        <p:spPr>
          <a:xfrm>
            <a:off x="6688816" y="5504688"/>
            <a:ext cx="1270413" cy="384048"/>
          </a:xfrm>
          <a:prstGeom prst="rect">
            <a:avLst/>
          </a:prstGeom>
          <a:noFill/>
          <a:ln/>
        </p:spPr>
        <p:txBody>
          <a:bodyPr wrap="square" lIns="0" tIns="0" rIns="0" bIns="0" rtlCol="0" anchor="ctr"/>
          <a:lstStyle/>
          <a:p>
            <a:pPr indent="0" marL="0">
              <a:buNone/>
            </a:pPr>
            <a:r>
              <a:rPr lang="en-US" sz="1100" b="1" dirty="0">
                <a:solidFill>
                  <a:schemeClr val="tx1"/>
                </a:solidFill>
              </a:rPr>
              <a:t>Deep sky blue</a:t>
            </a:r>
            <a:endParaRPr lang="en-US" sz="1100" dirty="0"/>
          </a:p>
          <a:p>
            <a:pPr indent="0" marL="0">
              <a:buNone/>
            </a:pPr>
            <a:r>
              <a:rPr lang="en-US" sz="1000" dirty="0">
                <a:solidFill>
                  <a:srgbClr val="4A5058"/>
                </a:solidFill>
              </a:rPr>
              <a:t>#4E7EEB</a:t>
            </a:r>
            <a:endParaRPr lang="en-US" sz="1100" dirty="0"/>
          </a:p>
        </p:txBody>
      </p:sp>
      <p:sp>
        <p:nvSpPr>
          <p:cNvPr id="13" name="Shape 10"/>
          <p:cNvSpPr/>
          <p:nvPr/>
        </p:nvSpPr>
        <p:spPr>
          <a:xfrm>
            <a:off x="6312406" y="6176772"/>
            <a:ext cx="82296" cy="82296"/>
          </a:xfrm>
          <a:prstGeom prst="ellipse">
            <a:avLst/>
          </a:prstGeom>
          <a:solidFill>
            <a:srgbClr val="8E9A82"/>
          </a:solidFill>
          <a:ln/>
        </p:spPr>
      </p:sp>
      <p:sp>
        <p:nvSpPr>
          <p:cNvPr id="14" name="Shape 11"/>
          <p:cNvSpPr/>
          <p:nvPr/>
        </p:nvSpPr>
        <p:spPr>
          <a:xfrm>
            <a:off x="6464843" y="6176772"/>
            <a:ext cx="82296" cy="82296"/>
          </a:xfrm>
          <a:prstGeom prst="ellipse">
            <a:avLst/>
          </a:prstGeom>
          <a:solidFill>
            <a:srgbClr val="8E9A82"/>
          </a:solidFill>
          <a:ln/>
        </p:spPr>
      </p:sp>
      <p:sp>
        <p:nvSpPr>
          <p:cNvPr id="15" name="Shape 12"/>
          <p:cNvSpPr/>
          <p:nvPr/>
        </p:nvSpPr>
        <p:spPr>
          <a:xfrm>
            <a:off x="6617279" y="6176772"/>
            <a:ext cx="82296" cy="82296"/>
          </a:xfrm>
          <a:prstGeom prst="ellipse">
            <a:avLst/>
          </a:prstGeom>
          <a:solidFill>
            <a:srgbClr val="8E9A82"/>
          </a:solidFill>
          <a:ln/>
        </p:spPr>
      </p:sp>
      <p:sp>
        <p:nvSpPr>
          <p:cNvPr id="16" name="Shape 13"/>
          <p:cNvSpPr/>
          <p:nvPr/>
        </p:nvSpPr>
        <p:spPr>
          <a:xfrm>
            <a:off x="6733139" y="6140196"/>
            <a:ext cx="155448" cy="155448"/>
          </a:xfrm>
          <a:prstGeom prst="ellipse">
            <a:avLst/>
          </a:prstGeom>
          <a:solidFill>
            <a:srgbClr val="2F5FC4"/>
          </a:solidFill>
          <a:ln/>
        </p:spPr>
      </p:sp>
      <p:sp>
        <p:nvSpPr>
          <p:cNvPr id="17" name="Shape 14"/>
          <p:cNvSpPr/>
          <p:nvPr/>
        </p:nvSpPr>
        <p:spPr>
          <a:xfrm>
            <a:off x="6922152" y="6176772"/>
            <a:ext cx="82296" cy="82296"/>
          </a:xfrm>
          <a:prstGeom prst="ellipse">
            <a:avLst/>
          </a:prstGeom>
          <a:solidFill>
            <a:srgbClr val="D3D9CC"/>
          </a:solidFill>
          <a:ln/>
        </p:spPr>
      </p:sp>
      <p:sp>
        <p:nvSpPr>
          <p:cNvPr id="18" name="Shape 15"/>
          <p:cNvSpPr/>
          <p:nvPr/>
        </p:nvSpPr>
        <p:spPr>
          <a:xfrm>
            <a:off x="7074588" y="6176772"/>
            <a:ext cx="82296" cy="82296"/>
          </a:xfrm>
          <a:prstGeom prst="ellipse">
            <a:avLst/>
          </a:prstGeom>
          <a:solidFill>
            <a:srgbClr val="D3D9CC"/>
          </a:solidFill>
          <a:ln/>
        </p:spPr>
      </p:sp>
      <p:sp>
        <p:nvSpPr>
          <p:cNvPr id="19" name="Shape 16"/>
          <p:cNvSpPr/>
          <p:nvPr/>
        </p:nvSpPr>
        <p:spPr>
          <a:xfrm>
            <a:off x="7227025" y="6176772"/>
            <a:ext cx="82296" cy="82296"/>
          </a:xfrm>
          <a:prstGeom prst="ellipse">
            <a:avLst/>
          </a:prstGeom>
          <a:solidFill>
            <a:srgbClr val="D3D9CC"/>
          </a:solidFill>
          <a:ln/>
        </p:spPr>
      </p:sp>
      <p:sp>
        <p:nvSpPr>
          <p:cNvPr id="20" name="Shape 17"/>
          <p:cNvSpPr/>
          <p:nvPr/>
        </p:nvSpPr>
        <p:spPr>
          <a:xfrm>
            <a:off x="7379461" y="6176772"/>
            <a:ext cx="82296" cy="82296"/>
          </a:xfrm>
          <a:prstGeom prst="ellipse">
            <a:avLst/>
          </a:prstGeom>
          <a:solidFill>
            <a:srgbClr val="D3D9CC"/>
          </a:solidFill>
          <a:ln/>
        </p:spPr>
      </p:sp>
      <p:sp>
        <p:nvSpPr>
          <p:cNvPr id="21" name="Shape 18"/>
          <p:cNvSpPr/>
          <p:nvPr/>
        </p:nvSpPr>
        <p:spPr>
          <a:xfrm>
            <a:off x="7531898" y="6176772"/>
            <a:ext cx="82296" cy="82296"/>
          </a:xfrm>
          <a:prstGeom prst="ellipse">
            <a:avLst/>
          </a:prstGeom>
          <a:solidFill>
            <a:srgbClr val="D3D9CC"/>
          </a:solidFill>
          <a:ln/>
        </p:spPr>
      </p:sp>
      <p:sp>
        <p:nvSpPr>
          <p:cNvPr id="22" name="Shape 19"/>
          <p:cNvSpPr/>
          <p:nvPr/>
        </p:nvSpPr>
        <p:spPr>
          <a:xfrm>
            <a:off x="7684334" y="6176772"/>
            <a:ext cx="82296" cy="82296"/>
          </a:xfrm>
          <a:prstGeom prst="ellipse">
            <a:avLst/>
          </a:prstGeom>
          <a:solidFill>
            <a:srgbClr val="D3D9CC"/>
          </a:solidFill>
          <a:ln/>
        </p:spPr>
      </p:sp>
      <p:sp>
        <p:nvSpPr>
          <p:cNvPr id="23" name="Shape 20"/>
          <p:cNvSpPr/>
          <p:nvPr/>
        </p:nvSpPr>
        <p:spPr>
          <a:xfrm>
            <a:off x="7836771" y="6176772"/>
            <a:ext cx="82296" cy="82296"/>
          </a:xfrm>
          <a:prstGeom prst="ellipse">
            <a:avLst/>
          </a:prstGeom>
          <a:solidFill>
            <a:srgbClr val="D3D9CC"/>
          </a:solidFill>
          <a:ln/>
        </p:spPr>
      </p:sp>
      <p:sp>
        <p:nvSpPr>
          <p:cNvPr id="24" name="Shape 21"/>
          <p:cNvSpPr/>
          <p:nvPr/>
        </p:nvSpPr>
        <p:spPr>
          <a:xfrm>
            <a:off x="7989207" y="6176772"/>
            <a:ext cx="82296" cy="82296"/>
          </a:xfrm>
          <a:prstGeom prst="ellipse">
            <a:avLst/>
          </a:prstGeom>
          <a:solidFill>
            <a:srgbClr val="D3D9CC"/>
          </a:solidFill>
          <a:ln/>
        </p:spPr>
      </p:sp>
      <p:sp>
        <p:nvSpPr>
          <p:cNvPr id="25" name="Shape 22"/>
          <p:cNvSpPr/>
          <p:nvPr/>
        </p:nvSpPr>
        <p:spPr>
          <a:xfrm>
            <a:off x="8141643" y="6176772"/>
            <a:ext cx="82296" cy="82296"/>
          </a:xfrm>
          <a:prstGeom prst="ellipse">
            <a:avLst/>
          </a:prstGeom>
          <a:solidFill>
            <a:srgbClr val="D3D9CC"/>
          </a:solidFill>
          <a:ln/>
        </p:spPr>
      </p:sp>
      <p:sp>
        <p:nvSpPr>
          <p:cNvPr id="26" name="Shape 23"/>
          <p:cNvSpPr/>
          <p:nvPr/>
        </p:nvSpPr>
        <p:spPr>
          <a:xfrm>
            <a:off x="8294080" y="6176772"/>
            <a:ext cx="82296" cy="82296"/>
          </a:xfrm>
          <a:prstGeom prst="ellipse">
            <a:avLst/>
          </a:prstGeom>
          <a:solidFill>
            <a:srgbClr val="D3D9CC"/>
          </a:solidFill>
          <a:ln/>
        </p:spPr>
      </p:sp>
      <p:sp>
        <p:nvSpPr>
          <p:cNvPr id="27" name="Shape 24"/>
          <p:cNvSpPr/>
          <p:nvPr/>
        </p:nvSpPr>
        <p:spPr>
          <a:xfrm>
            <a:off x="8446516" y="6176772"/>
            <a:ext cx="82296" cy="82296"/>
          </a:xfrm>
          <a:prstGeom prst="ellipse">
            <a:avLst/>
          </a:prstGeom>
          <a:solidFill>
            <a:srgbClr val="D3D9CC"/>
          </a:solidFill>
          <a:ln/>
        </p:spPr>
      </p:sp>
      <p:sp>
        <p:nvSpPr>
          <p:cNvPr id="28" name="Shape 25"/>
          <p:cNvSpPr/>
          <p:nvPr/>
        </p:nvSpPr>
        <p:spPr>
          <a:xfrm>
            <a:off x="8598953" y="6176772"/>
            <a:ext cx="82296" cy="82296"/>
          </a:xfrm>
          <a:prstGeom prst="ellipse">
            <a:avLst/>
          </a:prstGeom>
          <a:solidFill>
            <a:srgbClr val="D3D9CC"/>
          </a:solidFill>
          <a:ln/>
        </p:spPr>
      </p:sp>
      <p:sp>
        <p:nvSpPr>
          <p:cNvPr id="29" name="Shape 26"/>
          <p:cNvSpPr/>
          <p:nvPr/>
        </p:nvSpPr>
        <p:spPr>
          <a:xfrm>
            <a:off x="8751389" y="6176772"/>
            <a:ext cx="82296" cy="82296"/>
          </a:xfrm>
          <a:prstGeom prst="ellipse">
            <a:avLst/>
          </a:prstGeom>
          <a:solidFill>
            <a:srgbClr val="D3D9CC"/>
          </a:solidFill>
          <a:ln/>
        </p:spPr>
      </p:sp>
      <p:sp>
        <p:nvSpPr>
          <p:cNvPr id="30" name="Shape 27"/>
          <p:cNvSpPr/>
          <p:nvPr/>
        </p:nvSpPr>
        <p:spPr>
          <a:xfrm>
            <a:off x="8903826" y="6176772"/>
            <a:ext cx="82296" cy="82296"/>
          </a:xfrm>
          <a:prstGeom prst="ellipse">
            <a:avLst/>
          </a:prstGeom>
          <a:solidFill>
            <a:srgbClr val="D3D9CC"/>
          </a:solidFill>
          <a:ln/>
        </p:spPr>
      </p:sp>
      <p:sp>
        <p:nvSpPr>
          <p:cNvPr id="31" name="Shape 28"/>
          <p:cNvSpPr/>
          <p:nvPr/>
        </p:nvSpPr>
        <p:spPr>
          <a:xfrm>
            <a:off x="9056262" y="6176772"/>
            <a:ext cx="82296" cy="82296"/>
          </a:xfrm>
          <a:prstGeom prst="ellipse">
            <a:avLst/>
          </a:prstGeom>
          <a:solidFill>
            <a:srgbClr val="D3D9CC"/>
          </a:solidFill>
          <a:ln/>
        </p:spPr>
      </p:sp>
      <p:sp>
        <p:nvSpPr>
          <p:cNvPr id="32" name="Shape 29"/>
          <p:cNvSpPr/>
          <p:nvPr/>
        </p:nvSpPr>
        <p:spPr>
          <a:xfrm>
            <a:off x="9208699" y="6176772"/>
            <a:ext cx="82296" cy="82296"/>
          </a:xfrm>
          <a:prstGeom prst="ellipse">
            <a:avLst/>
          </a:prstGeom>
          <a:solidFill>
            <a:srgbClr val="D3D9CC"/>
          </a:solidFill>
          <a:ln/>
        </p:spPr>
      </p:sp>
      <p:sp>
        <p:nvSpPr>
          <p:cNvPr id="33" name="Shape 30"/>
          <p:cNvSpPr/>
          <p:nvPr/>
        </p:nvSpPr>
        <p:spPr>
          <a:xfrm>
            <a:off x="9361135" y="6176772"/>
            <a:ext cx="82296" cy="82296"/>
          </a:xfrm>
          <a:prstGeom prst="ellipse">
            <a:avLst/>
          </a:prstGeom>
          <a:solidFill>
            <a:srgbClr val="D3D9CC"/>
          </a:solidFill>
          <a:ln/>
        </p:spPr>
      </p:sp>
      <p:sp>
        <p:nvSpPr>
          <p:cNvPr id="34" name="Shape 31"/>
          <p:cNvSpPr/>
          <p:nvPr/>
        </p:nvSpPr>
        <p:spPr>
          <a:xfrm>
            <a:off x="9513572" y="6176772"/>
            <a:ext cx="82296" cy="82296"/>
          </a:xfrm>
          <a:prstGeom prst="ellipse">
            <a:avLst/>
          </a:prstGeom>
          <a:solidFill>
            <a:srgbClr val="D3D9CC"/>
          </a:solidFill>
          <a:ln/>
        </p:spPr>
      </p:sp>
      <p:sp>
        <p:nvSpPr>
          <p:cNvPr id="35" name="Shape 32"/>
          <p:cNvSpPr/>
          <p:nvPr/>
        </p:nvSpPr>
        <p:spPr>
          <a:xfrm>
            <a:off x="9666008" y="6176772"/>
            <a:ext cx="82296" cy="82296"/>
          </a:xfrm>
          <a:prstGeom prst="ellipse">
            <a:avLst/>
          </a:prstGeom>
          <a:solidFill>
            <a:srgbClr val="D3D9CC"/>
          </a:solidFill>
          <a:ln/>
        </p:spPr>
      </p:sp>
      <p:sp>
        <p:nvSpPr>
          <p:cNvPr id="36" name="Shape 33"/>
          <p:cNvSpPr/>
          <p:nvPr/>
        </p:nvSpPr>
        <p:spPr>
          <a:xfrm>
            <a:off x="9818444" y="6176772"/>
            <a:ext cx="82296" cy="82296"/>
          </a:xfrm>
          <a:prstGeom prst="ellipse">
            <a:avLst/>
          </a:prstGeom>
          <a:solidFill>
            <a:srgbClr val="D3D9CC"/>
          </a:solidFill>
          <a:ln/>
        </p:spPr>
      </p:sp>
      <p:sp>
        <p:nvSpPr>
          <p:cNvPr id="37" name="Shape 34"/>
          <p:cNvSpPr/>
          <p:nvPr/>
        </p:nvSpPr>
        <p:spPr>
          <a:xfrm>
            <a:off x="9970881" y="6176772"/>
            <a:ext cx="82296" cy="82296"/>
          </a:xfrm>
          <a:prstGeom prst="ellipse">
            <a:avLst/>
          </a:prstGeom>
          <a:solidFill>
            <a:srgbClr val="D3D9CC"/>
          </a:solidFill>
          <a:ln/>
        </p:spPr>
      </p:sp>
      <p:sp>
        <p:nvSpPr>
          <p:cNvPr id="38" name="Shape 35"/>
          <p:cNvSpPr/>
          <p:nvPr/>
        </p:nvSpPr>
        <p:spPr>
          <a:xfrm>
            <a:off x="10123317" y="6176772"/>
            <a:ext cx="82296" cy="82296"/>
          </a:xfrm>
          <a:prstGeom prst="ellipse">
            <a:avLst/>
          </a:prstGeom>
          <a:solidFill>
            <a:srgbClr val="D3D9CC"/>
          </a:solidFill>
          <a:ln/>
        </p:spPr>
      </p:sp>
      <p:sp>
        <p:nvSpPr>
          <p:cNvPr id="39" name="Shape 36"/>
          <p:cNvSpPr/>
          <p:nvPr/>
        </p:nvSpPr>
        <p:spPr>
          <a:xfrm>
            <a:off x="10275754" y="6176772"/>
            <a:ext cx="82296" cy="82296"/>
          </a:xfrm>
          <a:prstGeom prst="ellipse">
            <a:avLst/>
          </a:prstGeom>
          <a:solidFill>
            <a:srgbClr val="D3D9CC"/>
          </a:solidFill>
          <a:ln/>
        </p:spPr>
      </p:sp>
      <p:sp>
        <p:nvSpPr>
          <p:cNvPr id="40" name="Shape 37"/>
          <p:cNvSpPr/>
          <p:nvPr/>
        </p:nvSpPr>
        <p:spPr>
          <a:xfrm>
            <a:off x="10428190" y="6176772"/>
            <a:ext cx="82296" cy="82296"/>
          </a:xfrm>
          <a:prstGeom prst="ellipse">
            <a:avLst/>
          </a:prstGeom>
          <a:solidFill>
            <a:srgbClr val="D3D9CC"/>
          </a:solidFill>
          <a:ln/>
        </p:spPr>
      </p:sp>
      <p:sp>
        <p:nvSpPr>
          <p:cNvPr id="41" name="Shape 38"/>
          <p:cNvSpPr/>
          <p:nvPr/>
        </p:nvSpPr>
        <p:spPr>
          <a:xfrm>
            <a:off x="10580627" y="6176772"/>
            <a:ext cx="82296" cy="82296"/>
          </a:xfrm>
          <a:prstGeom prst="ellipse">
            <a:avLst/>
          </a:prstGeom>
          <a:solidFill>
            <a:srgbClr val="D3D9CC"/>
          </a:solidFill>
          <a:ln/>
        </p:spPr>
      </p:sp>
      <p:sp>
        <p:nvSpPr>
          <p:cNvPr id="42" name="Shape 39"/>
          <p:cNvSpPr/>
          <p:nvPr/>
        </p:nvSpPr>
        <p:spPr>
          <a:xfrm>
            <a:off x="10733063" y="6176772"/>
            <a:ext cx="82296" cy="82296"/>
          </a:xfrm>
          <a:prstGeom prst="ellipse">
            <a:avLst/>
          </a:prstGeom>
          <a:solidFill>
            <a:srgbClr val="D3D9CC"/>
          </a:solidFill>
          <a:ln/>
        </p:spPr>
      </p:sp>
      <p:sp>
        <p:nvSpPr>
          <p:cNvPr id="43" name="Shape 40"/>
          <p:cNvSpPr/>
          <p:nvPr/>
        </p:nvSpPr>
        <p:spPr>
          <a:xfrm>
            <a:off x="10885500" y="6176772"/>
            <a:ext cx="82296" cy="82296"/>
          </a:xfrm>
          <a:prstGeom prst="ellipse">
            <a:avLst/>
          </a:prstGeom>
          <a:solidFill>
            <a:srgbClr val="D3D9CC"/>
          </a:solidFill>
          <a:ln/>
        </p:spPr>
      </p:sp>
      <p:sp>
        <p:nvSpPr>
          <p:cNvPr id="44" name="Shape 41"/>
          <p:cNvSpPr/>
          <p:nvPr/>
        </p:nvSpPr>
        <p:spPr>
          <a:xfrm>
            <a:off x="11037936" y="6176772"/>
            <a:ext cx="82296" cy="82296"/>
          </a:xfrm>
          <a:prstGeom prst="ellipse">
            <a:avLst/>
          </a:prstGeom>
          <a:solidFill>
            <a:srgbClr val="D3D9CC"/>
          </a:solidFill>
          <a:ln/>
        </p:spPr>
      </p:sp>
      <p:sp>
        <p:nvSpPr>
          <p:cNvPr id="45" name="Shape 42"/>
          <p:cNvSpPr/>
          <p:nvPr/>
        </p:nvSpPr>
        <p:spPr>
          <a:xfrm>
            <a:off x="11190373" y="6176772"/>
            <a:ext cx="82296" cy="82296"/>
          </a:xfrm>
          <a:prstGeom prst="ellipse">
            <a:avLst/>
          </a:prstGeom>
          <a:solidFill>
            <a:srgbClr val="D3D9CC"/>
          </a:solidFill>
          <a:ln/>
        </p:spPr>
      </p:sp>
      <p:sp>
        <p:nvSpPr>
          <p:cNvPr id="46" name="Shape 43"/>
          <p:cNvSpPr/>
          <p:nvPr/>
        </p:nvSpPr>
        <p:spPr>
          <a:xfrm>
            <a:off x="11342809" y="6176772"/>
            <a:ext cx="82296" cy="82296"/>
          </a:xfrm>
          <a:prstGeom prst="ellipse">
            <a:avLst/>
          </a:prstGeom>
          <a:solidFill>
            <a:srgbClr val="D3D9CC"/>
          </a:solidFill>
          <a:ln/>
        </p:spPr>
      </p:sp>
      <p:sp>
        <p:nvSpPr>
          <p:cNvPr id="25" name="Slide Number Placeholder 0"/>
          <p:cNvSpPr>
            <a:spLocks noGrp="1"/>
          </p:cNvSpPr>
          <p:nvPr>
            <p:ph type="sldNum" sz="quarter" idx="4294967295"/>
          </p:nvPr>
        </p:nvSpPr>
        <p:spPr>
          <a:xfrm>
            <a:off x="11155680" y="6510528"/>
            <a:ext cx="548640" cy="228600"/>
          </a:xfrm>
          <a:prstGeom prst="rect">
            <a:avLst/>
          </a:prstGeom>
          <a:extLst>
            <a:ext uri="{C572A759-6A51-4108-AA02-DFA0A04FC94B}">
              <ma14:wrappingTextBoxFlag xmlns:ma14="http://schemas.microsoft.com/office/mac/drawingml/2011/main" val="0"/>
            </a:ext>
          </a:extLst>
        </p:spPr>
        <p:txBody>
          <a:bodyPr/>
          <a:lstStyle>
            <a:lvl1pPr>
              <a:defRPr sz="1000">
                <a:solidFill>
                  <a:srgbClr val="6D7072"/>
                </a:solidFill>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pic>
        <p:nvPicPr>
          <p:cNvPr id="2" name="Step 5 image" descr="Step 5: Spread the blue across the top">    </p:cNvPr>
          <p:cNvPicPr>
            <a:picLocks noChangeAspect="1"/>
          </p:cNvPicPr>
          <p:nvPr/>
        </p:nvPicPr>
        <p:blipFill>
          <a:blip r:embed="rId1"/>
          <a:stretch>
            <a:fillRect/>
          </a:stretch>
        </p:blipFill>
        <p:spPr>
          <a:xfrm>
            <a:off x="457200" y="411480"/>
            <a:ext cx="5317216" cy="6035040"/>
          </a:xfrm>
          <a:prstGeom prst="rect">
            <a:avLst/>
          </a:prstGeom>
        </p:spPr>
      </p:pic>
      <p:sp>
        <p:nvSpPr>
          <p:cNvPr id="3" name="Stage chip"/>
          <p:cNvSpPr txBox="1"/>
          <p:nvPr/>
        </p:nvSpPr>
        <p:spPr>
          <a:xfrm>
            <a:off x="6277336" y="640080"/>
            <a:ext cx="1530706" cy="292608"/>
          </a:xfrm>
          <a:prstGeom prst="roundRect">
            <a:avLst>
              <a:gd name="adj" fmla="val 31250"/>
            </a:avLst>
          </a:prstGeom>
          <a:solidFill>
            <a:srgbClr val="2F5FC4"/>
          </a:solidFill>
          <a:ln/>
        </p:spPr>
        <p:txBody>
          <a:bodyPr wrap="square" lIns="0" tIns="0" rIns="0" bIns="0" rtlCol="0" anchor="ctr"/>
          <a:lstStyle/>
          <a:p>
            <a:pPr algn="ctr" indent="0" marL="0">
              <a:buNone/>
            </a:pPr>
            <a:r>
              <a:rPr lang="en-US" sz="1100" b="1" dirty="0">
                <a:solidFill>
                  <a:srgbClr val="FFFFFF"/>
                </a:solidFill>
              </a:rPr>
              <a:t>STAGE 2 · SKY</a:t>
            </a:r>
            <a:endParaRPr lang="en-US" sz="1100" dirty="0"/>
          </a:p>
        </p:txBody>
      </p:sp>
      <p:sp>
        <p:nvSpPr>
          <p:cNvPr id="4" name="Step counter"/>
          <p:cNvSpPr txBox="1"/>
          <p:nvPr/>
        </p:nvSpPr>
        <p:spPr>
          <a:xfrm>
            <a:off x="9905695" y="640080"/>
            <a:ext cx="1554480" cy="292608"/>
          </a:xfrm>
          <a:prstGeom prst="rect">
            <a:avLst/>
          </a:prstGeom>
          <a:noFill/>
          <a:ln/>
        </p:spPr>
        <p:txBody>
          <a:bodyPr wrap="square" lIns="0" tIns="0" rIns="0" bIns="0" rtlCol="0" anchor="ctr"/>
          <a:lstStyle/>
          <a:p>
            <a:pPr algn="r" indent="0" marL="0">
              <a:buNone/>
            </a:pPr>
            <a:r>
              <a:rPr lang="en-US" sz="1100" b="1" dirty="0">
                <a:solidFill>
                  <a:srgbClr val="6D7072"/>
                </a:solidFill>
              </a:rPr>
              <a:t>STEP 5 OF 34</a:t>
            </a:r>
            <a:endParaRPr lang="en-US" sz="1100" dirty="0"/>
          </a:p>
        </p:txBody>
      </p:sp>
      <p:sp>
        <p:nvSpPr>
          <p:cNvPr id="5" name="Text 1"/>
          <p:cNvSpPr/>
          <p:nvPr>
            <p:ph idx="101" type="title" hasCustomPrompt="1"/>
          </p:nvPr>
        </p:nvSpPr>
        <p:spPr>
          <a:xfrm>
            <a:off x="6277336" y="1051560"/>
            <a:ext cx="5182839" cy="868680"/>
          </a:xfrm>
          <a:prstGeom prst="rect">
            <a:avLst/>
          </a:prstGeom>
          <a:noFill/>
          <a:ln/>
        </p:spPr>
        <p:txBody>
          <a:bodyPr wrap="square" lIns="0" tIns="0" rIns="0" bIns="0" rtlCol="0" anchor="t"/>
          <a:lstStyle/>
          <a:p>
            <a:pPr algn="l" indent="0" marL="0">
              <a:buNone/>
            </a:pPr>
            <a:r>
              <a:rPr lang="en-US" sz="2600" b="1" dirty="0">
                <a:solidFill>
                  <a:schemeClr val="tx2"/>
                </a:solidFill>
              </a:rPr>
              <a:t>Spread the blue across the top</a:t>
            </a:r>
            <a:endParaRPr lang="en-US" sz="2600" dirty="0"/>
          </a:p>
        </p:txBody>
      </p:sp>
      <p:sp>
        <p:nvSpPr>
          <p:cNvPr id="6" name="Text 3"/>
          <p:cNvSpPr txBox="1"/>
          <p:nvPr/>
        </p:nvSpPr>
        <p:spPr>
          <a:xfrm>
            <a:off x="6277336" y="2011680"/>
            <a:ext cx="2743200" cy="228600"/>
          </a:xfrm>
          <a:prstGeom prst="rect">
            <a:avLst/>
          </a:prstGeom>
          <a:noFill/>
          <a:ln/>
        </p:spPr>
        <p:txBody>
          <a:bodyPr wrap="square" lIns="0" tIns="0" rIns="0" bIns="0" rtlCol="0" anchor="ctr"/>
          <a:lstStyle/>
          <a:p>
            <a:pPr indent="0" marL="0">
              <a:buNone/>
            </a:pPr>
            <a:r>
              <a:rPr lang="en-US" sz="1100" b="1" dirty="0">
                <a:solidFill>
                  <a:srgbClr val="6D7072"/>
                </a:solidFill>
              </a:rPr>
              <a:t>WHAT TO DO</a:t>
            </a:r>
            <a:endParaRPr lang="en-US" sz="1100" dirty="0"/>
          </a:p>
        </p:txBody>
      </p:sp>
      <p:sp>
        <p:nvSpPr>
          <p:cNvPr id="7" name="Instructions"/>
          <p:cNvSpPr txBox="1"/>
          <p:nvPr/>
        </p:nvSpPr>
        <p:spPr>
          <a:xfrm>
            <a:off x="6277336" y="2286000"/>
            <a:ext cx="5182839" cy="1874520"/>
          </a:xfrm>
          <a:prstGeom prst="rect">
            <a:avLst/>
          </a:prstGeom>
          <a:noFill/>
          <a:ln/>
        </p:spPr>
        <p:txBody>
          <a:bodyPr wrap="square" lIns="0" tIns="0" rIns="0" bIns="0" rtlCol="0" anchor="t"/>
          <a:lstStyle/>
          <a:p>
            <a:pPr marL="203200" indent="-203200">
              <a:spcAft>
                <a:spcPts val="600"/>
              </a:spcAft>
              <a:buSzPct val="100000"/>
              <a:buChar char="•"/>
            </a:pPr>
            <a:r>
              <a:rPr lang="en-US" sz="1500" dirty="0">
                <a:solidFill>
                  <a:schemeClr val="tx1"/>
                </a:solidFill>
              </a:rPr>
              <a:t>Pull the blue sideways into soft, streaky patches along the top of the sky.</a:t>
            </a:r>
            <a:endParaRPr lang="en-US" sz="1500" dirty="0"/>
          </a:p>
          <a:p>
            <a:pPr marL="203200" indent="-203200">
              <a:spcAft>
                <a:spcPts val="600"/>
              </a:spcAft>
              <a:buSzPct val="100000"/>
              <a:buChar char="•"/>
            </a:pPr>
            <a:r>
              <a:rPr lang="en-US" sz="1500" dirty="0">
                <a:solidFill>
                  <a:schemeClr val="tx1"/>
                </a:solidFill>
              </a:rPr>
              <a:t>Leave gaps of bare white paper between the patches.</a:t>
            </a:r>
            <a:endParaRPr lang="en-US" sz="1500" dirty="0"/>
          </a:p>
        </p:txBody>
      </p:sp>
      <p:sp>
        <p:nvSpPr>
          <p:cNvPr id="8" name="Tip box"/>
          <p:cNvSpPr/>
          <p:nvPr/>
        </p:nvSpPr>
        <p:spPr>
          <a:xfrm>
            <a:off x="6277336" y="4224528"/>
            <a:ext cx="5182839" cy="932688"/>
          </a:xfrm>
          <a:prstGeom prst="roundRect">
            <a:avLst>
              <a:gd name="adj" fmla="val 7843"/>
            </a:avLst>
          </a:prstGeom>
          <a:solidFill>
            <a:srgbClr val="F2F4F0"/>
          </a:solidFill>
          <a:ln/>
        </p:spPr>
      </p:sp>
      <p:sp>
        <p:nvSpPr>
          <p:cNvPr id="9" name="Tip text"/>
          <p:cNvSpPr txBox="1"/>
          <p:nvPr/>
        </p:nvSpPr>
        <p:spPr>
          <a:xfrm>
            <a:off x="6414496" y="4261104"/>
            <a:ext cx="4908519" cy="859536"/>
          </a:xfrm>
          <a:prstGeom prst="rect">
            <a:avLst/>
          </a:prstGeom>
          <a:noFill/>
          <a:ln/>
        </p:spPr>
        <p:txBody>
          <a:bodyPr wrap="square" lIns="0" tIns="0" rIns="0" bIns="0" rtlCol="0" anchor="ctr"/>
          <a:lstStyle/>
          <a:p>
            <a:pPr indent="0" marL="0">
              <a:buNone/>
            </a:pPr>
            <a:r>
              <a:rPr lang="en-US" sz="1000" b="1" dirty="0">
                <a:solidFill>
                  <a:srgbClr val="B4531A"/>
                </a:solidFill>
              </a:rPr>
              <a:t>WATCH FOR</a:t>
            </a:r>
            <a:endParaRPr lang="en-US" sz="1000" dirty="0"/>
          </a:p>
          <a:p>
            <a:pPr indent="0" marL="0">
              <a:buNone/>
            </a:pPr>
            <a:r>
              <a:rPr lang="en-US" sz="1400" dirty="0">
                <a:solidFill>
                  <a:schemeClr val="tx1"/>
                </a:solidFill>
              </a:rPr>
              <a:t>The white gaps become your clouds, so don't fill them in.</a:t>
            </a:r>
            <a:endParaRPr lang="en-US" sz="1000" dirty="0"/>
          </a:p>
        </p:txBody>
      </p:sp>
      <p:sp>
        <p:nvSpPr>
          <p:cNvPr id="10" name="Text 7"/>
          <p:cNvSpPr txBox="1"/>
          <p:nvPr/>
        </p:nvSpPr>
        <p:spPr>
          <a:xfrm>
            <a:off x="6277336" y="5285232"/>
            <a:ext cx="5182839" cy="201168"/>
          </a:xfrm>
          <a:prstGeom prst="rect">
            <a:avLst/>
          </a:prstGeom>
          <a:noFill/>
          <a:ln/>
        </p:spPr>
        <p:txBody>
          <a:bodyPr wrap="square" lIns="0" tIns="0" rIns="0" bIns="0" rtlCol="0" anchor="ctr"/>
          <a:lstStyle/>
          <a:p>
            <a:pPr indent="0" marL="0">
              <a:buNone/>
            </a:pPr>
            <a:r>
              <a:rPr lang="en-US" sz="1000" b="1" dirty="0">
                <a:solidFill>
                  <a:srgbClr val="6D7072"/>
                </a:solidFill>
              </a:rPr>
              <a:t>COLORS IN THIS STEP</a:t>
            </a:r>
            <a:endParaRPr lang="en-US" sz="1000" dirty="0"/>
          </a:p>
        </p:txBody>
      </p:sp>
      <p:sp>
        <p:nvSpPr>
          <p:cNvPr id="11" name="Swatch Deep sky blue"/>
          <p:cNvSpPr/>
          <p:nvPr/>
        </p:nvSpPr>
        <p:spPr>
          <a:xfrm>
            <a:off x="6277336" y="5532120"/>
            <a:ext cx="329184" cy="329184"/>
          </a:xfrm>
          <a:prstGeom prst="ellipse">
            <a:avLst/>
          </a:prstGeom>
          <a:solidFill>
            <a:srgbClr val="4E7EEB"/>
          </a:solidFill>
          <a:ln w="9525">
            <a:solidFill>
              <a:srgbClr val="D3D9CC"/>
            </a:solidFill>
            <a:prstDash val="solid"/>
          </a:ln>
        </p:spPr>
      </p:sp>
      <p:sp>
        <p:nvSpPr>
          <p:cNvPr id="12" name="Text 9"/>
          <p:cNvSpPr txBox="1"/>
          <p:nvPr/>
        </p:nvSpPr>
        <p:spPr>
          <a:xfrm>
            <a:off x="6688816" y="5504688"/>
            <a:ext cx="1270413" cy="384048"/>
          </a:xfrm>
          <a:prstGeom prst="rect">
            <a:avLst/>
          </a:prstGeom>
          <a:noFill/>
          <a:ln/>
        </p:spPr>
        <p:txBody>
          <a:bodyPr wrap="square" lIns="0" tIns="0" rIns="0" bIns="0" rtlCol="0" anchor="ctr"/>
          <a:lstStyle/>
          <a:p>
            <a:pPr indent="0" marL="0">
              <a:buNone/>
            </a:pPr>
            <a:r>
              <a:rPr lang="en-US" sz="1100" b="1" dirty="0">
                <a:solidFill>
                  <a:schemeClr val="tx1"/>
                </a:solidFill>
              </a:rPr>
              <a:t>Deep sky blue</a:t>
            </a:r>
            <a:endParaRPr lang="en-US" sz="1100" dirty="0"/>
          </a:p>
          <a:p>
            <a:pPr indent="0" marL="0">
              <a:buNone/>
            </a:pPr>
            <a:r>
              <a:rPr lang="en-US" sz="1000" dirty="0">
                <a:solidFill>
                  <a:srgbClr val="4A5058"/>
                </a:solidFill>
              </a:rPr>
              <a:t>#4E7EEB</a:t>
            </a:r>
            <a:endParaRPr lang="en-US" sz="1100" dirty="0"/>
          </a:p>
        </p:txBody>
      </p:sp>
      <p:sp>
        <p:nvSpPr>
          <p:cNvPr id="13" name="Swatch Soft sky blue"/>
          <p:cNvSpPr/>
          <p:nvPr/>
        </p:nvSpPr>
        <p:spPr>
          <a:xfrm>
            <a:off x="8004949" y="5532120"/>
            <a:ext cx="329184" cy="329184"/>
          </a:xfrm>
          <a:prstGeom prst="ellipse">
            <a:avLst/>
          </a:prstGeom>
          <a:solidFill>
            <a:srgbClr val="98B5DD"/>
          </a:solidFill>
          <a:ln w="9525">
            <a:solidFill>
              <a:srgbClr val="D3D9CC"/>
            </a:solidFill>
            <a:prstDash val="solid"/>
          </a:ln>
        </p:spPr>
      </p:sp>
      <p:sp>
        <p:nvSpPr>
          <p:cNvPr id="14" name="Text 11"/>
          <p:cNvSpPr txBox="1"/>
          <p:nvPr/>
        </p:nvSpPr>
        <p:spPr>
          <a:xfrm>
            <a:off x="8416429" y="5504688"/>
            <a:ext cx="1270413" cy="384048"/>
          </a:xfrm>
          <a:prstGeom prst="rect">
            <a:avLst/>
          </a:prstGeom>
          <a:noFill/>
          <a:ln/>
        </p:spPr>
        <p:txBody>
          <a:bodyPr wrap="square" lIns="0" tIns="0" rIns="0" bIns="0" rtlCol="0" anchor="ctr"/>
          <a:lstStyle/>
          <a:p>
            <a:pPr indent="0" marL="0">
              <a:buNone/>
            </a:pPr>
            <a:r>
              <a:rPr lang="en-US" sz="1100" b="1" dirty="0">
                <a:solidFill>
                  <a:schemeClr val="tx1"/>
                </a:solidFill>
              </a:rPr>
              <a:t>Soft sky blue</a:t>
            </a:r>
            <a:endParaRPr lang="en-US" sz="1100" dirty="0"/>
          </a:p>
          <a:p>
            <a:pPr indent="0" marL="0">
              <a:buNone/>
            </a:pPr>
            <a:r>
              <a:rPr lang="en-US" sz="1000" dirty="0">
                <a:solidFill>
                  <a:srgbClr val="4A5058"/>
                </a:solidFill>
              </a:rPr>
              <a:t>#98B5DD</a:t>
            </a:r>
            <a:endParaRPr lang="en-US" sz="1100" dirty="0"/>
          </a:p>
        </p:txBody>
      </p:sp>
      <p:sp>
        <p:nvSpPr>
          <p:cNvPr id="15" name="Shape 12"/>
          <p:cNvSpPr/>
          <p:nvPr/>
        </p:nvSpPr>
        <p:spPr>
          <a:xfrm>
            <a:off x="6312406" y="6176772"/>
            <a:ext cx="82296" cy="82296"/>
          </a:xfrm>
          <a:prstGeom prst="ellipse">
            <a:avLst/>
          </a:prstGeom>
          <a:solidFill>
            <a:srgbClr val="8E9A82"/>
          </a:solidFill>
          <a:ln/>
        </p:spPr>
      </p:sp>
      <p:sp>
        <p:nvSpPr>
          <p:cNvPr id="16" name="Shape 13"/>
          <p:cNvSpPr/>
          <p:nvPr/>
        </p:nvSpPr>
        <p:spPr>
          <a:xfrm>
            <a:off x="6464843" y="6176772"/>
            <a:ext cx="82296" cy="82296"/>
          </a:xfrm>
          <a:prstGeom prst="ellipse">
            <a:avLst/>
          </a:prstGeom>
          <a:solidFill>
            <a:srgbClr val="8E9A82"/>
          </a:solidFill>
          <a:ln/>
        </p:spPr>
      </p:sp>
      <p:sp>
        <p:nvSpPr>
          <p:cNvPr id="17" name="Shape 14"/>
          <p:cNvSpPr/>
          <p:nvPr/>
        </p:nvSpPr>
        <p:spPr>
          <a:xfrm>
            <a:off x="6617279" y="6176772"/>
            <a:ext cx="82296" cy="82296"/>
          </a:xfrm>
          <a:prstGeom prst="ellipse">
            <a:avLst/>
          </a:prstGeom>
          <a:solidFill>
            <a:srgbClr val="8E9A82"/>
          </a:solidFill>
          <a:ln/>
        </p:spPr>
      </p:sp>
      <p:sp>
        <p:nvSpPr>
          <p:cNvPr id="18" name="Shape 15"/>
          <p:cNvSpPr/>
          <p:nvPr/>
        </p:nvSpPr>
        <p:spPr>
          <a:xfrm>
            <a:off x="6769715" y="6176772"/>
            <a:ext cx="82296" cy="82296"/>
          </a:xfrm>
          <a:prstGeom prst="ellipse">
            <a:avLst/>
          </a:prstGeom>
          <a:solidFill>
            <a:srgbClr val="8E9A82"/>
          </a:solidFill>
          <a:ln/>
        </p:spPr>
      </p:sp>
      <p:sp>
        <p:nvSpPr>
          <p:cNvPr id="19" name="Shape 16"/>
          <p:cNvSpPr/>
          <p:nvPr/>
        </p:nvSpPr>
        <p:spPr>
          <a:xfrm>
            <a:off x="6885576" y="6140196"/>
            <a:ext cx="155448" cy="155448"/>
          </a:xfrm>
          <a:prstGeom prst="ellipse">
            <a:avLst/>
          </a:prstGeom>
          <a:solidFill>
            <a:srgbClr val="2F5FC4"/>
          </a:solidFill>
          <a:ln/>
        </p:spPr>
      </p:sp>
      <p:sp>
        <p:nvSpPr>
          <p:cNvPr id="20" name="Shape 17"/>
          <p:cNvSpPr/>
          <p:nvPr/>
        </p:nvSpPr>
        <p:spPr>
          <a:xfrm>
            <a:off x="7074588" y="6176772"/>
            <a:ext cx="82296" cy="82296"/>
          </a:xfrm>
          <a:prstGeom prst="ellipse">
            <a:avLst/>
          </a:prstGeom>
          <a:solidFill>
            <a:srgbClr val="D3D9CC"/>
          </a:solidFill>
          <a:ln/>
        </p:spPr>
      </p:sp>
      <p:sp>
        <p:nvSpPr>
          <p:cNvPr id="21" name="Shape 18"/>
          <p:cNvSpPr/>
          <p:nvPr/>
        </p:nvSpPr>
        <p:spPr>
          <a:xfrm>
            <a:off x="7227025" y="6176772"/>
            <a:ext cx="82296" cy="82296"/>
          </a:xfrm>
          <a:prstGeom prst="ellipse">
            <a:avLst/>
          </a:prstGeom>
          <a:solidFill>
            <a:srgbClr val="D3D9CC"/>
          </a:solidFill>
          <a:ln/>
        </p:spPr>
      </p:sp>
      <p:sp>
        <p:nvSpPr>
          <p:cNvPr id="22" name="Shape 19"/>
          <p:cNvSpPr/>
          <p:nvPr/>
        </p:nvSpPr>
        <p:spPr>
          <a:xfrm>
            <a:off x="7379461" y="6176772"/>
            <a:ext cx="82296" cy="82296"/>
          </a:xfrm>
          <a:prstGeom prst="ellipse">
            <a:avLst/>
          </a:prstGeom>
          <a:solidFill>
            <a:srgbClr val="D3D9CC"/>
          </a:solidFill>
          <a:ln/>
        </p:spPr>
      </p:sp>
      <p:sp>
        <p:nvSpPr>
          <p:cNvPr id="23" name="Shape 20"/>
          <p:cNvSpPr/>
          <p:nvPr/>
        </p:nvSpPr>
        <p:spPr>
          <a:xfrm>
            <a:off x="7531898" y="6176772"/>
            <a:ext cx="82296" cy="82296"/>
          </a:xfrm>
          <a:prstGeom prst="ellipse">
            <a:avLst/>
          </a:prstGeom>
          <a:solidFill>
            <a:srgbClr val="D3D9CC"/>
          </a:solidFill>
          <a:ln/>
        </p:spPr>
      </p:sp>
      <p:sp>
        <p:nvSpPr>
          <p:cNvPr id="24" name="Shape 21"/>
          <p:cNvSpPr/>
          <p:nvPr/>
        </p:nvSpPr>
        <p:spPr>
          <a:xfrm>
            <a:off x="7684334" y="6176772"/>
            <a:ext cx="82296" cy="82296"/>
          </a:xfrm>
          <a:prstGeom prst="ellipse">
            <a:avLst/>
          </a:prstGeom>
          <a:solidFill>
            <a:srgbClr val="D3D9CC"/>
          </a:solidFill>
          <a:ln/>
        </p:spPr>
      </p:sp>
      <p:sp>
        <p:nvSpPr>
          <p:cNvPr id="25" name="Shape 22"/>
          <p:cNvSpPr/>
          <p:nvPr/>
        </p:nvSpPr>
        <p:spPr>
          <a:xfrm>
            <a:off x="7836771" y="6176772"/>
            <a:ext cx="82296" cy="82296"/>
          </a:xfrm>
          <a:prstGeom prst="ellipse">
            <a:avLst/>
          </a:prstGeom>
          <a:solidFill>
            <a:srgbClr val="D3D9CC"/>
          </a:solidFill>
          <a:ln/>
        </p:spPr>
      </p:sp>
      <p:sp>
        <p:nvSpPr>
          <p:cNvPr id="26" name="Shape 23"/>
          <p:cNvSpPr/>
          <p:nvPr/>
        </p:nvSpPr>
        <p:spPr>
          <a:xfrm>
            <a:off x="7989207" y="6176772"/>
            <a:ext cx="82296" cy="82296"/>
          </a:xfrm>
          <a:prstGeom prst="ellipse">
            <a:avLst/>
          </a:prstGeom>
          <a:solidFill>
            <a:srgbClr val="D3D9CC"/>
          </a:solidFill>
          <a:ln/>
        </p:spPr>
      </p:sp>
      <p:sp>
        <p:nvSpPr>
          <p:cNvPr id="27" name="Shape 24"/>
          <p:cNvSpPr/>
          <p:nvPr/>
        </p:nvSpPr>
        <p:spPr>
          <a:xfrm>
            <a:off x="8141643" y="6176772"/>
            <a:ext cx="82296" cy="82296"/>
          </a:xfrm>
          <a:prstGeom prst="ellipse">
            <a:avLst/>
          </a:prstGeom>
          <a:solidFill>
            <a:srgbClr val="D3D9CC"/>
          </a:solidFill>
          <a:ln/>
        </p:spPr>
      </p:sp>
      <p:sp>
        <p:nvSpPr>
          <p:cNvPr id="28" name="Shape 25"/>
          <p:cNvSpPr/>
          <p:nvPr/>
        </p:nvSpPr>
        <p:spPr>
          <a:xfrm>
            <a:off x="8294080" y="6176772"/>
            <a:ext cx="82296" cy="82296"/>
          </a:xfrm>
          <a:prstGeom prst="ellipse">
            <a:avLst/>
          </a:prstGeom>
          <a:solidFill>
            <a:srgbClr val="D3D9CC"/>
          </a:solidFill>
          <a:ln/>
        </p:spPr>
      </p:sp>
      <p:sp>
        <p:nvSpPr>
          <p:cNvPr id="29" name="Shape 26"/>
          <p:cNvSpPr/>
          <p:nvPr/>
        </p:nvSpPr>
        <p:spPr>
          <a:xfrm>
            <a:off x="8446516" y="6176772"/>
            <a:ext cx="82296" cy="82296"/>
          </a:xfrm>
          <a:prstGeom prst="ellipse">
            <a:avLst/>
          </a:prstGeom>
          <a:solidFill>
            <a:srgbClr val="D3D9CC"/>
          </a:solidFill>
          <a:ln/>
        </p:spPr>
      </p:sp>
      <p:sp>
        <p:nvSpPr>
          <p:cNvPr id="30" name="Shape 27"/>
          <p:cNvSpPr/>
          <p:nvPr/>
        </p:nvSpPr>
        <p:spPr>
          <a:xfrm>
            <a:off x="8598953" y="6176772"/>
            <a:ext cx="82296" cy="82296"/>
          </a:xfrm>
          <a:prstGeom prst="ellipse">
            <a:avLst/>
          </a:prstGeom>
          <a:solidFill>
            <a:srgbClr val="D3D9CC"/>
          </a:solidFill>
          <a:ln/>
        </p:spPr>
      </p:sp>
      <p:sp>
        <p:nvSpPr>
          <p:cNvPr id="31" name="Shape 28"/>
          <p:cNvSpPr/>
          <p:nvPr/>
        </p:nvSpPr>
        <p:spPr>
          <a:xfrm>
            <a:off x="8751389" y="6176772"/>
            <a:ext cx="82296" cy="82296"/>
          </a:xfrm>
          <a:prstGeom prst="ellipse">
            <a:avLst/>
          </a:prstGeom>
          <a:solidFill>
            <a:srgbClr val="D3D9CC"/>
          </a:solidFill>
          <a:ln/>
        </p:spPr>
      </p:sp>
      <p:sp>
        <p:nvSpPr>
          <p:cNvPr id="32" name="Shape 29"/>
          <p:cNvSpPr/>
          <p:nvPr/>
        </p:nvSpPr>
        <p:spPr>
          <a:xfrm>
            <a:off x="8903826" y="6176772"/>
            <a:ext cx="82296" cy="82296"/>
          </a:xfrm>
          <a:prstGeom prst="ellipse">
            <a:avLst/>
          </a:prstGeom>
          <a:solidFill>
            <a:srgbClr val="D3D9CC"/>
          </a:solidFill>
          <a:ln/>
        </p:spPr>
      </p:sp>
      <p:sp>
        <p:nvSpPr>
          <p:cNvPr id="33" name="Shape 30"/>
          <p:cNvSpPr/>
          <p:nvPr/>
        </p:nvSpPr>
        <p:spPr>
          <a:xfrm>
            <a:off x="9056262" y="6176772"/>
            <a:ext cx="82296" cy="82296"/>
          </a:xfrm>
          <a:prstGeom prst="ellipse">
            <a:avLst/>
          </a:prstGeom>
          <a:solidFill>
            <a:srgbClr val="D3D9CC"/>
          </a:solidFill>
          <a:ln/>
        </p:spPr>
      </p:sp>
      <p:sp>
        <p:nvSpPr>
          <p:cNvPr id="34" name="Shape 31"/>
          <p:cNvSpPr/>
          <p:nvPr/>
        </p:nvSpPr>
        <p:spPr>
          <a:xfrm>
            <a:off x="9208699" y="6176772"/>
            <a:ext cx="82296" cy="82296"/>
          </a:xfrm>
          <a:prstGeom prst="ellipse">
            <a:avLst/>
          </a:prstGeom>
          <a:solidFill>
            <a:srgbClr val="D3D9CC"/>
          </a:solidFill>
          <a:ln/>
        </p:spPr>
      </p:sp>
      <p:sp>
        <p:nvSpPr>
          <p:cNvPr id="35" name="Shape 32"/>
          <p:cNvSpPr/>
          <p:nvPr/>
        </p:nvSpPr>
        <p:spPr>
          <a:xfrm>
            <a:off x="9361135" y="6176772"/>
            <a:ext cx="82296" cy="82296"/>
          </a:xfrm>
          <a:prstGeom prst="ellipse">
            <a:avLst/>
          </a:prstGeom>
          <a:solidFill>
            <a:srgbClr val="D3D9CC"/>
          </a:solidFill>
          <a:ln/>
        </p:spPr>
      </p:sp>
      <p:sp>
        <p:nvSpPr>
          <p:cNvPr id="36" name="Shape 33"/>
          <p:cNvSpPr/>
          <p:nvPr/>
        </p:nvSpPr>
        <p:spPr>
          <a:xfrm>
            <a:off x="9513572" y="6176772"/>
            <a:ext cx="82296" cy="82296"/>
          </a:xfrm>
          <a:prstGeom prst="ellipse">
            <a:avLst/>
          </a:prstGeom>
          <a:solidFill>
            <a:srgbClr val="D3D9CC"/>
          </a:solidFill>
          <a:ln/>
        </p:spPr>
      </p:sp>
      <p:sp>
        <p:nvSpPr>
          <p:cNvPr id="37" name="Shape 34"/>
          <p:cNvSpPr/>
          <p:nvPr/>
        </p:nvSpPr>
        <p:spPr>
          <a:xfrm>
            <a:off x="9666008" y="6176772"/>
            <a:ext cx="82296" cy="82296"/>
          </a:xfrm>
          <a:prstGeom prst="ellipse">
            <a:avLst/>
          </a:prstGeom>
          <a:solidFill>
            <a:srgbClr val="D3D9CC"/>
          </a:solidFill>
          <a:ln/>
        </p:spPr>
      </p:sp>
      <p:sp>
        <p:nvSpPr>
          <p:cNvPr id="38" name="Shape 35"/>
          <p:cNvSpPr/>
          <p:nvPr/>
        </p:nvSpPr>
        <p:spPr>
          <a:xfrm>
            <a:off x="9818444" y="6176772"/>
            <a:ext cx="82296" cy="82296"/>
          </a:xfrm>
          <a:prstGeom prst="ellipse">
            <a:avLst/>
          </a:prstGeom>
          <a:solidFill>
            <a:srgbClr val="D3D9CC"/>
          </a:solidFill>
          <a:ln/>
        </p:spPr>
      </p:sp>
      <p:sp>
        <p:nvSpPr>
          <p:cNvPr id="39" name="Shape 36"/>
          <p:cNvSpPr/>
          <p:nvPr/>
        </p:nvSpPr>
        <p:spPr>
          <a:xfrm>
            <a:off x="9970881" y="6176772"/>
            <a:ext cx="82296" cy="82296"/>
          </a:xfrm>
          <a:prstGeom prst="ellipse">
            <a:avLst/>
          </a:prstGeom>
          <a:solidFill>
            <a:srgbClr val="D3D9CC"/>
          </a:solidFill>
          <a:ln/>
        </p:spPr>
      </p:sp>
      <p:sp>
        <p:nvSpPr>
          <p:cNvPr id="40" name="Shape 37"/>
          <p:cNvSpPr/>
          <p:nvPr/>
        </p:nvSpPr>
        <p:spPr>
          <a:xfrm>
            <a:off x="10123317" y="6176772"/>
            <a:ext cx="82296" cy="82296"/>
          </a:xfrm>
          <a:prstGeom prst="ellipse">
            <a:avLst/>
          </a:prstGeom>
          <a:solidFill>
            <a:srgbClr val="D3D9CC"/>
          </a:solidFill>
          <a:ln/>
        </p:spPr>
      </p:sp>
      <p:sp>
        <p:nvSpPr>
          <p:cNvPr id="41" name="Shape 38"/>
          <p:cNvSpPr/>
          <p:nvPr/>
        </p:nvSpPr>
        <p:spPr>
          <a:xfrm>
            <a:off x="10275754" y="6176772"/>
            <a:ext cx="82296" cy="82296"/>
          </a:xfrm>
          <a:prstGeom prst="ellipse">
            <a:avLst/>
          </a:prstGeom>
          <a:solidFill>
            <a:srgbClr val="D3D9CC"/>
          </a:solidFill>
          <a:ln/>
        </p:spPr>
      </p:sp>
      <p:sp>
        <p:nvSpPr>
          <p:cNvPr id="42" name="Shape 39"/>
          <p:cNvSpPr/>
          <p:nvPr/>
        </p:nvSpPr>
        <p:spPr>
          <a:xfrm>
            <a:off x="10428190" y="6176772"/>
            <a:ext cx="82296" cy="82296"/>
          </a:xfrm>
          <a:prstGeom prst="ellipse">
            <a:avLst/>
          </a:prstGeom>
          <a:solidFill>
            <a:srgbClr val="D3D9CC"/>
          </a:solidFill>
          <a:ln/>
        </p:spPr>
      </p:sp>
      <p:sp>
        <p:nvSpPr>
          <p:cNvPr id="43" name="Shape 40"/>
          <p:cNvSpPr/>
          <p:nvPr/>
        </p:nvSpPr>
        <p:spPr>
          <a:xfrm>
            <a:off x="10580627" y="6176772"/>
            <a:ext cx="82296" cy="82296"/>
          </a:xfrm>
          <a:prstGeom prst="ellipse">
            <a:avLst/>
          </a:prstGeom>
          <a:solidFill>
            <a:srgbClr val="D3D9CC"/>
          </a:solidFill>
          <a:ln/>
        </p:spPr>
      </p:sp>
      <p:sp>
        <p:nvSpPr>
          <p:cNvPr id="44" name="Shape 41"/>
          <p:cNvSpPr/>
          <p:nvPr/>
        </p:nvSpPr>
        <p:spPr>
          <a:xfrm>
            <a:off x="10733063" y="6176772"/>
            <a:ext cx="82296" cy="82296"/>
          </a:xfrm>
          <a:prstGeom prst="ellipse">
            <a:avLst/>
          </a:prstGeom>
          <a:solidFill>
            <a:srgbClr val="D3D9CC"/>
          </a:solidFill>
          <a:ln/>
        </p:spPr>
      </p:sp>
      <p:sp>
        <p:nvSpPr>
          <p:cNvPr id="45" name="Shape 42"/>
          <p:cNvSpPr/>
          <p:nvPr/>
        </p:nvSpPr>
        <p:spPr>
          <a:xfrm>
            <a:off x="10885500" y="6176772"/>
            <a:ext cx="82296" cy="82296"/>
          </a:xfrm>
          <a:prstGeom prst="ellipse">
            <a:avLst/>
          </a:prstGeom>
          <a:solidFill>
            <a:srgbClr val="D3D9CC"/>
          </a:solidFill>
          <a:ln/>
        </p:spPr>
      </p:sp>
      <p:sp>
        <p:nvSpPr>
          <p:cNvPr id="46" name="Shape 43"/>
          <p:cNvSpPr/>
          <p:nvPr/>
        </p:nvSpPr>
        <p:spPr>
          <a:xfrm>
            <a:off x="11037936" y="6176772"/>
            <a:ext cx="82296" cy="82296"/>
          </a:xfrm>
          <a:prstGeom prst="ellipse">
            <a:avLst/>
          </a:prstGeom>
          <a:solidFill>
            <a:srgbClr val="D3D9CC"/>
          </a:solidFill>
          <a:ln/>
        </p:spPr>
      </p:sp>
      <p:sp>
        <p:nvSpPr>
          <p:cNvPr id="47" name="Shape 44"/>
          <p:cNvSpPr/>
          <p:nvPr/>
        </p:nvSpPr>
        <p:spPr>
          <a:xfrm>
            <a:off x="11190373" y="6176772"/>
            <a:ext cx="82296" cy="82296"/>
          </a:xfrm>
          <a:prstGeom prst="ellipse">
            <a:avLst/>
          </a:prstGeom>
          <a:solidFill>
            <a:srgbClr val="D3D9CC"/>
          </a:solidFill>
          <a:ln/>
        </p:spPr>
      </p:sp>
      <p:sp>
        <p:nvSpPr>
          <p:cNvPr id="48" name="Shape 45"/>
          <p:cNvSpPr/>
          <p:nvPr/>
        </p:nvSpPr>
        <p:spPr>
          <a:xfrm>
            <a:off x="11342809" y="6176772"/>
            <a:ext cx="82296" cy="82296"/>
          </a:xfrm>
          <a:prstGeom prst="ellipse">
            <a:avLst/>
          </a:prstGeom>
          <a:solidFill>
            <a:srgbClr val="D3D9CC"/>
          </a:solidFill>
          <a:ln/>
        </p:spPr>
      </p:sp>
      <p:sp>
        <p:nvSpPr>
          <p:cNvPr id="25" name="Slide Number Placeholder 0"/>
          <p:cNvSpPr>
            <a:spLocks noGrp="1"/>
          </p:cNvSpPr>
          <p:nvPr>
            <p:ph type="sldNum" sz="quarter" idx="4294967295"/>
          </p:nvPr>
        </p:nvSpPr>
        <p:spPr>
          <a:xfrm>
            <a:off x="11155680" y="6510528"/>
            <a:ext cx="548640" cy="228600"/>
          </a:xfrm>
          <a:prstGeom prst="rect">
            <a:avLst/>
          </a:prstGeom>
          <a:extLst>
            <a:ext uri="{C572A759-6A51-4108-AA02-DFA0A04FC94B}">
              <ma14:wrappingTextBoxFlag xmlns:ma14="http://schemas.microsoft.com/office/mac/drawingml/2011/main" val="0"/>
            </a:ext>
          </a:extLst>
        </p:spPr>
        <p:txBody>
          <a:bodyPr/>
          <a:lstStyle>
            <a:lvl1pPr>
              <a:defRPr sz="1000">
                <a:solidFill>
                  <a:srgbClr val="6D7072"/>
                </a:solidFill>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pic>
        <p:nvPicPr>
          <p:cNvPr id="2" name="Step 6 image" descr="Step 6: Dab cloud patches lower in the sky">    </p:cNvPr>
          <p:cNvPicPr>
            <a:picLocks noChangeAspect="1"/>
          </p:cNvPicPr>
          <p:nvPr/>
        </p:nvPicPr>
        <p:blipFill>
          <a:blip r:embed="rId1"/>
          <a:stretch>
            <a:fillRect/>
          </a:stretch>
        </p:blipFill>
        <p:spPr>
          <a:xfrm>
            <a:off x="457200" y="411480"/>
            <a:ext cx="5317216" cy="6035040"/>
          </a:xfrm>
          <a:prstGeom prst="rect">
            <a:avLst/>
          </a:prstGeom>
        </p:spPr>
      </p:pic>
      <p:sp>
        <p:nvSpPr>
          <p:cNvPr id="3" name="Stage chip"/>
          <p:cNvSpPr txBox="1"/>
          <p:nvPr/>
        </p:nvSpPr>
        <p:spPr>
          <a:xfrm>
            <a:off x="6277336" y="640080"/>
            <a:ext cx="1530706" cy="292608"/>
          </a:xfrm>
          <a:prstGeom prst="roundRect">
            <a:avLst>
              <a:gd name="adj" fmla="val 31250"/>
            </a:avLst>
          </a:prstGeom>
          <a:solidFill>
            <a:srgbClr val="2F5FC4"/>
          </a:solidFill>
          <a:ln/>
        </p:spPr>
        <p:txBody>
          <a:bodyPr wrap="square" lIns="0" tIns="0" rIns="0" bIns="0" rtlCol="0" anchor="ctr"/>
          <a:lstStyle/>
          <a:p>
            <a:pPr algn="ctr" indent="0" marL="0">
              <a:buNone/>
            </a:pPr>
            <a:r>
              <a:rPr lang="en-US" sz="1100" b="1" dirty="0">
                <a:solidFill>
                  <a:srgbClr val="FFFFFF"/>
                </a:solidFill>
              </a:rPr>
              <a:t>STAGE 2 · SKY</a:t>
            </a:r>
            <a:endParaRPr lang="en-US" sz="1100" dirty="0"/>
          </a:p>
        </p:txBody>
      </p:sp>
      <p:sp>
        <p:nvSpPr>
          <p:cNvPr id="4" name="Step counter"/>
          <p:cNvSpPr txBox="1"/>
          <p:nvPr/>
        </p:nvSpPr>
        <p:spPr>
          <a:xfrm>
            <a:off x="9905695" y="640080"/>
            <a:ext cx="1554480" cy="292608"/>
          </a:xfrm>
          <a:prstGeom prst="rect">
            <a:avLst/>
          </a:prstGeom>
          <a:noFill/>
          <a:ln/>
        </p:spPr>
        <p:txBody>
          <a:bodyPr wrap="square" lIns="0" tIns="0" rIns="0" bIns="0" rtlCol="0" anchor="ctr"/>
          <a:lstStyle/>
          <a:p>
            <a:pPr algn="r" indent="0" marL="0">
              <a:buNone/>
            </a:pPr>
            <a:r>
              <a:rPr lang="en-US" sz="1100" b="1" dirty="0">
                <a:solidFill>
                  <a:srgbClr val="6D7072"/>
                </a:solidFill>
              </a:rPr>
              <a:t>STEP 6 OF 34</a:t>
            </a:r>
            <a:endParaRPr lang="en-US" sz="1100" dirty="0"/>
          </a:p>
        </p:txBody>
      </p:sp>
      <p:sp>
        <p:nvSpPr>
          <p:cNvPr id="5" name="Text 1"/>
          <p:cNvSpPr/>
          <p:nvPr>
            <p:ph idx="101" type="title" hasCustomPrompt="1"/>
          </p:nvPr>
        </p:nvSpPr>
        <p:spPr>
          <a:xfrm>
            <a:off x="6277336" y="1051560"/>
            <a:ext cx="5182839" cy="868680"/>
          </a:xfrm>
          <a:prstGeom prst="rect">
            <a:avLst/>
          </a:prstGeom>
          <a:noFill/>
          <a:ln/>
        </p:spPr>
        <p:txBody>
          <a:bodyPr wrap="square" lIns="0" tIns="0" rIns="0" bIns="0" rtlCol="0" anchor="t"/>
          <a:lstStyle/>
          <a:p>
            <a:pPr algn="l" indent="0" marL="0">
              <a:buNone/>
            </a:pPr>
            <a:r>
              <a:rPr lang="en-US" sz="2600" b="1" dirty="0">
                <a:solidFill>
                  <a:schemeClr val="tx2"/>
                </a:solidFill>
              </a:rPr>
              <a:t>Dab cloud patches lower in the sky</a:t>
            </a:r>
            <a:endParaRPr lang="en-US" sz="2600" dirty="0"/>
          </a:p>
        </p:txBody>
      </p:sp>
      <p:sp>
        <p:nvSpPr>
          <p:cNvPr id="6" name="Text 3"/>
          <p:cNvSpPr txBox="1"/>
          <p:nvPr/>
        </p:nvSpPr>
        <p:spPr>
          <a:xfrm>
            <a:off x="6277336" y="2011680"/>
            <a:ext cx="2743200" cy="228600"/>
          </a:xfrm>
          <a:prstGeom prst="rect">
            <a:avLst/>
          </a:prstGeom>
          <a:noFill/>
          <a:ln/>
        </p:spPr>
        <p:txBody>
          <a:bodyPr wrap="square" lIns="0" tIns="0" rIns="0" bIns="0" rtlCol="0" anchor="ctr"/>
          <a:lstStyle/>
          <a:p>
            <a:pPr indent="0" marL="0">
              <a:buNone/>
            </a:pPr>
            <a:r>
              <a:rPr lang="en-US" sz="1100" b="1" dirty="0">
                <a:solidFill>
                  <a:srgbClr val="6D7072"/>
                </a:solidFill>
              </a:rPr>
              <a:t>WHAT TO DO</a:t>
            </a:r>
            <a:endParaRPr lang="en-US" sz="1100" dirty="0"/>
          </a:p>
        </p:txBody>
      </p:sp>
      <p:sp>
        <p:nvSpPr>
          <p:cNvPr id="7" name="Instructions"/>
          <p:cNvSpPr txBox="1"/>
          <p:nvPr/>
        </p:nvSpPr>
        <p:spPr>
          <a:xfrm>
            <a:off x="6277336" y="2286000"/>
            <a:ext cx="5182839" cy="1874520"/>
          </a:xfrm>
          <a:prstGeom prst="rect">
            <a:avLst/>
          </a:prstGeom>
          <a:noFill/>
          <a:ln/>
        </p:spPr>
        <p:txBody>
          <a:bodyPr wrap="square" lIns="0" tIns="0" rIns="0" bIns="0" rtlCol="0" anchor="t"/>
          <a:lstStyle/>
          <a:p>
            <a:pPr marL="203200" indent="-203200">
              <a:spcAft>
                <a:spcPts val="600"/>
              </a:spcAft>
              <a:buSzPct val="100000"/>
              <a:buChar char="•"/>
            </a:pPr>
            <a:r>
              <a:rPr lang="en-US" sz="1500" dirty="0">
                <a:solidFill>
                  <a:schemeClr val="tx1"/>
                </a:solidFill>
              </a:rPr>
              <a:t>Switch to a soft, dark-bristled brush and dab (don't stroke) a blue patch below the top band.</a:t>
            </a:r>
            <a:endParaRPr lang="en-US" sz="1500" dirty="0"/>
          </a:p>
          <a:p>
            <a:pPr marL="203200" indent="-203200">
              <a:spcAft>
                <a:spcPts val="600"/>
              </a:spcAft>
              <a:buSzPct val="100000"/>
              <a:buChar char="•"/>
            </a:pPr>
            <a:r>
              <a:rPr lang="en-US" sz="1500" dirty="0">
                <a:solidFill>
                  <a:schemeClr val="tx1"/>
                </a:solidFill>
              </a:rPr>
              <a:t>Keep the edges uneven and leave white around each patch.</a:t>
            </a:r>
            <a:endParaRPr lang="en-US" sz="1500" dirty="0"/>
          </a:p>
        </p:txBody>
      </p:sp>
      <p:sp>
        <p:nvSpPr>
          <p:cNvPr id="8" name="Tip box"/>
          <p:cNvSpPr/>
          <p:nvPr/>
        </p:nvSpPr>
        <p:spPr>
          <a:xfrm>
            <a:off x="6277336" y="4224528"/>
            <a:ext cx="5182839" cy="932688"/>
          </a:xfrm>
          <a:prstGeom prst="roundRect">
            <a:avLst>
              <a:gd name="adj" fmla="val 7843"/>
            </a:avLst>
          </a:prstGeom>
          <a:solidFill>
            <a:srgbClr val="F2F4F0"/>
          </a:solidFill>
          <a:ln/>
        </p:spPr>
      </p:sp>
      <p:sp>
        <p:nvSpPr>
          <p:cNvPr id="9" name="Tip text"/>
          <p:cNvSpPr txBox="1"/>
          <p:nvPr/>
        </p:nvSpPr>
        <p:spPr>
          <a:xfrm>
            <a:off x="6414496" y="4261104"/>
            <a:ext cx="4908519" cy="859536"/>
          </a:xfrm>
          <a:prstGeom prst="rect">
            <a:avLst/>
          </a:prstGeom>
          <a:noFill/>
          <a:ln/>
        </p:spPr>
        <p:txBody>
          <a:bodyPr wrap="square" lIns="0" tIns="0" rIns="0" bIns="0" rtlCol="0" anchor="ctr"/>
          <a:lstStyle/>
          <a:p>
            <a:pPr indent="0" marL="0">
              <a:buNone/>
            </a:pPr>
            <a:r>
              <a:rPr lang="en-US" sz="1000" b="1" dirty="0">
                <a:solidFill>
                  <a:srgbClr val="B4531A"/>
                </a:solidFill>
              </a:rPr>
              <a:t>WATCH FOR</a:t>
            </a:r>
            <a:endParaRPr lang="en-US" sz="1000" dirty="0"/>
          </a:p>
          <a:p>
            <a:pPr indent="0" marL="0">
              <a:buNone/>
            </a:pPr>
            <a:r>
              <a:rPr lang="en-US" sz="1400" dirty="0">
                <a:solidFill>
                  <a:schemeClr val="tx1"/>
                </a:solidFill>
              </a:rPr>
              <a:t>Dabbing with the tip leaves a soft, speckled edge that looks like cloud.</a:t>
            </a:r>
            <a:endParaRPr lang="en-US" sz="1000" dirty="0"/>
          </a:p>
        </p:txBody>
      </p:sp>
      <p:sp>
        <p:nvSpPr>
          <p:cNvPr id="10" name="Text 7"/>
          <p:cNvSpPr txBox="1"/>
          <p:nvPr/>
        </p:nvSpPr>
        <p:spPr>
          <a:xfrm>
            <a:off x="6277336" y="5285232"/>
            <a:ext cx="5182839" cy="201168"/>
          </a:xfrm>
          <a:prstGeom prst="rect">
            <a:avLst/>
          </a:prstGeom>
          <a:noFill/>
          <a:ln/>
        </p:spPr>
        <p:txBody>
          <a:bodyPr wrap="square" lIns="0" tIns="0" rIns="0" bIns="0" rtlCol="0" anchor="ctr"/>
          <a:lstStyle/>
          <a:p>
            <a:pPr indent="0" marL="0">
              <a:buNone/>
            </a:pPr>
            <a:r>
              <a:rPr lang="en-US" sz="1000" b="1" dirty="0">
                <a:solidFill>
                  <a:srgbClr val="6D7072"/>
                </a:solidFill>
              </a:rPr>
              <a:t>COLORS IN THIS STEP</a:t>
            </a:r>
            <a:endParaRPr lang="en-US" sz="1000" dirty="0"/>
          </a:p>
        </p:txBody>
      </p:sp>
      <p:sp>
        <p:nvSpPr>
          <p:cNvPr id="11" name="Swatch Soft sky blue"/>
          <p:cNvSpPr/>
          <p:nvPr/>
        </p:nvSpPr>
        <p:spPr>
          <a:xfrm>
            <a:off x="6277336" y="5532120"/>
            <a:ext cx="329184" cy="329184"/>
          </a:xfrm>
          <a:prstGeom prst="ellipse">
            <a:avLst/>
          </a:prstGeom>
          <a:solidFill>
            <a:srgbClr val="98B5DD"/>
          </a:solidFill>
          <a:ln w="9525">
            <a:solidFill>
              <a:srgbClr val="D3D9CC"/>
            </a:solidFill>
            <a:prstDash val="solid"/>
          </a:ln>
        </p:spPr>
      </p:sp>
      <p:sp>
        <p:nvSpPr>
          <p:cNvPr id="12" name="Text 9"/>
          <p:cNvSpPr txBox="1"/>
          <p:nvPr/>
        </p:nvSpPr>
        <p:spPr>
          <a:xfrm>
            <a:off x="6688816" y="5504688"/>
            <a:ext cx="1270413" cy="384048"/>
          </a:xfrm>
          <a:prstGeom prst="rect">
            <a:avLst/>
          </a:prstGeom>
          <a:noFill/>
          <a:ln/>
        </p:spPr>
        <p:txBody>
          <a:bodyPr wrap="square" lIns="0" tIns="0" rIns="0" bIns="0" rtlCol="0" anchor="ctr"/>
          <a:lstStyle/>
          <a:p>
            <a:pPr indent="0" marL="0">
              <a:buNone/>
            </a:pPr>
            <a:r>
              <a:rPr lang="en-US" sz="1100" b="1" dirty="0">
                <a:solidFill>
                  <a:schemeClr val="tx1"/>
                </a:solidFill>
              </a:rPr>
              <a:t>Soft sky blue</a:t>
            </a:r>
            <a:endParaRPr lang="en-US" sz="1100" dirty="0"/>
          </a:p>
          <a:p>
            <a:pPr indent="0" marL="0">
              <a:buNone/>
            </a:pPr>
            <a:r>
              <a:rPr lang="en-US" sz="1000" dirty="0">
                <a:solidFill>
                  <a:srgbClr val="4A5058"/>
                </a:solidFill>
              </a:rPr>
              <a:t>#98B5DD</a:t>
            </a:r>
            <a:endParaRPr lang="en-US" sz="1100" dirty="0"/>
          </a:p>
        </p:txBody>
      </p:sp>
      <p:sp>
        <p:nvSpPr>
          <p:cNvPr id="13" name="Shape 10"/>
          <p:cNvSpPr/>
          <p:nvPr/>
        </p:nvSpPr>
        <p:spPr>
          <a:xfrm>
            <a:off x="6312406" y="6176772"/>
            <a:ext cx="82296" cy="82296"/>
          </a:xfrm>
          <a:prstGeom prst="ellipse">
            <a:avLst/>
          </a:prstGeom>
          <a:solidFill>
            <a:srgbClr val="8E9A82"/>
          </a:solidFill>
          <a:ln/>
        </p:spPr>
      </p:sp>
      <p:sp>
        <p:nvSpPr>
          <p:cNvPr id="14" name="Shape 11"/>
          <p:cNvSpPr/>
          <p:nvPr/>
        </p:nvSpPr>
        <p:spPr>
          <a:xfrm>
            <a:off x="6464843" y="6176772"/>
            <a:ext cx="82296" cy="82296"/>
          </a:xfrm>
          <a:prstGeom prst="ellipse">
            <a:avLst/>
          </a:prstGeom>
          <a:solidFill>
            <a:srgbClr val="8E9A82"/>
          </a:solidFill>
          <a:ln/>
        </p:spPr>
      </p:sp>
      <p:sp>
        <p:nvSpPr>
          <p:cNvPr id="15" name="Shape 12"/>
          <p:cNvSpPr/>
          <p:nvPr/>
        </p:nvSpPr>
        <p:spPr>
          <a:xfrm>
            <a:off x="6617279" y="6176772"/>
            <a:ext cx="82296" cy="82296"/>
          </a:xfrm>
          <a:prstGeom prst="ellipse">
            <a:avLst/>
          </a:prstGeom>
          <a:solidFill>
            <a:srgbClr val="8E9A82"/>
          </a:solidFill>
          <a:ln/>
        </p:spPr>
      </p:sp>
      <p:sp>
        <p:nvSpPr>
          <p:cNvPr id="16" name="Shape 13"/>
          <p:cNvSpPr/>
          <p:nvPr/>
        </p:nvSpPr>
        <p:spPr>
          <a:xfrm>
            <a:off x="6769715" y="6176772"/>
            <a:ext cx="82296" cy="82296"/>
          </a:xfrm>
          <a:prstGeom prst="ellipse">
            <a:avLst/>
          </a:prstGeom>
          <a:solidFill>
            <a:srgbClr val="8E9A82"/>
          </a:solidFill>
          <a:ln/>
        </p:spPr>
      </p:sp>
      <p:sp>
        <p:nvSpPr>
          <p:cNvPr id="17" name="Shape 14"/>
          <p:cNvSpPr/>
          <p:nvPr/>
        </p:nvSpPr>
        <p:spPr>
          <a:xfrm>
            <a:off x="6922152" y="6176772"/>
            <a:ext cx="82296" cy="82296"/>
          </a:xfrm>
          <a:prstGeom prst="ellipse">
            <a:avLst/>
          </a:prstGeom>
          <a:solidFill>
            <a:srgbClr val="8E9A82"/>
          </a:solidFill>
          <a:ln/>
        </p:spPr>
      </p:sp>
      <p:sp>
        <p:nvSpPr>
          <p:cNvPr id="18" name="Shape 15"/>
          <p:cNvSpPr/>
          <p:nvPr/>
        </p:nvSpPr>
        <p:spPr>
          <a:xfrm>
            <a:off x="7038012" y="6140196"/>
            <a:ext cx="155448" cy="155448"/>
          </a:xfrm>
          <a:prstGeom prst="ellipse">
            <a:avLst/>
          </a:prstGeom>
          <a:solidFill>
            <a:srgbClr val="2F5FC4"/>
          </a:solidFill>
          <a:ln/>
        </p:spPr>
      </p:sp>
      <p:sp>
        <p:nvSpPr>
          <p:cNvPr id="19" name="Shape 16"/>
          <p:cNvSpPr/>
          <p:nvPr/>
        </p:nvSpPr>
        <p:spPr>
          <a:xfrm>
            <a:off x="7227025" y="6176772"/>
            <a:ext cx="82296" cy="82296"/>
          </a:xfrm>
          <a:prstGeom prst="ellipse">
            <a:avLst/>
          </a:prstGeom>
          <a:solidFill>
            <a:srgbClr val="D3D9CC"/>
          </a:solidFill>
          <a:ln/>
        </p:spPr>
      </p:sp>
      <p:sp>
        <p:nvSpPr>
          <p:cNvPr id="20" name="Shape 17"/>
          <p:cNvSpPr/>
          <p:nvPr/>
        </p:nvSpPr>
        <p:spPr>
          <a:xfrm>
            <a:off x="7379461" y="6176772"/>
            <a:ext cx="82296" cy="82296"/>
          </a:xfrm>
          <a:prstGeom prst="ellipse">
            <a:avLst/>
          </a:prstGeom>
          <a:solidFill>
            <a:srgbClr val="D3D9CC"/>
          </a:solidFill>
          <a:ln/>
        </p:spPr>
      </p:sp>
      <p:sp>
        <p:nvSpPr>
          <p:cNvPr id="21" name="Shape 18"/>
          <p:cNvSpPr/>
          <p:nvPr/>
        </p:nvSpPr>
        <p:spPr>
          <a:xfrm>
            <a:off x="7531898" y="6176772"/>
            <a:ext cx="82296" cy="82296"/>
          </a:xfrm>
          <a:prstGeom prst="ellipse">
            <a:avLst/>
          </a:prstGeom>
          <a:solidFill>
            <a:srgbClr val="D3D9CC"/>
          </a:solidFill>
          <a:ln/>
        </p:spPr>
      </p:sp>
      <p:sp>
        <p:nvSpPr>
          <p:cNvPr id="22" name="Shape 19"/>
          <p:cNvSpPr/>
          <p:nvPr/>
        </p:nvSpPr>
        <p:spPr>
          <a:xfrm>
            <a:off x="7684334" y="6176772"/>
            <a:ext cx="82296" cy="82296"/>
          </a:xfrm>
          <a:prstGeom prst="ellipse">
            <a:avLst/>
          </a:prstGeom>
          <a:solidFill>
            <a:srgbClr val="D3D9CC"/>
          </a:solidFill>
          <a:ln/>
        </p:spPr>
      </p:sp>
      <p:sp>
        <p:nvSpPr>
          <p:cNvPr id="23" name="Shape 20"/>
          <p:cNvSpPr/>
          <p:nvPr/>
        </p:nvSpPr>
        <p:spPr>
          <a:xfrm>
            <a:off x="7836771" y="6176772"/>
            <a:ext cx="82296" cy="82296"/>
          </a:xfrm>
          <a:prstGeom prst="ellipse">
            <a:avLst/>
          </a:prstGeom>
          <a:solidFill>
            <a:srgbClr val="D3D9CC"/>
          </a:solidFill>
          <a:ln/>
        </p:spPr>
      </p:sp>
      <p:sp>
        <p:nvSpPr>
          <p:cNvPr id="24" name="Shape 21"/>
          <p:cNvSpPr/>
          <p:nvPr/>
        </p:nvSpPr>
        <p:spPr>
          <a:xfrm>
            <a:off x="7989207" y="6176772"/>
            <a:ext cx="82296" cy="82296"/>
          </a:xfrm>
          <a:prstGeom prst="ellipse">
            <a:avLst/>
          </a:prstGeom>
          <a:solidFill>
            <a:srgbClr val="D3D9CC"/>
          </a:solidFill>
          <a:ln/>
        </p:spPr>
      </p:sp>
      <p:sp>
        <p:nvSpPr>
          <p:cNvPr id="25" name="Shape 22"/>
          <p:cNvSpPr/>
          <p:nvPr/>
        </p:nvSpPr>
        <p:spPr>
          <a:xfrm>
            <a:off x="8141643" y="6176772"/>
            <a:ext cx="82296" cy="82296"/>
          </a:xfrm>
          <a:prstGeom prst="ellipse">
            <a:avLst/>
          </a:prstGeom>
          <a:solidFill>
            <a:srgbClr val="D3D9CC"/>
          </a:solidFill>
          <a:ln/>
        </p:spPr>
      </p:sp>
      <p:sp>
        <p:nvSpPr>
          <p:cNvPr id="26" name="Shape 23"/>
          <p:cNvSpPr/>
          <p:nvPr/>
        </p:nvSpPr>
        <p:spPr>
          <a:xfrm>
            <a:off x="8294080" y="6176772"/>
            <a:ext cx="82296" cy="82296"/>
          </a:xfrm>
          <a:prstGeom prst="ellipse">
            <a:avLst/>
          </a:prstGeom>
          <a:solidFill>
            <a:srgbClr val="D3D9CC"/>
          </a:solidFill>
          <a:ln/>
        </p:spPr>
      </p:sp>
      <p:sp>
        <p:nvSpPr>
          <p:cNvPr id="27" name="Shape 24"/>
          <p:cNvSpPr/>
          <p:nvPr/>
        </p:nvSpPr>
        <p:spPr>
          <a:xfrm>
            <a:off x="8446516" y="6176772"/>
            <a:ext cx="82296" cy="82296"/>
          </a:xfrm>
          <a:prstGeom prst="ellipse">
            <a:avLst/>
          </a:prstGeom>
          <a:solidFill>
            <a:srgbClr val="D3D9CC"/>
          </a:solidFill>
          <a:ln/>
        </p:spPr>
      </p:sp>
      <p:sp>
        <p:nvSpPr>
          <p:cNvPr id="28" name="Shape 25"/>
          <p:cNvSpPr/>
          <p:nvPr/>
        </p:nvSpPr>
        <p:spPr>
          <a:xfrm>
            <a:off x="8598953" y="6176772"/>
            <a:ext cx="82296" cy="82296"/>
          </a:xfrm>
          <a:prstGeom prst="ellipse">
            <a:avLst/>
          </a:prstGeom>
          <a:solidFill>
            <a:srgbClr val="D3D9CC"/>
          </a:solidFill>
          <a:ln/>
        </p:spPr>
      </p:sp>
      <p:sp>
        <p:nvSpPr>
          <p:cNvPr id="29" name="Shape 26"/>
          <p:cNvSpPr/>
          <p:nvPr/>
        </p:nvSpPr>
        <p:spPr>
          <a:xfrm>
            <a:off x="8751389" y="6176772"/>
            <a:ext cx="82296" cy="82296"/>
          </a:xfrm>
          <a:prstGeom prst="ellipse">
            <a:avLst/>
          </a:prstGeom>
          <a:solidFill>
            <a:srgbClr val="D3D9CC"/>
          </a:solidFill>
          <a:ln/>
        </p:spPr>
      </p:sp>
      <p:sp>
        <p:nvSpPr>
          <p:cNvPr id="30" name="Shape 27"/>
          <p:cNvSpPr/>
          <p:nvPr/>
        </p:nvSpPr>
        <p:spPr>
          <a:xfrm>
            <a:off x="8903826" y="6176772"/>
            <a:ext cx="82296" cy="82296"/>
          </a:xfrm>
          <a:prstGeom prst="ellipse">
            <a:avLst/>
          </a:prstGeom>
          <a:solidFill>
            <a:srgbClr val="D3D9CC"/>
          </a:solidFill>
          <a:ln/>
        </p:spPr>
      </p:sp>
      <p:sp>
        <p:nvSpPr>
          <p:cNvPr id="31" name="Shape 28"/>
          <p:cNvSpPr/>
          <p:nvPr/>
        </p:nvSpPr>
        <p:spPr>
          <a:xfrm>
            <a:off x="9056262" y="6176772"/>
            <a:ext cx="82296" cy="82296"/>
          </a:xfrm>
          <a:prstGeom prst="ellipse">
            <a:avLst/>
          </a:prstGeom>
          <a:solidFill>
            <a:srgbClr val="D3D9CC"/>
          </a:solidFill>
          <a:ln/>
        </p:spPr>
      </p:sp>
      <p:sp>
        <p:nvSpPr>
          <p:cNvPr id="32" name="Shape 29"/>
          <p:cNvSpPr/>
          <p:nvPr/>
        </p:nvSpPr>
        <p:spPr>
          <a:xfrm>
            <a:off x="9208699" y="6176772"/>
            <a:ext cx="82296" cy="82296"/>
          </a:xfrm>
          <a:prstGeom prst="ellipse">
            <a:avLst/>
          </a:prstGeom>
          <a:solidFill>
            <a:srgbClr val="D3D9CC"/>
          </a:solidFill>
          <a:ln/>
        </p:spPr>
      </p:sp>
      <p:sp>
        <p:nvSpPr>
          <p:cNvPr id="33" name="Shape 30"/>
          <p:cNvSpPr/>
          <p:nvPr/>
        </p:nvSpPr>
        <p:spPr>
          <a:xfrm>
            <a:off x="9361135" y="6176772"/>
            <a:ext cx="82296" cy="82296"/>
          </a:xfrm>
          <a:prstGeom prst="ellipse">
            <a:avLst/>
          </a:prstGeom>
          <a:solidFill>
            <a:srgbClr val="D3D9CC"/>
          </a:solidFill>
          <a:ln/>
        </p:spPr>
      </p:sp>
      <p:sp>
        <p:nvSpPr>
          <p:cNvPr id="34" name="Shape 31"/>
          <p:cNvSpPr/>
          <p:nvPr/>
        </p:nvSpPr>
        <p:spPr>
          <a:xfrm>
            <a:off x="9513572" y="6176772"/>
            <a:ext cx="82296" cy="82296"/>
          </a:xfrm>
          <a:prstGeom prst="ellipse">
            <a:avLst/>
          </a:prstGeom>
          <a:solidFill>
            <a:srgbClr val="D3D9CC"/>
          </a:solidFill>
          <a:ln/>
        </p:spPr>
      </p:sp>
      <p:sp>
        <p:nvSpPr>
          <p:cNvPr id="35" name="Shape 32"/>
          <p:cNvSpPr/>
          <p:nvPr/>
        </p:nvSpPr>
        <p:spPr>
          <a:xfrm>
            <a:off x="9666008" y="6176772"/>
            <a:ext cx="82296" cy="82296"/>
          </a:xfrm>
          <a:prstGeom prst="ellipse">
            <a:avLst/>
          </a:prstGeom>
          <a:solidFill>
            <a:srgbClr val="D3D9CC"/>
          </a:solidFill>
          <a:ln/>
        </p:spPr>
      </p:sp>
      <p:sp>
        <p:nvSpPr>
          <p:cNvPr id="36" name="Shape 33"/>
          <p:cNvSpPr/>
          <p:nvPr/>
        </p:nvSpPr>
        <p:spPr>
          <a:xfrm>
            <a:off x="9818444" y="6176772"/>
            <a:ext cx="82296" cy="82296"/>
          </a:xfrm>
          <a:prstGeom prst="ellipse">
            <a:avLst/>
          </a:prstGeom>
          <a:solidFill>
            <a:srgbClr val="D3D9CC"/>
          </a:solidFill>
          <a:ln/>
        </p:spPr>
      </p:sp>
      <p:sp>
        <p:nvSpPr>
          <p:cNvPr id="37" name="Shape 34"/>
          <p:cNvSpPr/>
          <p:nvPr/>
        </p:nvSpPr>
        <p:spPr>
          <a:xfrm>
            <a:off x="9970881" y="6176772"/>
            <a:ext cx="82296" cy="82296"/>
          </a:xfrm>
          <a:prstGeom prst="ellipse">
            <a:avLst/>
          </a:prstGeom>
          <a:solidFill>
            <a:srgbClr val="D3D9CC"/>
          </a:solidFill>
          <a:ln/>
        </p:spPr>
      </p:sp>
      <p:sp>
        <p:nvSpPr>
          <p:cNvPr id="38" name="Shape 35"/>
          <p:cNvSpPr/>
          <p:nvPr/>
        </p:nvSpPr>
        <p:spPr>
          <a:xfrm>
            <a:off x="10123317" y="6176772"/>
            <a:ext cx="82296" cy="82296"/>
          </a:xfrm>
          <a:prstGeom prst="ellipse">
            <a:avLst/>
          </a:prstGeom>
          <a:solidFill>
            <a:srgbClr val="D3D9CC"/>
          </a:solidFill>
          <a:ln/>
        </p:spPr>
      </p:sp>
      <p:sp>
        <p:nvSpPr>
          <p:cNvPr id="39" name="Shape 36"/>
          <p:cNvSpPr/>
          <p:nvPr/>
        </p:nvSpPr>
        <p:spPr>
          <a:xfrm>
            <a:off x="10275754" y="6176772"/>
            <a:ext cx="82296" cy="82296"/>
          </a:xfrm>
          <a:prstGeom prst="ellipse">
            <a:avLst/>
          </a:prstGeom>
          <a:solidFill>
            <a:srgbClr val="D3D9CC"/>
          </a:solidFill>
          <a:ln/>
        </p:spPr>
      </p:sp>
      <p:sp>
        <p:nvSpPr>
          <p:cNvPr id="40" name="Shape 37"/>
          <p:cNvSpPr/>
          <p:nvPr/>
        </p:nvSpPr>
        <p:spPr>
          <a:xfrm>
            <a:off x="10428190" y="6176772"/>
            <a:ext cx="82296" cy="82296"/>
          </a:xfrm>
          <a:prstGeom prst="ellipse">
            <a:avLst/>
          </a:prstGeom>
          <a:solidFill>
            <a:srgbClr val="D3D9CC"/>
          </a:solidFill>
          <a:ln/>
        </p:spPr>
      </p:sp>
      <p:sp>
        <p:nvSpPr>
          <p:cNvPr id="41" name="Shape 38"/>
          <p:cNvSpPr/>
          <p:nvPr/>
        </p:nvSpPr>
        <p:spPr>
          <a:xfrm>
            <a:off x="10580627" y="6176772"/>
            <a:ext cx="82296" cy="82296"/>
          </a:xfrm>
          <a:prstGeom prst="ellipse">
            <a:avLst/>
          </a:prstGeom>
          <a:solidFill>
            <a:srgbClr val="D3D9CC"/>
          </a:solidFill>
          <a:ln/>
        </p:spPr>
      </p:sp>
      <p:sp>
        <p:nvSpPr>
          <p:cNvPr id="42" name="Shape 39"/>
          <p:cNvSpPr/>
          <p:nvPr/>
        </p:nvSpPr>
        <p:spPr>
          <a:xfrm>
            <a:off x="10733063" y="6176772"/>
            <a:ext cx="82296" cy="82296"/>
          </a:xfrm>
          <a:prstGeom prst="ellipse">
            <a:avLst/>
          </a:prstGeom>
          <a:solidFill>
            <a:srgbClr val="D3D9CC"/>
          </a:solidFill>
          <a:ln/>
        </p:spPr>
      </p:sp>
      <p:sp>
        <p:nvSpPr>
          <p:cNvPr id="43" name="Shape 40"/>
          <p:cNvSpPr/>
          <p:nvPr/>
        </p:nvSpPr>
        <p:spPr>
          <a:xfrm>
            <a:off x="10885500" y="6176772"/>
            <a:ext cx="82296" cy="82296"/>
          </a:xfrm>
          <a:prstGeom prst="ellipse">
            <a:avLst/>
          </a:prstGeom>
          <a:solidFill>
            <a:srgbClr val="D3D9CC"/>
          </a:solidFill>
          <a:ln/>
        </p:spPr>
      </p:sp>
      <p:sp>
        <p:nvSpPr>
          <p:cNvPr id="44" name="Shape 41"/>
          <p:cNvSpPr/>
          <p:nvPr/>
        </p:nvSpPr>
        <p:spPr>
          <a:xfrm>
            <a:off x="11037936" y="6176772"/>
            <a:ext cx="82296" cy="82296"/>
          </a:xfrm>
          <a:prstGeom prst="ellipse">
            <a:avLst/>
          </a:prstGeom>
          <a:solidFill>
            <a:srgbClr val="D3D9CC"/>
          </a:solidFill>
          <a:ln/>
        </p:spPr>
      </p:sp>
      <p:sp>
        <p:nvSpPr>
          <p:cNvPr id="45" name="Shape 42"/>
          <p:cNvSpPr/>
          <p:nvPr/>
        </p:nvSpPr>
        <p:spPr>
          <a:xfrm>
            <a:off x="11190373" y="6176772"/>
            <a:ext cx="82296" cy="82296"/>
          </a:xfrm>
          <a:prstGeom prst="ellipse">
            <a:avLst/>
          </a:prstGeom>
          <a:solidFill>
            <a:srgbClr val="D3D9CC"/>
          </a:solidFill>
          <a:ln/>
        </p:spPr>
      </p:sp>
      <p:sp>
        <p:nvSpPr>
          <p:cNvPr id="46" name="Shape 43"/>
          <p:cNvSpPr/>
          <p:nvPr/>
        </p:nvSpPr>
        <p:spPr>
          <a:xfrm>
            <a:off x="11342809" y="6176772"/>
            <a:ext cx="82296" cy="82296"/>
          </a:xfrm>
          <a:prstGeom prst="ellipse">
            <a:avLst/>
          </a:prstGeom>
          <a:solidFill>
            <a:srgbClr val="D3D9CC"/>
          </a:solidFill>
          <a:ln/>
        </p:spPr>
      </p:sp>
      <p:sp>
        <p:nvSpPr>
          <p:cNvPr id="25" name="Slide Number Placeholder 0"/>
          <p:cNvSpPr>
            <a:spLocks noGrp="1"/>
          </p:cNvSpPr>
          <p:nvPr>
            <p:ph type="sldNum" sz="quarter" idx="4294967295"/>
          </p:nvPr>
        </p:nvSpPr>
        <p:spPr>
          <a:xfrm>
            <a:off x="11155680" y="6510528"/>
            <a:ext cx="548640" cy="228600"/>
          </a:xfrm>
          <a:prstGeom prst="rect">
            <a:avLst/>
          </a:prstGeom>
          <a:extLst>
            <a:ext uri="{C572A759-6A51-4108-AA02-DFA0A04FC94B}">
              <ma14:wrappingTextBoxFlag xmlns:ma14="http://schemas.microsoft.com/office/mac/drawingml/2011/main" val="0"/>
            </a:ext>
          </a:extLst>
        </p:spPr>
        <p:txBody>
          <a:bodyPr/>
          <a:lstStyle>
            <a:lvl1pPr>
              <a:defRPr sz="1000">
                <a:solidFill>
                  <a:srgbClr val="6D7072"/>
                </a:solidFill>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pic>
        <p:nvPicPr>
          <p:cNvPr id="2" name="Step 7 image" descr="Step 7: Keep dabbing to soften the sky">    </p:cNvPr>
          <p:cNvPicPr>
            <a:picLocks noChangeAspect="1"/>
          </p:cNvPicPr>
          <p:nvPr/>
        </p:nvPicPr>
        <p:blipFill>
          <a:blip r:embed="rId1"/>
          <a:stretch>
            <a:fillRect/>
          </a:stretch>
        </p:blipFill>
        <p:spPr>
          <a:xfrm>
            <a:off x="457200" y="411480"/>
            <a:ext cx="5317216" cy="6035040"/>
          </a:xfrm>
          <a:prstGeom prst="rect">
            <a:avLst/>
          </a:prstGeom>
        </p:spPr>
      </p:pic>
      <p:sp>
        <p:nvSpPr>
          <p:cNvPr id="3" name="Stage chip"/>
          <p:cNvSpPr txBox="1"/>
          <p:nvPr/>
        </p:nvSpPr>
        <p:spPr>
          <a:xfrm>
            <a:off x="6277336" y="640080"/>
            <a:ext cx="1530706" cy="292608"/>
          </a:xfrm>
          <a:prstGeom prst="roundRect">
            <a:avLst>
              <a:gd name="adj" fmla="val 31250"/>
            </a:avLst>
          </a:prstGeom>
          <a:solidFill>
            <a:srgbClr val="2F5FC4"/>
          </a:solidFill>
          <a:ln/>
        </p:spPr>
        <p:txBody>
          <a:bodyPr wrap="square" lIns="0" tIns="0" rIns="0" bIns="0" rtlCol="0" anchor="ctr"/>
          <a:lstStyle/>
          <a:p>
            <a:pPr algn="ctr" indent="0" marL="0">
              <a:buNone/>
            </a:pPr>
            <a:r>
              <a:rPr lang="en-US" sz="1100" b="1" dirty="0">
                <a:solidFill>
                  <a:srgbClr val="FFFFFF"/>
                </a:solidFill>
              </a:rPr>
              <a:t>STAGE 2 · SKY</a:t>
            </a:r>
            <a:endParaRPr lang="en-US" sz="1100" dirty="0"/>
          </a:p>
        </p:txBody>
      </p:sp>
      <p:sp>
        <p:nvSpPr>
          <p:cNvPr id="4" name="Step counter"/>
          <p:cNvSpPr txBox="1"/>
          <p:nvPr/>
        </p:nvSpPr>
        <p:spPr>
          <a:xfrm>
            <a:off x="9905695" y="640080"/>
            <a:ext cx="1554480" cy="292608"/>
          </a:xfrm>
          <a:prstGeom prst="rect">
            <a:avLst/>
          </a:prstGeom>
          <a:noFill/>
          <a:ln/>
        </p:spPr>
        <p:txBody>
          <a:bodyPr wrap="square" lIns="0" tIns="0" rIns="0" bIns="0" rtlCol="0" anchor="ctr"/>
          <a:lstStyle/>
          <a:p>
            <a:pPr algn="r" indent="0" marL="0">
              <a:buNone/>
            </a:pPr>
            <a:r>
              <a:rPr lang="en-US" sz="1100" b="1" dirty="0">
                <a:solidFill>
                  <a:srgbClr val="6D7072"/>
                </a:solidFill>
              </a:rPr>
              <a:t>STEP 7 OF 34</a:t>
            </a:r>
            <a:endParaRPr lang="en-US" sz="1100" dirty="0"/>
          </a:p>
        </p:txBody>
      </p:sp>
      <p:sp>
        <p:nvSpPr>
          <p:cNvPr id="5" name="Text 1"/>
          <p:cNvSpPr/>
          <p:nvPr>
            <p:ph idx="101" type="title" hasCustomPrompt="1"/>
          </p:nvPr>
        </p:nvSpPr>
        <p:spPr>
          <a:xfrm>
            <a:off x="6277336" y="1051560"/>
            <a:ext cx="5182839" cy="868680"/>
          </a:xfrm>
          <a:prstGeom prst="rect">
            <a:avLst/>
          </a:prstGeom>
          <a:noFill/>
          <a:ln/>
        </p:spPr>
        <p:txBody>
          <a:bodyPr wrap="square" lIns="0" tIns="0" rIns="0" bIns="0" rtlCol="0" anchor="t"/>
          <a:lstStyle/>
          <a:p>
            <a:pPr algn="l" indent="0" marL="0">
              <a:buNone/>
            </a:pPr>
            <a:r>
              <a:rPr lang="en-US" sz="2600" b="1" dirty="0">
                <a:solidFill>
                  <a:schemeClr val="tx2"/>
                </a:solidFill>
              </a:rPr>
              <a:t>Keep dabbing to soften the sky</a:t>
            </a:r>
            <a:endParaRPr lang="en-US" sz="2600" dirty="0"/>
          </a:p>
        </p:txBody>
      </p:sp>
      <p:sp>
        <p:nvSpPr>
          <p:cNvPr id="6" name="Text 3"/>
          <p:cNvSpPr txBox="1"/>
          <p:nvPr/>
        </p:nvSpPr>
        <p:spPr>
          <a:xfrm>
            <a:off x="6277336" y="2011680"/>
            <a:ext cx="2743200" cy="228600"/>
          </a:xfrm>
          <a:prstGeom prst="rect">
            <a:avLst/>
          </a:prstGeom>
          <a:noFill/>
          <a:ln/>
        </p:spPr>
        <p:txBody>
          <a:bodyPr wrap="square" lIns="0" tIns="0" rIns="0" bIns="0" rtlCol="0" anchor="ctr"/>
          <a:lstStyle/>
          <a:p>
            <a:pPr indent="0" marL="0">
              <a:buNone/>
            </a:pPr>
            <a:r>
              <a:rPr lang="en-US" sz="1100" b="1" dirty="0">
                <a:solidFill>
                  <a:srgbClr val="6D7072"/>
                </a:solidFill>
              </a:rPr>
              <a:t>WHAT TO DO</a:t>
            </a:r>
            <a:endParaRPr lang="en-US" sz="1100" dirty="0"/>
          </a:p>
        </p:txBody>
      </p:sp>
      <p:sp>
        <p:nvSpPr>
          <p:cNvPr id="7" name="Instructions"/>
          <p:cNvSpPr txBox="1"/>
          <p:nvPr/>
        </p:nvSpPr>
        <p:spPr>
          <a:xfrm>
            <a:off x="6277336" y="2286000"/>
            <a:ext cx="5182839" cy="1874520"/>
          </a:xfrm>
          <a:prstGeom prst="rect">
            <a:avLst/>
          </a:prstGeom>
          <a:noFill/>
          <a:ln/>
        </p:spPr>
        <p:txBody>
          <a:bodyPr wrap="square" lIns="0" tIns="0" rIns="0" bIns="0" rtlCol="0" anchor="t"/>
          <a:lstStyle/>
          <a:p>
            <a:pPr marL="203200" indent="-203200">
              <a:spcAft>
                <a:spcPts val="600"/>
              </a:spcAft>
              <a:buSzPct val="100000"/>
              <a:buChar char="•"/>
            </a:pPr>
            <a:r>
              <a:rPr lang="en-US" sz="1500" dirty="0">
                <a:solidFill>
                  <a:schemeClr val="tx1"/>
                </a:solidFill>
              </a:rPr>
              <a:t>Add one or two more dabbed patches and blend their edges into the white.</a:t>
            </a:r>
            <a:endParaRPr lang="en-US" sz="1500" dirty="0"/>
          </a:p>
          <a:p>
            <a:pPr marL="203200" indent="-203200">
              <a:spcAft>
                <a:spcPts val="600"/>
              </a:spcAft>
              <a:buSzPct val="100000"/>
              <a:buChar char="•"/>
            </a:pPr>
            <a:r>
              <a:rPr lang="en-US" sz="1500" dirty="0">
                <a:solidFill>
                  <a:schemeClr val="tx1"/>
                </a:solidFill>
              </a:rPr>
              <a:t>Let the blue fade out gradually toward the horizon.</a:t>
            </a:r>
            <a:endParaRPr lang="en-US" sz="1500" dirty="0"/>
          </a:p>
        </p:txBody>
      </p:sp>
      <p:sp>
        <p:nvSpPr>
          <p:cNvPr id="8" name="Tip box"/>
          <p:cNvSpPr/>
          <p:nvPr/>
        </p:nvSpPr>
        <p:spPr>
          <a:xfrm>
            <a:off x="6277336" y="4224528"/>
            <a:ext cx="5182839" cy="932688"/>
          </a:xfrm>
          <a:prstGeom prst="roundRect">
            <a:avLst>
              <a:gd name="adj" fmla="val 7843"/>
            </a:avLst>
          </a:prstGeom>
          <a:solidFill>
            <a:srgbClr val="F2F4F0"/>
          </a:solidFill>
          <a:ln/>
        </p:spPr>
      </p:sp>
      <p:sp>
        <p:nvSpPr>
          <p:cNvPr id="9" name="Tip text"/>
          <p:cNvSpPr txBox="1"/>
          <p:nvPr/>
        </p:nvSpPr>
        <p:spPr>
          <a:xfrm>
            <a:off x="6414496" y="4261104"/>
            <a:ext cx="4908519" cy="859536"/>
          </a:xfrm>
          <a:prstGeom prst="rect">
            <a:avLst/>
          </a:prstGeom>
          <a:noFill/>
          <a:ln/>
        </p:spPr>
        <p:txBody>
          <a:bodyPr wrap="square" lIns="0" tIns="0" rIns="0" bIns="0" rtlCol="0" anchor="ctr"/>
          <a:lstStyle/>
          <a:p>
            <a:pPr indent="0" marL="0">
              <a:buNone/>
            </a:pPr>
            <a:r>
              <a:rPr lang="en-US" sz="1000" b="1" dirty="0">
                <a:solidFill>
                  <a:srgbClr val="B4531A"/>
                </a:solidFill>
              </a:rPr>
              <a:t>WATCH FOR</a:t>
            </a:r>
            <a:endParaRPr lang="en-US" sz="1000" dirty="0"/>
          </a:p>
          <a:p>
            <a:pPr indent="0" marL="0">
              <a:buNone/>
            </a:pPr>
            <a:r>
              <a:rPr lang="en-US" sz="1400" dirty="0">
                <a:solidFill>
                  <a:schemeClr val="tx1"/>
                </a:solidFill>
              </a:rPr>
              <a:t>Deeper blue at the top, paler near the horizon. Stop before the sky gets busy.</a:t>
            </a:r>
            <a:endParaRPr lang="en-US" sz="1000" dirty="0"/>
          </a:p>
        </p:txBody>
      </p:sp>
      <p:sp>
        <p:nvSpPr>
          <p:cNvPr id="10" name="Text 7"/>
          <p:cNvSpPr txBox="1"/>
          <p:nvPr/>
        </p:nvSpPr>
        <p:spPr>
          <a:xfrm>
            <a:off x="6277336" y="5285232"/>
            <a:ext cx="5182839" cy="201168"/>
          </a:xfrm>
          <a:prstGeom prst="rect">
            <a:avLst/>
          </a:prstGeom>
          <a:noFill/>
          <a:ln/>
        </p:spPr>
        <p:txBody>
          <a:bodyPr wrap="square" lIns="0" tIns="0" rIns="0" bIns="0" rtlCol="0" anchor="ctr"/>
          <a:lstStyle/>
          <a:p>
            <a:pPr indent="0" marL="0">
              <a:buNone/>
            </a:pPr>
            <a:r>
              <a:rPr lang="en-US" sz="1000" b="1" dirty="0">
                <a:solidFill>
                  <a:srgbClr val="6D7072"/>
                </a:solidFill>
              </a:rPr>
              <a:t>COLORS IN THIS STEP</a:t>
            </a:r>
            <a:endParaRPr lang="en-US" sz="1000" dirty="0"/>
          </a:p>
        </p:txBody>
      </p:sp>
      <p:sp>
        <p:nvSpPr>
          <p:cNvPr id="11" name="Swatch Soft sky blue"/>
          <p:cNvSpPr/>
          <p:nvPr/>
        </p:nvSpPr>
        <p:spPr>
          <a:xfrm>
            <a:off x="6277336" y="5532120"/>
            <a:ext cx="329184" cy="329184"/>
          </a:xfrm>
          <a:prstGeom prst="ellipse">
            <a:avLst/>
          </a:prstGeom>
          <a:solidFill>
            <a:srgbClr val="98B5DD"/>
          </a:solidFill>
          <a:ln w="9525">
            <a:solidFill>
              <a:srgbClr val="D3D9CC"/>
            </a:solidFill>
            <a:prstDash val="solid"/>
          </a:ln>
        </p:spPr>
      </p:sp>
      <p:sp>
        <p:nvSpPr>
          <p:cNvPr id="12" name="Text 9"/>
          <p:cNvSpPr txBox="1"/>
          <p:nvPr/>
        </p:nvSpPr>
        <p:spPr>
          <a:xfrm>
            <a:off x="6688816" y="5504688"/>
            <a:ext cx="1270413" cy="384048"/>
          </a:xfrm>
          <a:prstGeom prst="rect">
            <a:avLst/>
          </a:prstGeom>
          <a:noFill/>
          <a:ln/>
        </p:spPr>
        <p:txBody>
          <a:bodyPr wrap="square" lIns="0" tIns="0" rIns="0" bIns="0" rtlCol="0" anchor="ctr"/>
          <a:lstStyle/>
          <a:p>
            <a:pPr indent="0" marL="0">
              <a:buNone/>
            </a:pPr>
            <a:r>
              <a:rPr lang="en-US" sz="1100" b="1" dirty="0">
                <a:solidFill>
                  <a:schemeClr val="tx1"/>
                </a:solidFill>
              </a:rPr>
              <a:t>Soft sky blue</a:t>
            </a:r>
            <a:endParaRPr lang="en-US" sz="1100" dirty="0"/>
          </a:p>
          <a:p>
            <a:pPr indent="0" marL="0">
              <a:buNone/>
            </a:pPr>
            <a:r>
              <a:rPr lang="en-US" sz="1000" dirty="0">
                <a:solidFill>
                  <a:srgbClr val="4A5058"/>
                </a:solidFill>
              </a:rPr>
              <a:t>#98B5DD</a:t>
            </a:r>
            <a:endParaRPr lang="en-US" sz="1100" dirty="0"/>
          </a:p>
        </p:txBody>
      </p:sp>
      <p:sp>
        <p:nvSpPr>
          <p:cNvPr id="13" name="Shape 10"/>
          <p:cNvSpPr/>
          <p:nvPr/>
        </p:nvSpPr>
        <p:spPr>
          <a:xfrm>
            <a:off x="6312406" y="6176772"/>
            <a:ext cx="82296" cy="82296"/>
          </a:xfrm>
          <a:prstGeom prst="ellipse">
            <a:avLst/>
          </a:prstGeom>
          <a:solidFill>
            <a:srgbClr val="8E9A82"/>
          </a:solidFill>
          <a:ln/>
        </p:spPr>
      </p:sp>
      <p:sp>
        <p:nvSpPr>
          <p:cNvPr id="14" name="Shape 11"/>
          <p:cNvSpPr/>
          <p:nvPr/>
        </p:nvSpPr>
        <p:spPr>
          <a:xfrm>
            <a:off x="6464843" y="6176772"/>
            <a:ext cx="82296" cy="82296"/>
          </a:xfrm>
          <a:prstGeom prst="ellipse">
            <a:avLst/>
          </a:prstGeom>
          <a:solidFill>
            <a:srgbClr val="8E9A82"/>
          </a:solidFill>
          <a:ln/>
        </p:spPr>
      </p:sp>
      <p:sp>
        <p:nvSpPr>
          <p:cNvPr id="15" name="Shape 12"/>
          <p:cNvSpPr/>
          <p:nvPr/>
        </p:nvSpPr>
        <p:spPr>
          <a:xfrm>
            <a:off x="6617279" y="6176772"/>
            <a:ext cx="82296" cy="82296"/>
          </a:xfrm>
          <a:prstGeom prst="ellipse">
            <a:avLst/>
          </a:prstGeom>
          <a:solidFill>
            <a:srgbClr val="8E9A82"/>
          </a:solidFill>
          <a:ln/>
        </p:spPr>
      </p:sp>
      <p:sp>
        <p:nvSpPr>
          <p:cNvPr id="16" name="Shape 13"/>
          <p:cNvSpPr/>
          <p:nvPr/>
        </p:nvSpPr>
        <p:spPr>
          <a:xfrm>
            <a:off x="6769715" y="6176772"/>
            <a:ext cx="82296" cy="82296"/>
          </a:xfrm>
          <a:prstGeom prst="ellipse">
            <a:avLst/>
          </a:prstGeom>
          <a:solidFill>
            <a:srgbClr val="8E9A82"/>
          </a:solidFill>
          <a:ln/>
        </p:spPr>
      </p:sp>
      <p:sp>
        <p:nvSpPr>
          <p:cNvPr id="17" name="Shape 14"/>
          <p:cNvSpPr/>
          <p:nvPr/>
        </p:nvSpPr>
        <p:spPr>
          <a:xfrm>
            <a:off x="6922152" y="6176772"/>
            <a:ext cx="82296" cy="82296"/>
          </a:xfrm>
          <a:prstGeom prst="ellipse">
            <a:avLst/>
          </a:prstGeom>
          <a:solidFill>
            <a:srgbClr val="8E9A82"/>
          </a:solidFill>
          <a:ln/>
        </p:spPr>
      </p:sp>
      <p:sp>
        <p:nvSpPr>
          <p:cNvPr id="18" name="Shape 15"/>
          <p:cNvSpPr/>
          <p:nvPr/>
        </p:nvSpPr>
        <p:spPr>
          <a:xfrm>
            <a:off x="7074588" y="6176772"/>
            <a:ext cx="82296" cy="82296"/>
          </a:xfrm>
          <a:prstGeom prst="ellipse">
            <a:avLst/>
          </a:prstGeom>
          <a:solidFill>
            <a:srgbClr val="8E9A82"/>
          </a:solidFill>
          <a:ln/>
        </p:spPr>
      </p:sp>
      <p:sp>
        <p:nvSpPr>
          <p:cNvPr id="19" name="Shape 16"/>
          <p:cNvSpPr/>
          <p:nvPr/>
        </p:nvSpPr>
        <p:spPr>
          <a:xfrm>
            <a:off x="7190449" y="6140196"/>
            <a:ext cx="155448" cy="155448"/>
          </a:xfrm>
          <a:prstGeom prst="ellipse">
            <a:avLst/>
          </a:prstGeom>
          <a:solidFill>
            <a:srgbClr val="2F5FC4"/>
          </a:solidFill>
          <a:ln/>
        </p:spPr>
      </p:sp>
      <p:sp>
        <p:nvSpPr>
          <p:cNvPr id="20" name="Shape 17"/>
          <p:cNvSpPr/>
          <p:nvPr/>
        </p:nvSpPr>
        <p:spPr>
          <a:xfrm>
            <a:off x="7379461" y="6176772"/>
            <a:ext cx="82296" cy="82296"/>
          </a:xfrm>
          <a:prstGeom prst="ellipse">
            <a:avLst/>
          </a:prstGeom>
          <a:solidFill>
            <a:srgbClr val="D3D9CC"/>
          </a:solidFill>
          <a:ln/>
        </p:spPr>
      </p:sp>
      <p:sp>
        <p:nvSpPr>
          <p:cNvPr id="21" name="Shape 18"/>
          <p:cNvSpPr/>
          <p:nvPr/>
        </p:nvSpPr>
        <p:spPr>
          <a:xfrm>
            <a:off x="7531898" y="6176772"/>
            <a:ext cx="82296" cy="82296"/>
          </a:xfrm>
          <a:prstGeom prst="ellipse">
            <a:avLst/>
          </a:prstGeom>
          <a:solidFill>
            <a:srgbClr val="D3D9CC"/>
          </a:solidFill>
          <a:ln/>
        </p:spPr>
      </p:sp>
      <p:sp>
        <p:nvSpPr>
          <p:cNvPr id="22" name="Shape 19"/>
          <p:cNvSpPr/>
          <p:nvPr/>
        </p:nvSpPr>
        <p:spPr>
          <a:xfrm>
            <a:off x="7684334" y="6176772"/>
            <a:ext cx="82296" cy="82296"/>
          </a:xfrm>
          <a:prstGeom prst="ellipse">
            <a:avLst/>
          </a:prstGeom>
          <a:solidFill>
            <a:srgbClr val="D3D9CC"/>
          </a:solidFill>
          <a:ln/>
        </p:spPr>
      </p:sp>
      <p:sp>
        <p:nvSpPr>
          <p:cNvPr id="23" name="Shape 20"/>
          <p:cNvSpPr/>
          <p:nvPr/>
        </p:nvSpPr>
        <p:spPr>
          <a:xfrm>
            <a:off x="7836771" y="6176772"/>
            <a:ext cx="82296" cy="82296"/>
          </a:xfrm>
          <a:prstGeom prst="ellipse">
            <a:avLst/>
          </a:prstGeom>
          <a:solidFill>
            <a:srgbClr val="D3D9CC"/>
          </a:solidFill>
          <a:ln/>
        </p:spPr>
      </p:sp>
      <p:sp>
        <p:nvSpPr>
          <p:cNvPr id="24" name="Shape 21"/>
          <p:cNvSpPr/>
          <p:nvPr/>
        </p:nvSpPr>
        <p:spPr>
          <a:xfrm>
            <a:off x="7989207" y="6176772"/>
            <a:ext cx="82296" cy="82296"/>
          </a:xfrm>
          <a:prstGeom prst="ellipse">
            <a:avLst/>
          </a:prstGeom>
          <a:solidFill>
            <a:srgbClr val="D3D9CC"/>
          </a:solidFill>
          <a:ln/>
        </p:spPr>
      </p:sp>
      <p:sp>
        <p:nvSpPr>
          <p:cNvPr id="25" name="Shape 22"/>
          <p:cNvSpPr/>
          <p:nvPr/>
        </p:nvSpPr>
        <p:spPr>
          <a:xfrm>
            <a:off x="8141643" y="6176772"/>
            <a:ext cx="82296" cy="82296"/>
          </a:xfrm>
          <a:prstGeom prst="ellipse">
            <a:avLst/>
          </a:prstGeom>
          <a:solidFill>
            <a:srgbClr val="D3D9CC"/>
          </a:solidFill>
          <a:ln/>
        </p:spPr>
      </p:sp>
      <p:sp>
        <p:nvSpPr>
          <p:cNvPr id="26" name="Shape 23"/>
          <p:cNvSpPr/>
          <p:nvPr/>
        </p:nvSpPr>
        <p:spPr>
          <a:xfrm>
            <a:off x="8294080" y="6176772"/>
            <a:ext cx="82296" cy="82296"/>
          </a:xfrm>
          <a:prstGeom prst="ellipse">
            <a:avLst/>
          </a:prstGeom>
          <a:solidFill>
            <a:srgbClr val="D3D9CC"/>
          </a:solidFill>
          <a:ln/>
        </p:spPr>
      </p:sp>
      <p:sp>
        <p:nvSpPr>
          <p:cNvPr id="27" name="Shape 24"/>
          <p:cNvSpPr/>
          <p:nvPr/>
        </p:nvSpPr>
        <p:spPr>
          <a:xfrm>
            <a:off x="8446516" y="6176772"/>
            <a:ext cx="82296" cy="82296"/>
          </a:xfrm>
          <a:prstGeom prst="ellipse">
            <a:avLst/>
          </a:prstGeom>
          <a:solidFill>
            <a:srgbClr val="D3D9CC"/>
          </a:solidFill>
          <a:ln/>
        </p:spPr>
      </p:sp>
      <p:sp>
        <p:nvSpPr>
          <p:cNvPr id="28" name="Shape 25"/>
          <p:cNvSpPr/>
          <p:nvPr/>
        </p:nvSpPr>
        <p:spPr>
          <a:xfrm>
            <a:off x="8598953" y="6176772"/>
            <a:ext cx="82296" cy="82296"/>
          </a:xfrm>
          <a:prstGeom prst="ellipse">
            <a:avLst/>
          </a:prstGeom>
          <a:solidFill>
            <a:srgbClr val="D3D9CC"/>
          </a:solidFill>
          <a:ln/>
        </p:spPr>
      </p:sp>
      <p:sp>
        <p:nvSpPr>
          <p:cNvPr id="29" name="Shape 26"/>
          <p:cNvSpPr/>
          <p:nvPr/>
        </p:nvSpPr>
        <p:spPr>
          <a:xfrm>
            <a:off x="8751389" y="6176772"/>
            <a:ext cx="82296" cy="82296"/>
          </a:xfrm>
          <a:prstGeom prst="ellipse">
            <a:avLst/>
          </a:prstGeom>
          <a:solidFill>
            <a:srgbClr val="D3D9CC"/>
          </a:solidFill>
          <a:ln/>
        </p:spPr>
      </p:sp>
      <p:sp>
        <p:nvSpPr>
          <p:cNvPr id="30" name="Shape 27"/>
          <p:cNvSpPr/>
          <p:nvPr/>
        </p:nvSpPr>
        <p:spPr>
          <a:xfrm>
            <a:off x="8903826" y="6176772"/>
            <a:ext cx="82296" cy="82296"/>
          </a:xfrm>
          <a:prstGeom prst="ellipse">
            <a:avLst/>
          </a:prstGeom>
          <a:solidFill>
            <a:srgbClr val="D3D9CC"/>
          </a:solidFill>
          <a:ln/>
        </p:spPr>
      </p:sp>
      <p:sp>
        <p:nvSpPr>
          <p:cNvPr id="31" name="Shape 28"/>
          <p:cNvSpPr/>
          <p:nvPr/>
        </p:nvSpPr>
        <p:spPr>
          <a:xfrm>
            <a:off x="9056262" y="6176772"/>
            <a:ext cx="82296" cy="82296"/>
          </a:xfrm>
          <a:prstGeom prst="ellipse">
            <a:avLst/>
          </a:prstGeom>
          <a:solidFill>
            <a:srgbClr val="D3D9CC"/>
          </a:solidFill>
          <a:ln/>
        </p:spPr>
      </p:sp>
      <p:sp>
        <p:nvSpPr>
          <p:cNvPr id="32" name="Shape 29"/>
          <p:cNvSpPr/>
          <p:nvPr/>
        </p:nvSpPr>
        <p:spPr>
          <a:xfrm>
            <a:off x="9208699" y="6176772"/>
            <a:ext cx="82296" cy="82296"/>
          </a:xfrm>
          <a:prstGeom prst="ellipse">
            <a:avLst/>
          </a:prstGeom>
          <a:solidFill>
            <a:srgbClr val="D3D9CC"/>
          </a:solidFill>
          <a:ln/>
        </p:spPr>
      </p:sp>
      <p:sp>
        <p:nvSpPr>
          <p:cNvPr id="33" name="Shape 30"/>
          <p:cNvSpPr/>
          <p:nvPr/>
        </p:nvSpPr>
        <p:spPr>
          <a:xfrm>
            <a:off x="9361135" y="6176772"/>
            <a:ext cx="82296" cy="82296"/>
          </a:xfrm>
          <a:prstGeom prst="ellipse">
            <a:avLst/>
          </a:prstGeom>
          <a:solidFill>
            <a:srgbClr val="D3D9CC"/>
          </a:solidFill>
          <a:ln/>
        </p:spPr>
      </p:sp>
      <p:sp>
        <p:nvSpPr>
          <p:cNvPr id="34" name="Shape 31"/>
          <p:cNvSpPr/>
          <p:nvPr/>
        </p:nvSpPr>
        <p:spPr>
          <a:xfrm>
            <a:off x="9513572" y="6176772"/>
            <a:ext cx="82296" cy="82296"/>
          </a:xfrm>
          <a:prstGeom prst="ellipse">
            <a:avLst/>
          </a:prstGeom>
          <a:solidFill>
            <a:srgbClr val="D3D9CC"/>
          </a:solidFill>
          <a:ln/>
        </p:spPr>
      </p:sp>
      <p:sp>
        <p:nvSpPr>
          <p:cNvPr id="35" name="Shape 32"/>
          <p:cNvSpPr/>
          <p:nvPr/>
        </p:nvSpPr>
        <p:spPr>
          <a:xfrm>
            <a:off x="9666008" y="6176772"/>
            <a:ext cx="82296" cy="82296"/>
          </a:xfrm>
          <a:prstGeom prst="ellipse">
            <a:avLst/>
          </a:prstGeom>
          <a:solidFill>
            <a:srgbClr val="D3D9CC"/>
          </a:solidFill>
          <a:ln/>
        </p:spPr>
      </p:sp>
      <p:sp>
        <p:nvSpPr>
          <p:cNvPr id="36" name="Shape 33"/>
          <p:cNvSpPr/>
          <p:nvPr/>
        </p:nvSpPr>
        <p:spPr>
          <a:xfrm>
            <a:off x="9818444" y="6176772"/>
            <a:ext cx="82296" cy="82296"/>
          </a:xfrm>
          <a:prstGeom prst="ellipse">
            <a:avLst/>
          </a:prstGeom>
          <a:solidFill>
            <a:srgbClr val="D3D9CC"/>
          </a:solidFill>
          <a:ln/>
        </p:spPr>
      </p:sp>
      <p:sp>
        <p:nvSpPr>
          <p:cNvPr id="37" name="Shape 34"/>
          <p:cNvSpPr/>
          <p:nvPr/>
        </p:nvSpPr>
        <p:spPr>
          <a:xfrm>
            <a:off x="9970881" y="6176772"/>
            <a:ext cx="82296" cy="82296"/>
          </a:xfrm>
          <a:prstGeom prst="ellipse">
            <a:avLst/>
          </a:prstGeom>
          <a:solidFill>
            <a:srgbClr val="D3D9CC"/>
          </a:solidFill>
          <a:ln/>
        </p:spPr>
      </p:sp>
      <p:sp>
        <p:nvSpPr>
          <p:cNvPr id="38" name="Shape 35"/>
          <p:cNvSpPr/>
          <p:nvPr/>
        </p:nvSpPr>
        <p:spPr>
          <a:xfrm>
            <a:off x="10123317" y="6176772"/>
            <a:ext cx="82296" cy="82296"/>
          </a:xfrm>
          <a:prstGeom prst="ellipse">
            <a:avLst/>
          </a:prstGeom>
          <a:solidFill>
            <a:srgbClr val="D3D9CC"/>
          </a:solidFill>
          <a:ln/>
        </p:spPr>
      </p:sp>
      <p:sp>
        <p:nvSpPr>
          <p:cNvPr id="39" name="Shape 36"/>
          <p:cNvSpPr/>
          <p:nvPr/>
        </p:nvSpPr>
        <p:spPr>
          <a:xfrm>
            <a:off x="10275754" y="6176772"/>
            <a:ext cx="82296" cy="82296"/>
          </a:xfrm>
          <a:prstGeom prst="ellipse">
            <a:avLst/>
          </a:prstGeom>
          <a:solidFill>
            <a:srgbClr val="D3D9CC"/>
          </a:solidFill>
          <a:ln/>
        </p:spPr>
      </p:sp>
      <p:sp>
        <p:nvSpPr>
          <p:cNvPr id="40" name="Shape 37"/>
          <p:cNvSpPr/>
          <p:nvPr/>
        </p:nvSpPr>
        <p:spPr>
          <a:xfrm>
            <a:off x="10428190" y="6176772"/>
            <a:ext cx="82296" cy="82296"/>
          </a:xfrm>
          <a:prstGeom prst="ellipse">
            <a:avLst/>
          </a:prstGeom>
          <a:solidFill>
            <a:srgbClr val="D3D9CC"/>
          </a:solidFill>
          <a:ln/>
        </p:spPr>
      </p:sp>
      <p:sp>
        <p:nvSpPr>
          <p:cNvPr id="41" name="Shape 38"/>
          <p:cNvSpPr/>
          <p:nvPr/>
        </p:nvSpPr>
        <p:spPr>
          <a:xfrm>
            <a:off x="10580627" y="6176772"/>
            <a:ext cx="82296" cy="82296"/>
          </a:xfrm>
          <a:prstGeom prst="ellipse">
            <a:avLst/>
          </a:prstGeom>
          <a:solidFill>
            <a:srgbClr val="D3D9CC"/>
          </a:solidFill>
          <a:ln/>
        </p:spPr>
      </p:sp>
      <p:sp>
        <p:nvSpPr>
          <p:cNvPr id="42" name="Shape 39"/>
          <p:cNvSpPr/>
          <p:nvPr/>
        </p:nvSpPr>
        <p:spPr>
          <a:xfrm>
            <a:off x="10733063" y="6176772"/>
            <a:ext cx="82296" cy="82296"/>
          </a:xfrm>
          <a:prstGeom prst="ellipse">
            <a:avLst/>
          </a:prstGeom>
          <a:solidFill>
            <a:srgbClr val="D3D9CC"/>
          </a:solidFill>
          <a:ln/>
        </p:spPr>
      </p:sp>
      <p:sp>
        <p:nvSpPr>
          <p:cNvPr id="43" name="Shape 40"/>
          <p:cNvSpPr/>
          <p:nvPr/>
        </p:nvSpPr>
        <p:spPr>
          <a:xfrm>
            <a:off x="10885500" y="6176772"/>
            <a:ext cx="82296" cy="82296"/>
          </a:xfrm>
          <a:prstGeom prst="ellipse">
            <a:avLst/>
          </a:prstGeom>
          <a:solidFill>
            <a:srgbClr val="D3D9CC"/>
          </a:solidFill>
          <a:ln/>
        </p:spPr>
      </p:sp>
      <p:sp>
        <p:nvSpPr>
          <p:cNvPr id="44" name="Shape 41"/>
          <p:cNvSpPr/>
          <p:nvPr/>
        </p:nvSpPr>
        <p:spPr>
          <a:xfrm>
            <a:off x="11037936" y="6176772"/>
            <a:ext cx="82296" cy="82296"/>
          </a:xfrm>
          <a:prstGeom prst="ellipse">
            <a:avLst/>
          </a:prstGeom>
          <a:solidFill>
            <a:srgbClr val="D3D9CC"/>
          </a:solidFill>
          <a:ln/>
        </p:spPr>
      </p:sp>
      <p:sp>
        <p:nvSpPr>
          <p:cNvPr id="45" name="Shape 42"/>
          <p:cNvSpPr/>
          <p:nvPr/>
        </p:nvSpPr>
        <p:spPr>
          <a:xfrm>
            <a:off x="11190373" y="6176772"/>
            <a:ext cx="82296" cy="82296"/>
          </a:xfrm>
          <a:prstGeom prst="ellipse">
            <a:avLst/>
          </a:prstGeom>
          <a:solidFill>
            <a:srgbClr val="D3D9CC"/>
          </a:solidFill>
          <a:ln/>
        </p:spPr>
      </p:sp>
      <p:sp>
        <p:nvSpPr>
          <p:cNvPr id="46" name="Shape 43"/>
          <p:cNvSpPr/>
          <p:nvPr/>
        </p:nvSpPr>
        <p:spPr>
          <a:xfrm>
            <a:off x="11342809" y="6176772"/>
            <a:ext cx="82296" cy="82296"/>
          </a:xfrm>
          <a:prstGeom prst="ellipse">
            <a:avLst/>
          </a:prstGeom>
          <a:solidFill>
            <a:srgbClr val="D3D9CC"/>
          </a:solidFill>
          <a:ln/>
        </p:spPr>
      </p:sp>
      <p:sp>
        <p:nvSpPr>
          <p:cNvPr id="25" name="Slide Number Placeholder 0"/>
          <p:cNvSpPr>
            <a:spLocks noGrp="1"/>
          </p:cNvSpPr>
          <p:nvPr>
            <p:ph type="sldNum" sz="quarter" idx="4294967295"/>
          </p:nvPr>
        </p:nvSpPr>
        <p:spPr>
          <a:xfrm>
            <a:off x="11155680" y="6510528"/>
            <a:ext cx="548640" cy="228600"/>
          </a:xfrm>
          <a:prstGeom prst="rect">
            <a:avLst/>
          </a:prstGeom>
          <a:extLst>
            <a:ext uri="{C572A759-6A51-4108-AA02-DFA0A04FC94B}">
              <ma14:wrappingTextBoxFlag xmlns:ma14="http://schemas.microsoft.com/office/mac/drawingml/2011/main" val="0"/>
            </a:ext>
          </a:extLst>
        </p:spPr>
        <p:txBody>
          <a:bodyPr/>
          <a:lstStyle>
            <a:lvl1pPr>
              <a:defRPr sz="1000">
                <a:solidFill>
                  <a:srgbClr val="6D7072"/>
                </a:solidFill>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pic>
        <p:nvPicPr>
          <p:cNvPr id="2" name="Step 8 image" descr="Step 8: Sky done: start the right-hand trees">    </p:cNvPr>
          <p:cNvPicPr>
            <a:picLocks noChangeAspect="1"/>
          </p:cNvPicPr>
          <p:nvPr/>
        </p:nvPicPr>
        <p:blipFill>
          <a:blip r:embed="rId1"/>
          <a:stretch>
            <a:fillRect/>
          </a:stretch>
        </p:blipFill>
        <p:spPr>
          <a:xfrm>
            <a:off x="457200" y="411480"/>
            <a:ext cx="5317216" cy="6035040"/>
          </a:xfrm>
          <a:prstGeom prst="rect">
            <a:avLst/>
          </a:prstGeom>
        </p:spPr>
      </p:pic>
      <p:sp>
        <p:nvSpPr>
          <p:cNvPr id="3" name="Stage chip"/>
          <p:cNvSpPr txBox="1"/>
          <p:nvPr/>
        </p:nvSpPr>
        <p:spPr>
          <a:xfrm>
            <a:off x="6277336" y="640080"/>
            <a:ext cx="2426818" cy="292608"/>
          </a:xfrm>
          <a:prstGeom prst="roundRect">
            <a:avLst>
              <a:gd name="adj" fmla="val 31250"/>
            </a:avLst>
          </a:prstGeom>
          <a:solidFill>
            <a:srgbClr val="5E6A1E"/>
          </a:solidFill>
          <a:ln/>
        </p:spPr>
        <p:txBody>
          <a:bodyPr wrap="square" lIns="0" tIns="0" rIns="0" bIns="0" rtlCol="0" anchor="ctr"/>
          <a:lstStyle/>
          <a:p>
            <a:pPr algn="ctr" indent="0" marL="0">
              <a:buNone/>
            </a:pPr>
            <a:r>
              <a:rPr lang="en-US" sz="1100" b="1" dirty="0">
                <a:solidFill>
                  <a:srgbClr val="FFFFFF"/>
                </a:solidFill>
              </a:rPr>
              <a:t>STAGE 3 · DISTANT TREES</a:t>
            </a:r>
            <a:endParaRPr lang="en-US" sz="1100" dirty="0"/>
          </a:p>
        </p:txBody>
      </p:sp>
      <p:sp>
        <p:nvSpPr>
          <p:cNvPr id="4" name="Step counter"/>
          <p:cNvSpPr txBox="1"/>
          <p:nvPr/>
        </p:nvSpPr>
        <p:spPr>
          <a:xfrm>
            <a:off x="9905695" y="640080"/>
            <a:ext cx="1554480" cy="292608"/>
          </a:xfrm>
          <a:prstGeom prst="rect">
            <a:avLst/>
          </a:prstGeom>
          <a:noFill/>
          <a:ln/>
        </p:spPr>
        <p:txBody>
          <a:bodyPr wrap="square" lIns="0" tIns="0" rIns="0" bIns="0" rtlCol="0" anchor="ctr"/>
          <a:lstStyle/>
          <a:p>
            <a:pPr algn="r" indent="0" marL="0">
              <a:buNone/>
            </a:pPr>
            <a:r>
              <a:rPr lang="en-US" sz="1100" b="1" dirty="0">
                <a:solidFill>
                  <a:srgbClr val="6D7072"/>
                </a:solidFill>
              </a:rPr>
              <a:t>STEP 8 OF 34</a:t>
            </a:r>
            <a:endParaRPr lang="en-US" sz="1100" dirty="0"/>
          </a:p>
        </p:txBody>
      </p:sp>
      <p:sp>
        <p:nvSpPr>
          <p:cNvPr id="5" name="Text 1"/>
          <p:cNvSpPr/>
          <p:nvPr>
            <p:ph idx="101" type="title" hasCustomPrompt="1"/>
          </p:nvPr>
        </p:nvSpPr>
        <p:spPr>
          <a:xfrm>
            <a:off x="6277336" y="1051560"/>
            <a:ext cx="5182839" cy="868680"/>
          </a:xfrm>
          <a:prstGeom prst="rect">
            <a:avLst/>
          </a:prstGeom>
          <a:noFill/>
          <a:ln/>
        </p:spPr>
        <p:txBody>
          <a:bodyPr wrap="square" lIns="0" tIns="0" rIns="0" bIns="0" rtlCol="0" anchor="t"/>
          <a:lstStyle/>
          <a:p>
            <a:pPr algn="l" indent="0" marL="0">
              <a:buNone/>
            </a:pPr>
            <a:r>
              <a:rPr lang="en-US" sz="2600" b="1" dirty="0">
                <a:solidFill>
                  <a:schemeClr val="tx2"/>
                </a:solidFill>
              </a:rPr>
              <a:t>Sky done: start the right-hand trees</a:t>
            </a:r>
            <a:endParaRPr lang="en-US" sz="2600" dirty="0"/>
          </a:p>
        </p:txBody>
      </p:sp>
      <p:sp>
        <p:nvSpPr>
          <p:cNvPr id="6" name="Text 3"/>
          <p:cNvSpPr txBox="1"/>
          <p:nvPr/>
        </p:nvSpPr>
        <p:spPr>
          <a:xfrm>
            <a:off x="6277336" y="2011680"/>
            <a:ext cx="2743200" cy="228600"/>
          </a:xfrm>
          <a:prstGeom prst="rect">
            <a:avLst/>
          </a:prstGeom>
          <a:noFill/>
          <a:ln/>
        </p:spPr>
        <p:txBody>
          <a:bodyPr wrap="square" lIns="0" tIns="0" rIns="0" bIns="0" rtlCol="0" anchor="ctr"/>
          <a:lstStyle/>
          <a:p>
            <a:pPr indent="0" marL="0">
              <a:buNone/>
            </a:pPr>
            <a:r>
              <a:rPr lang="en-US" sz="1100" b="1" dirty="0">
                <a:solidFill>
                  <a:srgbClr val="6D7072"/>
                </a:solidFill>
              </a:rPr>
              <a:t>WHAT TO DO</a:t>
            </a:r>
            <a:endParaRPr lang="en-US" sz="1100" dirty="0"/>
          </a:p>
        </p:txBody>
      </p:sp>
      <p:sp>
        <p:nvSpPr>
          <p:cNvPr id="7" name="Instructions"/>
          <p:cNvSpPr txBox="1"/>
          <p:nvPr/>
        </p:nvSpPr>
        <p:spPr>
          <a:xfrm>
            <a:off x="6277336" y="2286000"/>
            <a:ext cx="5182839" cy="1874520"/>
          </a:xfrm>
          <a:prstGeom prst="rect">
            <a:avLst/>
          </a:prstGeom>
          <a:noFill/>
          <a:ln/>
        </p:spPr>
        <p:txBody>
          <a:bodyPr wrap="square" lIns="0" tIns="0" rIns="0" bIns="0" rtlCol="0" anchor="t"/>
          <a:lstStyle/>
          <a:p>
            <a:pPr marL="203200" indent="-203200">
              <a:spcAft>
                <a:spcPts val="600"/>
              </a:spcAft>
              <a:buSzPct val="100000"/>
              <a:buChar char="•"/>
            </a:pPr>
            <a:r>
              <a:rPr lang="en-US" sz="1500" dirty="0">
                <a:solidFill>
                  <a:schemeClr val="tx1"/>
                </a:solidFill>
              </a:rPr>
              <a:t>Switch to olive green and fill the triangle above the right-hand scalloped line, following its edge.</a:t>
            </a:r>
            <a:endParaRPr lang="en-US" sz="1500" dirty="0"/>
          </a:p>
          <a:p>
            <a:pPr marL="203200" indent="-203200">
              <a:spcAft>
                <a:spcPts val="600"/>
              </a:spcAft>
              <a:buSzPct val="100000"/>
              <a:buChar char="•"/>
            </a:pPr>
            <a:r>
              <a:rPr lang="en-US" sz="1500" dirty="0">
                <a:solidFill>
                  <a:schemeClr val="tx1"/>
                </a:solidFill>
              </a:rPr>
              <a:t>Dab so the green looks mottled, not flat.</a:t>
            </a:r>
            <a:endParaRPr lang="en-US" sz="1500" dirty="0"/>
          </a:p>
        </p:txBody>
      </p:sp>
      <p:sp>
        <p:nvSpPr>
          <p:cNvPr id="8" name="Tip box"/>
          <p:cNvSpPr/>
          <p:nvPr/>
        </p:nvSpPr>
        <p:spPr>
          <a:xfrm>
            <a:off x="6277336" y="4224528"/>
            <a:ext cx="5182839" cy="932688"/>
          </a:xfrm>
          <a:prstGeom prst="roundRect">
            <a:avLst>
              <a:gd name="adj" fmla="val 7843"/>
            </a:avLst>
          </a:prstGeom>
          <a:solidFill>
            <a:srgbClr val="F2F4F0"/>
          </a:solidFill>
          <a:ln/>
        </p:spPr>
      </p:sp>
      <p:sp>
        <p:nvSpPr>
          <p:cNvPr id="9" name="Tip text"/>
          <p:cNvSpPr txBox="1"/>
          <p:nvPr/>
        </p:nvSpPr>
        <p:spPr>
          <a:xfrm>
            <a:off x="6414496" y="4261104"/>
            <a:ext cx="4908519" cy="859536"/>
          </a:xfrm>
          <a:prstGeom prst="rect">
            <a:avLst/>
          </a:prstGeom>
          <a:noFill/>
          <a:ln/>
        </p:spPr>
        <p:txBody>
          <a:bodyPr wrap="square" lIns="0" tIns="0" rIns="0" bIns="0" rtlCol="0" anchor="ctr"/>
          <a:lstStyle/>
          <a:p>
            <a:pPr indent="0" marL="0">
              <a:buNone/>
            </a:pPr>
            <a:r>
              <a:rPr lang="en-US" sz="1000" b="1" dirty="0">
                <a:solidFill>
                  <a:srgbClr val="B4531A"/>
                </a:solidFill>
              </a:rPr>
              <a:t>WATCH FOR</a:t>
            </a:r>
            <a:endParaRPr lang="en-US" sz="1000" dirty="0"/>
          </a:p>
          <a:p>
            <a:pPr indent="0" marL="0">
              <a:buNone/>
            </a:pPr>
            <a:r>
              <a:rPr lang="en-US" sz="1400" dirty="0">
                <a:solidFill>
                  <a:schemeClr val="tx1"/>
                </a:solidFill>
              </a:rPr>
              <a:t>Uneven, speckled paint reads as leaves. Don't smooth it out.</a:t>
            </a:r>
            <a:endParaRPr lang="en-US" sz="1000" dirty="0"/>
          </a:p>
        </p:txBody>
      </p:sp>
      <p:sp>
        <p:nvSpPr>
          <p:cNvPr id="10" name="Text 7"/>
          <p:cNvSpPr txBox="1"/>
          <p:nvPr/>
        </p:nvSpPr>
        <p:spPr>
          <a:xfrm>
            <a:off x="6277336" y="5285232"/>
            <a:ext cx="5182839" cy="201168"/>
          </a:xfrm>
          <a:prstGeom prst="rect">
            <a:avLst/>
          </a:prstGeom>
          <a:noFill/>
          <a:ln/>
        </p:spPr>
        <p:txBody>
          <a:bodyPr wrap="square" lIns="0" tIns="0" rIns="0" bIns="0" rtlCol="0" anchor="ctr"/>
          <a:lstStyle/>
          <a:p>
            <a:pPr indent="0" marL="0">
              <a:buNone/>
            </a:pPr>
            <a:r>
              <a:rPr lang="en-US" sz="1000" b="1" dirty="0">
                <a:solidFill>
                  <a:srgbClr val="6D7072"/>
                </a:solidFill>
              </a:rPr>
              <a:t>COLORS IN THIS STEP</a:t>
            </a:r>
            <a:endParaRPr lang="en-US" sz="1000" dirty="0"/>
          </a:p>
        </p:txBody>
      </p:sp>
      <p:sp>
        <p:nvSpPr>
          <p:cNvPr id="11" name="Swatch Olive green"/>
          <p:cNvSpPr/>
          <p:nvPr/>
        </p:nvSpPr>
        <p:spPr>
          <a:xfrm>
            <a:off x="6277336" y="5532120"/>
            <a:ext cx="329184" cy="329184"/>
          </a:xfrm>
          <a:prstGeom prst="ellipse">
            <a:avLst/>
          </a:prstGeom>
          <a:solidFill>
            <a:srgbClr val="79832D"/>
          </a:solidFill>
          <a:ln w="9525">
            <a:solidFill>
              <a:srgbClr val="D3D9CC"/>
            </a:solidFill>
            <a:prstDash val="solid"/>
          </a:ln>
        </p:spPr>
      </p:sp>
      <p:sp>
        <p:nvSpPr>
          <p:cNvPr id="12" name="Text 9"/>
          <p:cNvSpPr txBox="1"/>
          <p:nvPr/>
        </p:nvSpPr>
        <p:spPr>
          <a:xfrm>
            <a:off x="6688816" y="5504688"/>
            <a:ext cx="1270413" cy="384048"/>
          </a:xfrm>
          <a:prstGeom prst="rect">
            <a:avLst/>
          </a:prstGeom>
          <a:noFill/>
          <a:ln/>
        </p:spPr>
        <p:txBody>
          <a:bodyPr wrap="square" lIns="0" tIns="0" rIns="0" bIns="0" rtlCol="0" anchor="ctr"/>
          <a:lstStyle/>
          <a:p>
            <a:pPr indent="0" marL="0">
              <a:buNone/>
            </a:pPr>
            <a:r>
              <a:rPr lang="en-US" sz="1100" b="1" dirty="0">
                <a:solidFill>
                  <a:schemeClr val="tx1"/>
                </a:solidFill>
              </a:rPr>
              <a:t>Olive green</a:t>
            </a:r>
            <a:endParaRPr lang="en-US" sz="1100" dirty="0"/>
          </a:p>
          <a:p>
            <a:pPr indent="0" marL="0">
              <a:buNone/>
            </a:pPr>
            <a:r>
              <a:rPr lang="en-US" sz="1000" dirty="0">
                <a:solidFill>
                  <a:srgbClr val="4A5058"/>
                </a:solidFill>
              </a:rPr>
              <a:t>#79832D</a:t>
            </a:r>
            <a:endParaRPr lang="en-US" sz="1100" dirty="0"/>
          </a:p>
        </p:txBody>
      </p:sp>
      <p:sp>
        <p:nvSpPr>
          <p:cNvPr id="13" name="Shape 10"/>
          <p:cNvSpPr/>
          <p:nvPr/>
        </p:nvSpPr>
        <p:spPr>
          <a:xfrm>
            <a:off x="6312406" y="6176772"/>
            <a:ext cx="82296" cy="82296"/>
          </a:xfrm>
          <a:prstGeom prst="ellipse">
            <a:avLst/>
          </a:prstGeom>
          <a:solidFill>
            <a:srgbClr val="8E9A82"/>
          </a:solidFill>
          <a:ln/>
        </p:spPr>
      </p:sp>
      <p:sp>
        <p:nvSpPr>
          <p:cNvPr id="14" name="Shape 11"/>
          <p:cNvSpPr/>
          <p:nvPr/>
        </p:nvSpPr>
        <p:spPr>
          <a:xfrm>
            <a:off x="6464843" y="6176772"/>
            <a:ext cx="82296" cy="82296"/>
          </a:xfrm>
          <a:prstGeom prst="ellipse">
            <a:avLst/>
          </a:prstGeom>
          <a:solidFill>
            <a:srgbClr val="8E9A82"/>
          </a:solidFill>
          <a:ln/>
        </p:spPr>
      </p:sp>
      <p:sp>
        <p:nvSpPr>
          <p:cNvPr id="15" name="Shape 12"/>
          <p:cNvSpPr/>
          <p:nvPr/>
        </p:nvSpPr>
        <p:spPr>
          <a:xfrm>
            <a:off x="6617279" y="6176772"/>
            <a:ext cx="82296" cy="82296"/>
          </a:xfrm>
          <a:prstGeom prst="ellipse">
            <a:avLst/>
          </a:prstGeom>
          <a:solidFill>
            <a:srgbClr val="8E9A82"/>
          </a:solidFill>
          <a:ln/>
        </p:spPr>
      </p:sp>
      <p:sp>
        <p:nvSpPr>
          <p:cNvPr id="16" name="Shape 13"/>
          <p:cNvSpPr/>
          <p:nvPr/>
        </p:nvSpPr>
        <p:spPr>
          <a:xfrm>
            <a:off x="6769715" y="6176772"/>
            <a:ext cx="82296" cy="82296"/>
          </a:xfrm>
          <a:prstGeom prst="ellipse">
            <a:avLst/>
          </a:prstGeom>
          <a:solidFill>
            <a:srgbClr val="8E9A82"/>
          </a:solidFill>
          <a:ln/>
        </p:spPr>
      </p:sp>
      <p:sp>
        <p:nvSpPr>
          <p:cNvPr id="17" name="Shape 14"/>
          <p:cNvSpPr/>
          <p:nvPr/>
        </p:nvSpPr>
        <p:spPr>
          <a:xfrm>
            <a:off x="6922152" y="6176772"/>
            <a:ext cx="82296" cy="82296"/>
          </a:xfrm>
          <a:prstGeom prst="ellipse">
            <a:avLst/>
          </a:prstGeom>
          <a:solidFill>
            <a:srgbClr val="8E9A82"/>
          </a:solidFill>
          <a:ln/>
        </p:spPr>
      </p:sp>
      <p:sp>
        <p:nvSpPr>
          <p:cNvPr id="18" name="Shape 15"/>
          <p:cNvSpPr/>
          <p:nvPr/>
        </p:nvSpPr>
        <p:spPr>
          <a:xfrm>
            <a:off x="7074588" y="6176772"/>
            <a:ext cx="82296" cy="82296"/>
          </a:xfrm>
          <a:prstGeom prst="ellipse">
            <a:avLst/>
          </a:prstGeom>
          <a:solidFill>
            <a:srgbClr val="8E9A82"/>
          </a:solidFill>
          <a:ln/>
        </p:spPr>
      </p:sp>
      <p:sp>
        <p:nvSpPr>
          <p:cNvPr id="19" name="Shape 16"/>
          <p:cNvSpPr/>
          <p:nvPr/>
        </p:nvSpPr>
        <p:spPr>
          <a:xfrm>
            <a:off x="7227025" y="6176772"/>
            <a:ext cx="82296" cy="82296"/>
          </a:xfrm>
          <a:prstGeom prst="ellipse">
            <a:avLst/>
          </a:prstGeom>
          <a:solidFill>
            <a:srgbClr val="8E9A82"/>
          </a:solidFill>
          <a:ln/>
        </p:spPr>
      </p:sp>
      <p:sp>
        <p:nvSpPr>
          <p:cNvPr id="20" name="Shape 17"/>
          <p:cNvSpPr/>
          <p:nvPr/>
        </p:nvSpPr>
        <p:spPr>
          <a:xfrm>
            <a:off x="7342885" y="6140196"/>
            <a:ext cx="155448" cy="155448"/>
          </a:xfrm>
          <a:prstGeom prst="ellipse">
            <a:avLst/>
          </a:prstGeom>
          <a:solidFill>
            <a:srgbClr val="5E6A1E"/>
          </a:solidFill>
          <a:ln/>
        </p:spPr>
      </p:sp>
      <p:sp>
        <p:nvSpPr>
          <p:cNvPr id="21" name="Shape 18"/>
          <p:cNvSpPr/>
          <p:nvPr/>
        </p:nvSpPr>
        <p:spPr>
          <a:xfrm>
            <a:off x="7531898" y="6176772"/>
            <a:ext cx="82296" cy="82296"/>
          </a:xfrm>
          <a:prstGeom prst="ellipse">
            <a:avLst/>
          </a:prstGeom>
          <a:solidFill>
            <a:srgbClr val="D3D9CC"/>
          </a:solidFill>
          <a:ln/>
        </p:spPr>
      </p:sp>
      <p:sp>
        <p:nvSpPr>
          <p:cNvPr id="22" name="Shape 19"/>
          <p:cNvSpPr/>
          <p:nvPr/>
        </p:nvSpPr>
        <p:spPr>
          <a:xfrm>
            <a:off x="7684334" y="6176772"/>
            <a:ext cx="82296" cy="82296"/>
          </a:xfrm>
          <a:prstGeom prst="ellipse">
            <a:avLst/>
          </a:prstGeom>
          <a:solidFill>
            <a:srgbClr val="D3D9CC"/>
          </a:solidFill>
          <a:ln/>
        </p:spPr>
      </p:sp>
      <p:sp>
        <p:nvSpPr>
          <p:cNvPr id="23" name="Shape 20"/>
          <p:cNvSpPr/>
          <p:nvPr/>
        </p:nvSpPr>
        <p:spPr>
          <a:xfrm>
            <a:off x="7836771" y="6176772"/>
            <a:ext cx="82296" cy="82296"/>
          </a:xfrm>
          <a:prstGeom prst="ellipse">
            <a:avLst/>
          </a:prstGeom>
          <a:solidFill>
            <a:srgbClr val="D3D9CC"/>
          </a:solidFill>
          <a:ln/>
        </p:spPr>
      </p:sp>
      <p:sp>
        <p:nvSpPr>
          <p:cNvPr id="24" name="Shape 21"/>
          <p:cNvSpPr/>
          <p:nvPr/>
        </p:nvSpPr>
        <p:spPr>
          <a:xfrm>
            <a:off x="7989207" y="6176772"/>
            <a:ext cx="82296" cy="82296"/>
          </a:xfrm>
          <a:prstGeom prst="ellipse">
            <a:avLst/>
          </a:prstGeom>
          <a:solidFill>
            <a:srgbClr val="D3D9CC"/>
          </a:solidFill>
          <a:ln/>
        </p:spPr>
      </p:sp>
      <p:sp>
        <p:nvSpPr>
          <p:cNvPr id="25" name="Shape 22"/>
          <p:cNvSpPr/>
          <p:nvPr/>
        </p:nvSpPr>
        <p:spPr>
          <a:xfrm>
            <a:off x="8141643" y="6176772"/>
            <a:ext cx="82296" cy="82296"/>
          </a:xfrm>
          <a:prstGeom prst="ellipse">
            <a:avLst/>
          </a:prstGeom>
          <a:solidFill>
            <a:srgbClr val="D3D9CC"/>
          </a:solidFill>
          <a:ln/>
        </p:spPr>
      </p:sp>
      <p:sp>
        <p:nvSpPr>
          <p:cNvPr id="26" name="Shape 23"/>
          <p:cNvSpPr/>
          <p:nvPr/>
        </p:nvSpPr>
        <p:spPr>
          <a:xfrm>
            <a:off x="8294080" y="6176772"/>
            <a:ext cx="82296" cy="82296"/>
          </a:xfrm>
          <a:prstGeom prst="ellipse">
            <a:avLst/>
          </a:prstGeom>
          <a:solidFill>
            <a:srgbClr val="D3D9CC"/>
          </a:solidFill>
          <a:ln/>
        </p:spPr>
      </p:sp>
      <p:sp>
        <p:nvSpPr>
          <p:cNvPr id="27" name="Shape 24"/>
          <p:cNvSpPr/>
          <p:nvPr/>
        </p:nvSpPr>
        <p:spPr>
          <a:xfrm>
            <a:off x="8446516" y="6176772"/>
            <a:ext cx="82296" cy="82296"/>
          </a:xfrm>
          <a:prstGeom prst="ellipse">
            <a:avLst/>
          </a:prstGeom>
          <a:solidFill>
            <a:srgbClr val="D3D9CC"/>
          </a:solidFill>
          <a:ln/>
        </p:spPr>
      </p:sp>
      <p:sp>
        <p:nvSpPr>
          <p:cNvPr id="28" name="Shape 25"/>
          <p:cNvSpPr/>
          <p:nvPr/>
        </p:nvSpPr>
        <p:spPr>
          <a:xfrm>
            <a:off x="8598953" y="6176772"/>
            <a:ext cx="82296" cy="82296"/>
          </a:xfrm>
          <a:prstGeom prst="ellipse">
            <a:avLst/>
          </a:prstGeom>
          <a:solidFill>
            <a:srgbClr val="D3D9CC"/>
          </a:solidFill>
          <a:ln/>
        </p:spPr>
      </p:sp>
      <p:sp>
        <p:nvSpPr>
          <p:cNvPr id="29" name="Shape 26"/>
          <p:cNvSpPr/>
          <p:nvPr/>
        </p:nvSpPr>
        <p:spPr>
          <a:xfrm>
            <a:off x="8751389" y="6176772"/>
            <a:ext cx="82296" cy="82296"/>
          </a:xfrm>
          <a:prstGeom prst="ellipse">
            <a:avLst/>
          </a:prstGeom>
          <a:solidFill>
            <a:srgbClr val="D3D9CC"/>
          </a:solidFill>
          <a:ln/>
        </p:spPr>
      </p:sp>
      <p:sp>
        <p:nvSpPr>
          <p:cNvPr id="30" name="Shape 27"/>
          <p:cNvSpPr/>
          <p:nvPr/>
        </p:nvSpPr>
        <p:spPr>
          <a:xfrm>
            <a:off x="8903826" y="6176772"/>
            <a:ext cx="82296" cy="82296"/>
          </a:xfrm>
          <a:prstGeom prst="ellipse">
            <a:avLst/>
          </a:prstGeom>
          <a:solidFill>
            <a:srgbClr val="D3D9CC"/>
          </a:solidFill>
          <a:ln/>
        </p:spPr>
      </p:sp>
      <p:sp>
        <p:nvSpPr>
          <p:cNvPr id="31" name="Shape 28"/>
          <p:cNvSpPr/>
          <p:nvPr/>
        </p:nvSpPr>
        <p:spPr>
          <a:xfrm>
            <a:off x="9056262" y="6176772"/>
            <a:ext cx="82296" cy="82296"/>
          </a:xfrm>
          <a:prstGeom prst="ellipse">
            <a:avLst/>
          </a:prstGeom>
          <a:solidFill>
            <a:srgbClr val="D3D9CC"/>
          </a:solidFill>
          <a:ln/>
        </p:spPr>
      </p:sp>
      <p:sp>
        <p:nvSpPr>
          <p:cNvPr id="32" name="Shape 29"/>
          <p:cNvSpPr/>
          <p:nvPr/>
        </p:nvSpPr>
        <p:spPr>
          <a:xfrm>
            <a:off x="9208699" y="6176772"/>
            <a:ext cx="82296" cy="82296"/>
          </a:xfrm>
          <a:prstGeom prst="ellipse">
            <a:avLst/>
          </a:prstGeom>
          <a:solidFill>
            <a:srgbClr val="D3D9CC"/>
          </a:solidFill>
          <a:ln/>
        </p:spPr>
      </p:sp>
      <p:sp>
        <p:nvSpPr>
          <p:cNvPr id="33" name="Shape 30"/>
          <p:cNvSpPr/>
          <p:nvPr/>
        </p:nvSpPr>
        <p:spPr>
          <a:xfrm>
            <a:off x="9361135" y="6176772"/>
            <a:ext cx="82296" cy="82296"/>
          </a:xfrm>
          <a:prstGeom prst="ellipse">
            <a:avLst/>
          </a:prstGeom>
          <a:solidFill>
            <a:srgbClr val="D3D9CC"/>
          </a:solidFill>
          <a:ln/>
        </p:spPr>
      </p:sp>
      <p:sp>
        <p:nvSpPr>
          <p:cNvPr id="34" name="Shape 31"/>
          <p:cNvSpPr/>
          <p:nvPr/>
        </p:nvSpPr>
        <p:spPr>
          <a:xfrm>
            <a:off x="9513572" y="6176772"/>
            <a:ext cx="82296" cy="82296"/>
          </a:xfrm>
          <a:prstGeom prst="ellipse">
            <a:avLst/>
          </a:prstGeom>
          <a:solidFill>
            <a:srgbClr val="D3D9CC"/>
          </a:solidFill>
          <a:ln/>
        </p:spPr>
      </p:sp>
      <p:sp>
        <p:nvSpPr>
          <p:cNvPr id="35" name="Shape 32"/>
          <p:cNvSpPr/>
          <p:nvPr/>
        </p:nvSpPr>
        <p:spPr>
          <a:xfrm>
            <a:off x="9666008" y="6176772"/>
            <a:ext cx="82296" cy="82296"/>
          </a:xfrm>
          <a:prstGeom prst="ellipse">
            <a:avLst/>
          </a:prstGeom>
          <a:solidFill>
            <a:srgbClr val="D3D9CC"/>
          </a:solidFill>
          <a:ln/>
        </p:spPr>
      </p:sp>
      <p:sp>
        <p:nvSpPr>
          <p:cNvPr id="36" name="Shape 33"/>
          <p:cNvSpPr/>
          <p:nvPr/>
        </p:nvSpPr>
        <p:spPr>
          <a:xfrm>
            <a:off x="9818444" y="6176772"/>
            <a:ext cx="82296" cy="82296"/>
          </a:xfrm>
          <a:prstGeom prst="ellipse">
            <a:avLst/>
          </a:prstGeom>
          <a:solidFill>
            <a:srgbClr val="D3D9CC"/>
          </a:solidFill>
          <a:ln/>
        </p:spPr>
      </p:sp>
      <p:sp>
        <p:nvSpPr>
          <p:cNvPr id="37" name="Shape 34"/>
          <p:cNvSpPr/>
          <p:nvPr/>
        </p:nvSpPr>
        <p:spPr>
          <a:xfrm>
            <a:off x="9970881" y="6176772"/>
            <a:ext cx="82296" cy="82296"/>
          </a:xfrm>
          <a:prstGeom prst="ellipse">
            <a:avLst/>
          </a:prstGeom>
          <a:solidFill>
            <a:srgbClr val="D3D9CC"/>
          </a:solidFill>
          <a:ln/>
        </p:spPr>
      </p:sp>
      <p:sp>
        <p:nvSpPr>
          <p:cNvPr id="38" name="Shape 35"/>
          <p:cNvSpPr/>
          <p:nvPr/>
        </p:nvSpPr>
        <p:spPr>
          <a:xfrm>
            <a:off x="10123317" y="6176772"/>
            <a:ext cx="82296" cy="82296"/>
          </a:xfrm>
          <a:prstGeom prst="ellipse">
            <a:avLst/>
          </a:prstGeom>
          <a:solidFill>
            <a:srgbClr val="D3D9CC"/>
          </a:solidFill>
          <a:ln/>
        </p:spPr>
      </p:sp>
      <p:sp>
        <p:nvSpPr>
          <p:cNvPr id="39" name="Shape 36"/>
          <p:cNvSpPr/>
          <p:nvPr/>
        </p:nvSpPr>
        <p:spPr>
          <a:xfrm>
            <a:off x="10275754" y="6176772"/>
            <a:ext cx="82296" cy="82296"/>
          </a:xfrm>
          <a:prstGeom prst="ellipse">
            <a:avLst/>
          </a:prstGeom>
          <a:solidFill>
            <a:srgbClr val="D3D9CC"/>
          </a:solidFill>
          <a:ln/>
        </p:spPr>
      </p:sp>
      <p:sp>
        <p:nvSpPr>
          <p:cNvPr id="40" name="Shape 37"/>
          <p:cNvSpPr/>
          <p:nvPr/>
        </p:nvSpPr>
        <p:spPr>
          <a:xfrm>
            <a:off x="10428190" y="6176772"/>
            <a:ext cx="82296" cy="82296"/>
          </a:xfrm>
          <a:prstGeom prst="ellipse">
            <a:avLst/>
          </a:prstGeom>
          <a:solidFill>
            <a:srgbClr val="D3D9CC"/>
          </a:solidFill>
          <a:ln/>
        </p:spPr>
      </p:sp>
      <p:sp>
        <p:nvSpPr>
          <p:cNvPr id="41" name="Shape 38"/>
          <p:cNvSpPr/>
          <p:nvPr/>
        </p:nvSpPr>
        <p:spPr>
          <a:xfrm>
            <a:off x="10580627" y="6176772"/>
            <a:ext cx="82296" cy="82296"/>
          </a:xfrm>
          <a:prstGeom prst="ellipse">
            <a:avLst/>
          </a:prstGeom>
          <a:solidFill>
            <a:srgbClr val="D3D9CC"/>
          </a:solidFill>
          <a:ln/>
        </p:spPr>
      </p:sp>
      <p:sp>
        <p:nvSpPr>
          <p:cNvPr id="42" name="Shape 39"/>
          <p:cNvSpPr/>
          <p:nvPr/>
        </p:nvSpPr>
        <p:spPr>
          <a:xfrm>
            <a:off x="10733063" y="6176772"/>
            <a:ext cx="82296" cy="82296"/>
          </a:xfrm>
          <a:prstGeom prst="ellipse">
            <a:avLst/>
          </a:prstGeom>
          <a:solidFill>
            <a:srgbClr val="D3D9CC"/>
          </a:solidFill>
          <a:ln/>
        </p:spPr>
      </p:sp>
      <p:sp>
        <p:nvSpPr>
          <p:cNvPr id="43" name="Shape 40"/>
          <p:cNvSpPr/>
          <p:nvPr/>
        </p:nvSpPr>
        <p:spPr>
          <a:xfrm>
            <a:off x="10885500" y="6176772"/>
            <a:ext cx="82296" cy="82296"/>
          </a:xfrm>
          <a:prstGeom prst="ellipse">
            <a:avLst/>
          </a:prstGeom>
          <a:solidFill>
            <a:srgbClr val="D3D9CC"/>
          </a:solidFill>
          <a:ln/>
        </p:spPr>
      </p:sp>
      <p:sp>
        <p:nvSpPr>
          <p:cNvPr id="44" name="Shape 41"/>
          <p:cNvSpPr/>
          <p:nvPr/>
        </p:nvSpPr>
        <p:spPr>
          <a:xfrm>
            <a:off x="11037936" y="6176772"/>
            <a:ext cx="82296" cy="82296"/>
          </a:xfrm>
          <a:prstGeom prst="ellipse">
            <a:avLst/>
          </a:prstGeom>
          <a:solidFill>
            <a:srgbClr val="D3D9CC"/>
          </a:solidFill>
          <a:ln/>
        </p:spPr>
      </p:sp>
      <p:sp>
        <p:nvSpPr>
          <p:cNvPr id="45" name="Shape 42"/>
          <p:cNvSpPr/>
          <p:nvPr/>
        </p:nvSpPr>
        <p:spPr>
          <a:xfrm>
            <a:off x="11190373" y="6176772"/>
            <a:ext cx="82296" cy="82296"/>
          </a:xfrm>
          <a:prstGeom prst="ellipse">
            <a:avLst/>
          </a:prstGeom>
          <a:solidFill>
            <a:srgbClr val="D3D9CC"/>
          </a:solidFill>
          <a:ln/>
        </p:spPr>
      </p:sp>
      <p:sp>
        <p:nvSpPr>
          <p:cNvPr id="46" name="Shape 43"/>
          <p:cNvSpPr/>
          <p:nvPr/>
        </p:nvSpPr>
        <p:spPr>
          <a:xfrm>
            <a:off x="11342809" y="6176772"/>
            <a:ext cx="82296" cy="82296"/>
          </a:xfrm>
          <a:prstGeom prst="ellipse">
            <a:avLst/>
          </a:prstGeom>
          <a:solidFill>
            <a:srgbClr val="D3D9CC"/>
          </a:solidFill>
          <a:ln/>
        </p:spPr>
      </p:sp>
      <p:sp>
        <p:nvSpPr>
          <p:cNvPr id="25" name="Slide Number Placeholder 0"/>
          <p:cNvSpPr>
            <a:spLocks noGrp="1"/>
          </p:cNvSpPr>
          <p:nvPr>
            <p:ph type="sldNum" sz="quarter" idx="4294967295"/>
          </p:nvPr>
        </p:nvSpPr>
        <p:spPr>
          <a:xfrm>
            <a:off x="11155680" y="6510528"/>
            <a:ext cx="548640" cy="228600"/>
          </a:xfrm>
          <a:prstGeom prst="rect">
            <a:avLst/>
          </a:prstGeom>
          <a:extLst>
            <a:ext uri="{C572A759-6A51-4108-AA02-DFA0A04FC94B}">
              <ma14:wrappingTextBoxFlag xmlns:ma14="http://schemas.microsoft.com/office/mac/drawingml/2011/main" val="0"/>
            </a:ext>
          </a:extLst>
        </p:spPr>
        <p:txBody>
          <a:bodyPr/>
          <a:lstStyle>
            <a:lvl1pPr>
              <a:defRPr sz="1000">
                <a:solidFill>
                  <a:srgbClr val="6D7072"/>
                </a:solidFill>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pic>
        <p:nvPicPr>
          <p:cNvPr id="2" name="Step 9 image" descr="Step 9: Deepen the right trees, add blue at the base">    </p:cNvPr>
          <p:cNvPicPr>
            <a:picLocks noChangeAspect="1"/>
          </p:cNvPicPr>
          <p:nvPr/>
        </p:nvPicPr>
        <p:blipFill>
          <a:blip r:embed="rId1"/>
          <a:stretch>
            <a:fillRect/>
          </a:stretch>
        </p:blipFill>
        <p:spPr>
          <a:xfrm>
            <a:off x="457200" y="411480"/>
            <a:ext cx="5317216" cy="6035040"/>
          </a:xfrm>
          <a:prstGeom prst="rect">
            <a:avLst/>
          </a:prstGeom>
        </p:spPr>
      </p:pic>
      <p:sp>
        <p:nvSpPr>
          <p:cNvPr id="3" name="Stage chip"/>
          <p:cNvSpPr txBox="1"/>
          <p:nvPr/>
        </p:nvSpPr>
        <p:spPr>
          <a:xfrm>
            <a:off x="6277336" y="640080"/>
            <a:ext cx="2426818" cy="292608"/>
          </a:xfrm>
          <a:prstGeom prst="roundRect">
            <a:avLst>
              <a:gd name="adj" fmla="val 31250"/>
            </a:avLst>
          </a:prstGeom>
          <a:solidFill>
            <a:srgbClr val="5E6A1E"/>
          </a:solidFill>
          <a:ln/>
        </p:spPr>
        <p:txBody>
          <a:bodyPr wrap="square" lIns="0" tIns="0" rIns="0" bIns="0" rtlCol="0" anchor="ctr"/>
          <a:lstStyle/>
          <a:p>
            <a:pPr algn="ctr" indent="0" marL="0">
              <a:buNone/>
            </a:pPr>
            <a:r>
              <a:rPr lang="en-US" sz="1100" b="1" dirty="0">
                <a:solidFill>
                  <a:srgbClr val="FFFFFF"/>
                </a:solidFill>
              </a:rPr>
              <a:t>STAGE 3 · DISTANT TREES</a:t>
            </a:r>
            <a:endParaRPr lang="en-US" sz="1100" dirty="0"/>
          </a:p>
        </p:txBody>
      </p:sp>
      <p:sp>
        <p:nvSpPr>
          <p:cNvPr id="4" name="Step counter"/>
          <p:cNvSpPr txBox="1"/>
          <p:nvPr/>
        </p:nvSpPr>
        <p:spPr>
          <a:xfrm>
            <a:off x="9905695" y="640080"/>
            <a:ext cx="1554480" cy="292608"/>
          </a:xfrm>
          <a:prstGeom prst="rect">
            <a:avLst/>
          </a:prstGeom>
          <a:noFill/>
          <a:ln/>
        </p:spPr>
        <p:txBody>
          <a:bodyPr wrap="square" lIns="0" tIns="0" rIns="0" bIns="0" rtlCol="0" anchor="ctr"/>
          <a:lstStyle/>
          <a:p>
            <a:pPr algn="r" indent="0" marL="0">
              <a:buNone/>
            </a:pPr>
            <a:r>
              <a:rPr lang="en-US" sz="1100" b="1" dirty="0">
                <a:solidFill>
                  <a:srgbClr val="6D7072"/>
                </a:solidFill>
              </a:rPr>
              <a:t>STEP 9 OF 34</a:t>
            </a:r>
            <a:endParaRPr lang="en-US" sz="1100" dirty="0"/>
          </a:p>
        </p:txBody>
      </p:sp>
      <p:sp>
        <p:nvSpPr>
          <p:cNvPr id="5" name="Text 1"/>
          <p:cNvSpPr/>
          <p:nvPr>
            <p:ph idx="101" type="title" hasCustomPrompt="1"/>
          </p:nvPr>
        </p:nvSpPr>
        <p:spPr>
          <a:xfrm>
            <a:off x="6277336" y="1051560"/>
            <a:ext cx="5182839" cy="868680"/>
          </a:xfrm>
          <a:prstGeom prst="rect">
            <a:avLst/>
          </a:prstGeom>
          <a:noFill/>
          <a:ln/>
        </p:spPr>
        <p:txBody>
          <a:bodyPr wrap="square" lIns="0" tIns="0" rIns="0" bIns="0" rtlCol="0" anchor="t"/>
          <a:lstStyle/>
          <a:p>
            <a:pPr algn="l" indent="0" marL="0">
              <a:buNone/>
            </a:pPr>
            <a:r>
              <a:rPr lang="en-US" sz="2600" b="1" dirty="0">
                <a:solidFill>
                  <a:schemeClr val="tx2"/>
                </a:solidFill>
              </a:rPr>
              <a:t>Deepen the right trees, add blue at the base</a:t>
            </a:r>
            <a:endParaRPr lang="en-US" sz="2600" dirty="0"/>
          </a:p>
        </p:txBody>
      </p:sp>
      <p:sp>
        <p:nvSpPr>
          <p:cNvPr id="6" name="Text 3"/>
          <p:cNvSpPr txBox="1"/>
          <p:nvPr/>
        </p:nvSpPr>
        <p:spPr>
          <a:xfrm>
            <a:off x="6277336" y="2011680"/>
            <a:ext cx="2743200" cy="228600"/>
          </a:xfrm>
          <a:prstGeom prst="rect">
            <a:avLst/>
          </a:prstGeom>
          <a:noFill/>
          <a:ln/>
        </p:spPr>
        <p:txBody>
          <a:bodyPr wrap="square" lIns="0" tIns="0" rIns="0" bIns="0" rtlCol="0" anchor="ctr"/>
          <a:lstStyle/>
          <a:p>
            <a:pPr indent="0" marL="0">
              <a:buNone/>
            </a:pPr>
            <a:r>
              <a:rPr lang="en-US" sz="1100" b="1" dirty="0">
                <a:solidFill>
                  <a:srgbClr val="6D7072"/>
                </a:solidFill>
              </a:rPr>
              <a:t>WHAT TO DO</a:t>
            </a:r>
            <a:endParaRPr lang="en-US" sz="1100" dirty="0"/>
          </a:p>
        </p:txBody>
      </p:sp>
      <p:sp>
        <p:nvSpPr>
          <p:cNvPr id="7" name="Instructions"/>
          <p:cNvSpPr txBox="1"/>
          <p:nvPr/>
        </p:nvSpPr>
        <p:spPr>
          <a:xfrm>
            <a:off x="6277336" y="2286000"/>
            <a:ext cx="5182839" cy="1874520"/>
          </a:xfrm>
          <a:prstGeom prst="rect">
            <a:avLst/>
          </a:prstGeom>
          <a:noFill/>
          <a:ln/>
        </p:spPr>
        <p:txBody>
          <a:bodyPr wrap="square" lIns="0" tIns="0" rIns="0" bIns="0" rtlCol="0" anchor="t"/>
          <a:lstStyle/>
          <a:p>
            <a:pPr marL="203200" indent="-203200">
              <a:spcAft>
                <a:spcPts val="600"/>
              </a:spcAft>
              <a:buSzPct val="100000"/>
              <a:buChar char="•"/>
            </a:pPr>
            <a:r>
              <a:rPr lang="en-US" sz="1500" dirty="0">
                <a:solidFill>
                  <a:schemeClr val="tx1"/>
                </a:solidFill>
              </a:rPr>
              <a:t>Build the green up toward the horizon so the mass looks fuller.</a:t>
            </a:r>
            <a:endParaRPr lang="en-US" sz="1500" dirty="0"/>
          </a:p>
          <a:p>
            <a:pPr marL="203200" indent="-203200">
              <a:spcAft>
                <a:spcPts val="600"/>
              </a:spcAft>
              <a:buSzPct val="100000"/>
              <a:buChar char="•"/>
            </a:pPr>
            <a:r>
              <a:rPr lang="en-US" sz="1500" dirty="0">
                <a:solidFill>
                  <a:schemeClr val="tx1"/>
                </a:solidFill>
              </a:rPr>
              <a:t>At the base, beside the vanishing point, start a band of blue-green.</a:t>
            </a:r>
            <a:endParaRPr lang="en-US" sz="1500" dirty="0"/>
          </a:p>
        </p:txBody>
      </p:sp>
      <p:sp>
        <p:nvSpPr>
          <p:cNvPr id="8" name="Tip box"/>
          <p:cNvSpPr/>
          <p:nvPr/>
        </p:nvSpPr>
        <p:spPr>
          <a:xfrm>
            <a:off x="6277336" y="4224528"/>
            <a:ext cx="5182839" cy="932688"/>
          </a:xfrm>
          <a:prstGeom prst="roundRect">
            <a:avLst>
              <a:gd name="adj" fmla="val 7843"/>
            </a:avLst>
          </a:prstGeom>
          <a:solidFill>
            <a:srgbClr val="F2F4F0"/>
          </a:solidFill>
          <a:ln/>
        </p:spPr>
      </p:sp>
      <p:sp>
        <p:nvSpPr>
          <p:cNvPr id="9" name="Tip text"/>
          <p:cNvSpPr txBox="1"/>
          <p:nvPr/>
        </p:nvSpPr>
        <p:spPr>
          <a:xfrm>
            <a:off x="6414496" y="4261104"/>
            <a:ext cx="4908519" cy="859536"/>
          </a:xfrm>
          <a:prstGeom prst="rect">
            <a:avLst/>
          </a:prstGeom>
          <a:noFill/>
          <a:ln/>
        </p:spPr>
        <p:txBody>
          <a:bodyPr wrap="square" lIns="0" tIns="0" rIns="0" bIns="0" rtlCol="0" anchor="ctr"/>
          <a:lstStyle/>
          <a:p>
            <a:pPr indent="0" marL="0">
              <a:buNone/>
            </a:pPr>
            <a:r>
              <a:rPr lang="en-US" sz="1000" b="1" dirty="0">
                <a:solidFill>
                  <a:srgbClr val="B4531A"/>
                </a:solidFill>
              </a:rPr>
              <a:t>WATCH FOR</a:t>
            </a:r>
            <a:endParaRPr lang="en-US" sz="1000" dirty="0"/>
          </a:p>
          <a:p>
            <a:pPr indent="0" marL="0">
              <a:buNone/>
            </a:pPr>
            <a:r>
              <a:rPr lang="en-US" sz="1400" dirty="0">
                <a:solidFill>
                  <a:schemeClr val="tx1"/>
                </a:solidFill>
              </a:rPr>
              <a:t>A cooler, bluer color at the base makes the trees look farther away.</a:t>
            </a:r>
            <a:endParaRPr lang="en-US" sz="1000" dirty="0"/>
          </a:p>
        </p:txBody>
      </p:sp>
      <p:sp>
        <p:nvSpPr>
          <p:cNvPr id="10" name="Text 7"/>
          <p:cNvSpPr txBox="1"/>
          <p:nvPr/>
        </p:nvSpPr>
        <p:spPr>
          <a:xfrm>
            <a:off x="6277336" y="5285232"/>
            <a:ext cx="5182839" cy="201168"/>
          </a:xfrm>
          <a:prstGeom prst="rect">
            <a:avLst/>
          </a:prstGeom>
          <a:noFill/>
          <a:ln/>
        </p:spPr>
        <p:txBody>
          <a:bodyPr wrap="square" lIns="0" tIns="0" rIns="0" bIns="0" rtlCol="0" anchor="ctr"/>
          <a:lstStyle/>
          <a:p>
            <a:pPr indent="0" marL="0">
              <a:buNone/>
            </a:pPr>
            <a:r>
              <a:rPr lang="en-US" sz="1000" b="1" dirty="0">
                <a:solidFill>
                  <a:srgbClr val="6D7072"/>
                </a:solidFill>
              </a:rPr>
              <a:t>COLORS IN THIS STEP</a:t>
            </a:r>
            <a:endParaRPr lang="en-US" sz="1000" dirty="0"/>
          </a:p>
        </p:txBody>
      </p:sp>
      <p:sp>
        <p:nvSpPr>
          <p:cNvPr id="11" name="Swatch Olive green"/>
          <p:cNvSpPr/>
          <p:nvPr/>
        </p:nvSpPr>
        <p:spPr>
          <a:xfrm>
            <a:off x="6277336" y="5532120"/>
            <a:ext cx="329184" cy="329184"/>
          </a:xfrm>
          <a:prstGeom prst="ellipse">
            <a:avLst/>
          </a:prstGeom>
          <a:solidFill>
            <a:srgbClr val="79832D"/>
          </a:solidFill>
          <a:ln w="9525">
            <a:solidFill>
              <a:srgbClr val="D3D9CC"/>
            </a:solidFill>
            <a:prstDash val="solid"/>
          </a:ln>
        </p:spPr>
      </p:sp>
      <p:sp>
        <p:nvSpPr>
          <p:cNvPr id="12" name="Text 9"/>
          <p:cNvSpPr txBox="1"/>
          <p:nvPr/>
        </p:nvSpPr>
        <p:spPr>
          <a:xfrm>
            <a:off x="6688816" y="5504688"/>
            <a:ext cx="1270413" cy="384048"/>
          </a:xfrm>
          <a:prstGeom prst="rect">
            <a:avLst/>
          </a:prstGeom>
          <a:noFill/>
          <a:ln/>
        </p:spPr>
        <p:txBody>
          <a:bodyPr wrap="square" lIns="0" tIns="0" rIns="0" bIns="0" rtlCol="0" anchor="ctr"/>
          <a:lstStyle/>
          <a:p>
            <a:pPr indent="0" marL="0">
              <a:buNone/>
            </a:pPr>
            <a:r>
              <a:rPr lang="en-US" sz="1100" b="1" dirty="0">
                <a:solidFill>
                  <a:schemeClr val="tx1"/>
                </a:solidFill>
              </a:rPr>
              <a:t>Olive green</a:t>
            </a:r>
            <a:endParaRPr lang="en-US" sz="1100" dirty="0"/>
          </a:p>
          <a:p>
            <a:pPr indent="0" marL="0">
              <a:buNone/>
            </a:pPr>
            <a:r>
              <a:rPr lang="en-US" sz="1000" dirty="0">
                <a:solidFill>
                  <a:srgbClr val="4A5058"/>
                </a:solidFill>
              </a:rPr>
              <a:t>#79832D</a:t>
            </a:r>
            <a:endParaRPr lang="en-US" sz="1100" dirty="0"/>
          </a:p>
        </p:txBody>
      </p:sp>
      <p:sp>
        <p:nvSpPr>
          <p:cNvPr id="13" name="Swatch Blue-green haze"/>
          <p:cNvSpPr/>
          <p:nvPr/>
        </p:nvSpPr>
        <p:spPr>
          <a:xfrm>
            <a:off x="8004949" y="5532120"/>
            <a:ext cx="329184" cy="329184"/>
          </a:xfrm>
          <a:prstGeom prst="ellipse">
            <a:avLst/>
          </a:prstGeom>
          <a:solidFill>
            <a:srgbClr val="7AA2AF"/>
          </a:solidFill>
          <a:ln w="9525">
            <a:solidFill>
              <a:srgbClr val="D3D9CC"/>
            </a:solidFill>
            <a:prstDash val="solid"/>
          </a:ln>
        </p:spPr>
      </p:sp>
      <p:sp>
        <p:nvSpPr>
          <p:cNvPr id="14" name="Text 11"/>
          <p:cNvSpPr txBox="1"/>
          <p:nvPr/>
        </p:nvSpPr>
        <p:spPr>
          <a:xfrm>
            <a:off x="8416429" y="5504688"/>
            <a:ext cx="1270413" cy="384048"/>
          </a:xfrm>
          <a:prstGeom prst="rect">
            <a:avLst/>
          </a:prstGeom>
          <a:noFill/>
          <a:ln/>
        </p:spPr>
        <p:txBody>
          <a:bodyPr wrap="square" lIns="0" tIns="0" rIns="0" bIns="0" rtlCol="0" anchor="ctr"/>
          <a:lstStyle/>
          <a:p>
            <a:pPr indent="0" marL="0">
              <a:buNone/>
            </a:pPr>
            <a:r>
              <a:rPr lang="en-US" sz="1100" b="1" dirty="0">
                <a:solidFill>
                  <a:schemeClr val="tx1"/>
                </a:solidFill>
              </a:rPr>
              <a:t>Blue-green haze</a:t>
            </a:r>
            <a:endParaRPr lang="en-US" sz="1100" dirty="0"/>
          </a:p>
          <a:p>
            <a:pPr indent="0" marL="0">
              <a:buNone/>
            </a:pPr>
            <a:r>
              <a:rPr lang="en-US" sz="1000" dirty="0">
                <a:solidFill>
                  <a:srgbClr val="4A5058"/>
                </a:solidFill>
              </a:rPr>
              <a:t>#7AA2AF</a:t>
            </a:r>
            <a:endParaRPr lang="en-US" sz="1100" dirty="0"/>
          </a:p>
        </p:txBody>
      </p:sp>
      <p:sp>
        <p:nvSpPr>
          <p:cNvPr id="15" name="Shape 12"/>
          <p:cNvSpPr/>
          <p:nvPr/>
        </p:nvSpPr>
        <p:spPr>
          <a:xfrm>
            <a:off x="6312406" y="6176772"/>
            <a:ext cx="82296" cy="82296"/>
          </a:xfrm>
          <a:prstGeom prst="ellipse">
            <a:avLst/>
          </a:prstGeom>
          <a:solidFill>
            <a:srgbClr val="8E9A82"/>
          </a:solidFill>
          <a:ln/>
        </p:spPr>
      </p:sp>
      <p:sp>
        <p:nvSpPr>
          <p:cNvPr id="16" name="Shape 13"/>
          <p:cNvSpPr/>
          <p:nvPr/>
        </p:nvSpPr>
        <p:spPr>
          <a:xfrm>
            <a:off x="6464843" y="6176772"/>
            <a:ext cx="82296" cy="82296"/>
          </a:xfrm>
          <a:prstGeom prst="ellipse">
            <a:avLst/>
          </a:prstGeom>
          <a:solidFill>
            <a:srgbClr val="8E9A82"/>
          </a:solidFill>
          <a:ln/>
        </p:spPr>
      </p:sp>
      <p:sp>
        <p:nvSpPr>
          <p:cNvPr id="17" name="Shape 14"/>
          <p:cNvSpPr/>
          <p:nvPr/>
        </p:nvSpPr>
        <p:spPr>
          <a:xfrm>
            <a:off x="6617279" y="6176772"/>
            <a:ext cx="82296" cy="82296"/>
          </a:xfrm>
          <a:prstGeom prst="ellipse">
            <a:avLst/>
          </a:prstGeom>
          <a:solidFill>
            <a:srgbClr val="8E9A82"/>
          </a:solidFill>
          <a:ln/>
        </p:spPr>
      </p:sp>
      <p:sp>
        <p:nvSpPr>
          <p:cNvPr id="18" name="Shape 15"/>
          <p:cNvSpPr/>
          <p:nvPr/>
        </p:nvSpPr>
        <p:spPr>
          <a:xfrm>
            <a:off x="6769715" y="6176772"/>
            <a:ext cx="82296" cy="82296"/>
          </a:xfrm>
          <a:prstGeom prst="ellipse">
            <a:avLst/>
          </a:prstGeom>
          <a:solidFill>
            <a:srgbClr val="8E9A82"/>
          </a:solidFill>
          <a:ln/>
        </p:spPr>
      </p:sp>
      <p:sp>
        <p:nvSpPr>
          <p:cNvPr id="19" name="Shape 16"/>
          <p:cNvSpPr/>
          <p:nvPr/>
        </p:nvSpPr>
        <p:spPr>
          <a:xfrm>
            <a:off x="6922152" y="6176772"/>
            <a:ext cx="82296" cy="82296"/>
          </a:xfrm>
          <a:prstGeom prst="ellipse">
            <a:avLst/>
          </a:prstGeom>
          <a:solidFill>
            <a:srgbClr val="8E9A82"/>
          </a:solidFill>
          <a:ln/>
        </p:spPr>
      </p:sp>
      <p:sp>
        <p:nvSpPr>
          <p:cNvPr id="20" name="Shape 17"/>
          <p:cNvSpPr/>
          <p:nvPr/>
        </p:nvSpPr>
        <p:spPr>
          <a:xfrm>
            <a:off x="7074588" y="6176772"/>
            <a:ext cx="82296" cy="82296"/>
          </a:xfrm>
          <a:prstGeom prst="ellipse">
            <a:avLst/>
          </a:prstGeom>
          <a:solidFill>
            <a:srgbClr val="8E9A82"/>
          </a:solidFill>
          <a:ln/>
        </p:spPr>
      </p:sp>
      <p:sp>
        <p:nvSpPr>
          <p:cNvPr id="21" name="Shape 18"/>
          <p:cNvSpPr/>
          <p:nvPr/>
        </p:nvSpPr>
        <p:spPr>
          <a:xfrm>
            <a:off x="7227025" y="6176772"/>
            <a:ext cx="82296" cy="82296"/>
          </a:xfrm>
          <a:prstGeom prst="ellipse">
            <a:avLst/>
          </a:prstGeom>
          <a:solidFill>
            <a:srgbClr val="8E9A82"/>
          </a:solidFill>
          <a:ln/>
        </p:spPr>
      </p:sp>
      <p:sp>
        <p:nvSpPr>
          <p:cNvPr id="22" name="Shape 19"/>
          <p:cNvSpPr/>
          <p:nvPr/>
        </p:nvSpPr>
        <p:spPr>
          <a:xfrm>
            <a:off x="7379461" y="6176772"/>
            <a:ext cx="82296" cy="82296"/>
          </a:xfrm>
          <a:prstGeom prst="ellipse">
            <a:avLst/>
          </a:prstGeom>
          <a:solidFill>
            <a:srgbClr val="8E9A82"/>
          </a:solidFill>
          <a:ln/>
        </p:spPr>
      </p:sp>
      <p:sp>
        <p:nvSpPr>
          <p:cNvPr id="23" name="Shape 20"/>
          <p:cNvSpPr/>
          <p:nvPr/>
        </p:nvSpPr>
        <p:spPr>
          <a:xfrm>
            <a:off x="7495322" y="6140196"/>
            <a:ext cx="155448" cy="155448"/>
          </a:xfrm>
          <a:prstGeom prst="ellipse">
            <a:avLst/>
          </a:prstGeom>
          <a:solidFill>
            <a:srgbClr val="5E6A1E"/>
          </a:solidFill>
          <a:ln/>
        </p:spPr>
      </p:sp>
      <p:sp>
        <p:nvSpPr>
          <p:cNvPr id="24" name="Shape 21"/>
          <p:cNvSpPr/>
          <p:nvPr/>
        </p:nvSpPr>
        <p:spPr>
          <a:xfrm>
            <a:off x="7684334" y="6176772"/>
            <a:ext cx="82296" cy="82296"/>
          </a:xfrm>
          <a:prstGeom prst="ellipse">
            <a:avLst/>
          </a:prstGeom>
          <a:solidFill>
            <a:srgbClr val="D3D9CC"/>
          </a:solidFill>
          <a:ln/>
        </p:spPr>
      </p:sp>
      <p:sp>
        <p:nvSpPr>
          <p:cNvPr id="25" name="Shape 22"/>
          <p:cNvSpPr/>
          <p:nvPr/>
        </p:nvSpPr>
        <p:spPr>
          <a:xfrm>
            <a:off x="7836771" y="6176772"/>
            <a:ext cx="82296" cy="82296"/>
          </a:xfrm>
          <a:prstGeom prst="ellipse">
            <a:avLst/>
          </a:prstGeom>
          <a:solidFill>
            <a:srgbClr val="D3D9CC"/>
          </a:solidFill>
          <a:ln/>
        </p:spPr>
      </p:sp>
      <p:sp>
        <p:nvSpPr>
          <p:cNvPr id="26" name="Shape 23"/>
          <p:cNvSpPr/>
          <p:nvPr/>
        </p:nvSpPr>
        <p:spPr>
          <a:xfrm>
            <a:off x="7989207" y="6176772"/>
            <a:ext cx="82296" cy="82296"/>
          </a:xfrm>
          <a:prstGeom prst="ellipse">
            <a:avLst/>
          </a:prstGeom>
          <a:solidFill>
            <a:srgbClr val="D3D9CC"/>
          </a:solidFill>
          <a:ln/>
        </p:spPr>
      </p:sp>
      <p:sp>
        <p:nvSpPr>
          <p:cNvPr id="27" name="Shape 24"/>
          <p:cNvSpPr/>
          <p:nvPr/>
        </p:nvSpPr>
        <p:spPr>
          <a:xfrm>
            <a:off x="8141643" y="6176772"/>
            <a:ext cx="82296" cy="82296"/>
          </a:xfrm>
          <a:prstGeom prst="ellipse">
            <a:avLst/>
          </a:prstGeom>
          <a:solidFill>
            <a:srgbClr val="D3D9CC"/>
          </a:solidFill>
          <a:ln/>
        </p:spPr>
      </p:sp>
      <p:sp>
        <p:nvSpPr>
          <p:cNvPr id="28" name="Shape 25"/>
          <p:cNvSpPr/>
          <p:nvPr/>
        </p:nvSpPr>
        <p:spPr>
          <a:xfrm>
            <a:off x="8294080" y="6176772"/>
            <a:ext cx="82296" cy="82296"/>
          </a:xfrm>
          <a:prstGeom prst="ellipse">
            <a:avLst/>
          </a:prstGeom>
          <a:solidFill>
            <a:srgbClr val="D3D9CC"/>
          </a:solidFill>
          <a:ln/>
        </p:spPr>
      </p:sp>
      <p:sp>
        <p:nvSpPr>
          <p:cNvPr id="29" name="Shape 26"/>
          <p:cNvSpPr/>
          <p:nvPr/>
        </p:nvSpPr>
        <p:spPr>
          <a:xfrm>
            <a:off x="8446516" y="6176772"/>
            <a:ext cx="82296" cy="82296"/>
          </a:xfrm>
          <a:prstGeom prst="ellipse">
            <a:avLst/>
          </a:prstGeom>
          <a:solidFill>
            <a:srgbClr val="D3D9CC"/>
          </a:solidFill>
          <a:ln/>
        </p:spPr>
      </p:sp>
      <p:sp>
        <p:nvSpPr>
          <p:cNvPr id="30" name="Shape 27"/>
          <p:cNvSpPr/>
          <p:nvPr/>
        </p:nvSpPr>
        <p:spPr>
          <a:xfrm>
            <a:off x="8598953" y="6176772"/>
            <a:ext cx="82296" cy="82296"/>
          </a:xfrm>
          <a:prstGeom prst="ellipse">
            <a:avLst/>
          </a:prstGeom>
          <a:solidFill>
            <a:srgbClr val="D3D9CC"/>
          </a:solidFill>
          <a:ln/>
        </p:spPr>
      </p:sp>
      <p:sp>
        <p:nvSpPr>
          <p:cNvPr id="31" name="Shape 28"/>
          <p:cNvSpPr/>
          <p:nvPr/>
        </p:nvSpPr>
        <p:spPr>
          <a:xfrm>
            <a:off x="8751389" y="6176772"/>
            <a:ext cx="82296" cy="82296"/>
          </a:xfrm>
          <a:prstGeom prst="ellipse">
            <a:avLst/>
          </a:prstGeom>
          <a:solidFill>
            <a:srgbClr val="D3D9CC"/>
          </a:solidFill>
          <a:ln/>
        </p:spPr>
      </p:sp>
      <p:sp>
        <p:nvSpPr>
          <p:cNvPr id="32" name="Shape 29"/>
          <p:cNvSpPr/>
          <p:nvPr/>
        </p:nvSpPr>
        <p:spPr>
          <a:xfrm>
            <a:off x="8903826" y="6176772"/>
            <a:ext cx="82296" cy="82296"/>
          </a:xfrm>
          <a:prstGeom prst="ellipse">
            <a:avLst/>
          </a:prstGeom>
          <a:solidFill>
            <a:srgbClr val="D3D9CC"/>
          </a:solidFill>
          <a:ln/>
        </p:spPr>
      </p:sp>
      <p:sp>
        <p:nvSpPr>
          <p:cNvPr id="33" name="Shape 30"/>
          <p:cNvSpPr/>
          <p:nvPr/>
        </p:nvSpPr>
        <p:spPr>
          <a:xfrm>
            <a:off x="9056262" y="6176772"/>
            <a:ext cx="82296" cy="82296"/>
          </a:xfrm>
          <a:prstGeom prst="ellipse">
            <a:avLst/>
          </a:prstGeom>
          <a:solidFill>
            <a:srgbClr val="D3D9CC"/>
          </a:solidFill>
          <a:ln/>
        </p:spPr>
      </p:sp>
      <p:sp>
        <p:nvSpPr>
          <p:cNvPr id="34" name="Shape 31"/>
          <p:cNvSpPr/>
          <p:nvPr/>
        </p:nvSpPr>
        <p:spPr>
          <a:xfrm>
            <a:off x="9208699" y="6176772"/>
            <a:ext cx="82296" cy="82296"/>
          </a:xfrm>
          <a:prstGeom prst="ellipse">
            <a:avLst/>
          </a:prstGeom>
          <a:solidFill>
            <a:srgbClr val="D3D9CC"/>
          </a:solidFill>
          <a:ln/>
        </p:spPr>
      </p:sp>
      <p:sp>
        <p:nvSpPr>
          <p:cNvPr id="35" name="Shape 32"/>
          <p:cNvSpPr/>
          <p:nvPr/>
        </p:nvSpPr>
        <p:spPr>
          <a:xfrm>
            <a:off x="9361135" y="6176772"/>
            <a:ext cx="82296" cy="82296"/>
          </a:xfrm>
          <a:prstGeom prst="ellipse">
            <a:avLst/>
          </a:prstGeom>
          <a:solidFill>
            <a:srgbClr val="D3D9CC"/>
          </a:solidFill>
          <a:ln/>
        </p:spPr>
      </p:sp>
      <p:sp>
        <p:nvSpPr>
          <p:cNvPr id="36" name="Shape 33"/>
          <p:cNvSpPr/>
          <p:nvPr/>
        </p:nvSpPr>
        <p:spPr>
          <a:xfrm>
            <a:off x="9513572" y="6176772"/>
            <a:ext cx="82296" cy="82296"/>
          </a:xfrm>
          <a:prstGeom prst="ellipse">
            <a:avLst/>
          </a:prstGeom>
          <a:solidFill>
            <a:srgbClr val="D3D9CC"/>
          </a:solidFill>
          <a:ln/>
        </p:spPr>
      </p:sp>
      <p:sp>
        <p:nvSpPr>
          <p:cNvPr id="37" name="Shape 34"/>
          <p:cNvSpPr/>
          <p:nvPr/>
        </p:nvSpPr>
        <p:spPr>
          <a:xfrm>
            <a:off x="9666008" y="6176772"/>
            <a:ext cx="82296" cy="82296"/>
          </a:xfrm>
          <a:prstGeom prst="ellipse">
            <a:avLst/>
          </a:prstGeom>
          <a:solidFill>
            <a:srgbClr val="D3D9CC"/>
          </a:solidFill>
          <a:ln/>
        </p:spPr>
      </p:sp>
      <p:sp>
        <p:nvSpPr>
          <p:cNvPr id="38" name="Shape 35"/>
          <p:cNvSpPr/>
          <p:nvPr/>
        </p:nvSpPr>
        <p:spPr>
          <a:xfrm>
            <a:off x="9818444" y="6176772"/>
            <a:ext cx="82296" cy="82296"/>
          </a:xfrm>
          <a:prstGeom prst="ellipse">
            <a:avLst/>
          </a:prstGeom>
          <a:solidFill>
            <a:srgbClr val="D3D9CC"/>
          </a:solidFill>
          <a:ln/>
        </p:spPr>
      </p:sp>
      <p:sp>
        <p:nvSpPr>
          <p:cNvPr id="39" name="Shape 36"/>
          <p:cNvSpPr/>
          <p:nvPr/>
        </p:nvSpPr>
        <p:spPr>
          <a:xfrm>
            <a:off x="9970881" y="6176772"/>
            <a:ext cx="82296" cy="82296"/>
          </a:xfrm>
          <a:prstGeom prst="ellipse">
            <a:avLst/>
          </a:prstGeom>
          <a:solidFill>
            <a:srgbClr val="D3D9CC"/>
          </a:solidFill>
          <a:ln/>
        </p:spPr>
      </p:sp>
      <p:sp>
        <p:nvSpPr>
          <p:cNvPr id="40" name="Shape 37"/>
          <p:cNvSpPr/>
          <p:nvPr/>
        </p:nvSpPr>
        <p:spPr>
          <a:xfrm>
            <a:off x="10123317" y="6176772"/>
            <a:ext cx="82296" cy="82296"/>
          </a:xfrm>
          <a:prstGeom prst="ellipse">
            <a:avLst/>
          </a:prstGeom>
          <a:solidFill>
            <a:srgbClr val="D3D9CC"/>
          </a:solidFill>
          <a:ln/>
        </p:spPr>
      </p:sp>
      <p:sp>
        <p:nvSpPr>
          <p:cNvPr id="41" name="Shape 38"/>
          <p:cNvSpPr/>
          <p:nvPr/>
        </p:nvSpPr>
        <p:spPr>
          <a:xfrm>
            <a:off x="10275754" y="6176772"/>
            <a:ext cx="82296" cy="82296"/>
          </a:xfrm>
          <a:prstGeom prst="ellipse">
            <a:avLst/>
          </a:prstGeom>
          <a:solidFill>
            <a:srgbClr val="D3D9CC"/>
          </a:solidFill>
          <a:ln/>
        </p:spPr>
      </p:sp>
      <p:sp>
        <p:nvSpPr>
          <p:cNvPr id="42" name="Shape 39"/>
          <p:cNvSpPr/>
          <p:nvPr/>
        </p:nvSpPr>
        <p:spPr>
          <a:xfrm>
            <a:off x="10428190" y="6176772"/>
            <a:ext cx="82296" cy="82296"/>
          </a:xfrm>
          <a:prstGeom prst="ellipse">
            <a:avLst/>
          </a:prstGeom>
          <a:solidFill>
            <a:srgbClr val="D3D9CC"/>
          </a:solidFill>
          <a:ln/>
        </p:spPr>
      </p:sp>
      <p:sp>
        <p:nvSpPr>
          <p:cNvPr id="43" name="Shape 40"/>
          <p:cNvSpPr/>
          <p:nvPr/>
        </p:nvSpPr>
        <p:spPr>
          <a:xfrm>
            <a:off x="10580627" y="6176772"/>
            <a:ext cx="82296" cy="82296"/>
          </a:xfrm>
          <a:prstGeom prst="ellipse">
            <a:avLst/>
          </a:prstGeom>
          <a:solidFill>
            <a:srgbClr val="D3D9CC"/>
          </a:solidFill>
          <a:ln/>
        </p:spPr>
      </p:sp>
      <p:sp>
        <p:nvSpPr>
          <p:cNvPr id="44" name="Shape 41"/>
          <p:cNvSpPr/>
          <p:nvPr/>
        </p:nvSpPr>
        <p:spPr>
          <a:xfrm>
            <a:off x="10733063" y="6176772"/>
            <a:ext cx="82296" cy="82296"/>
          </a:xfrm>
          <a:prstGeom prst="ellipse">
            <a:avLst/>
          </a:prstGeom>
          <a:solidFill>
            <a:srgbClr val="D3D9CC"/>
          </a:solidFill>
          <a:ln/>
        </p:spPr>
      </p:sp>
      <p:sp>
        <p:nvSpPr>
          <p:cNvPr id="45" name="Shape 42"/>
          <p:cNvSpPr/>
          <p:nvPr/>
        </p:nvSpPr>
        <p:spPr>
          <a:xfrm>
            <a:off x="10885500" y="6176772"/>
            <a:ext cx="82296" cy="82296"/>
          </a:xfrm>
          <a:prstGeom prst="ellipse">
            <a:avLst/>
          </a:prstGeom>
          <a:solidFill>
            <a:srgbClr val="D3D9CC"/>
          </a:solidFill>
          <a:ln/>
        </p:spPr>
      </p:sp>
      <p:sp>
        <p:nvSpPr>
          <p:cNvPr id="46" name="Shape 43"/>
          <p:cNvSpPr/>
          <p:nvPr/>
        </p:nvSpPr>
        <p:spPr>
          <a:xfrm>
            <a:off x="11037936" y="6176772"/>
            <a:ext cx="82296" cy="82296"/>
          </a:xfrm>
          <a:prstGeom prst="ellipse">
            <a:avLst/>
          </a:prstGeom>
          <a:solidFill>
            <a:srgbClr val="D3D9CC"/>
          </a:solidFill>
          <a:ln/>
        </p:spPr>
      </p:sp>
      <p:sp>
        <p:nvSpPr>
          <p:cNvPr id="47" name="Shape 44"/>
          <p:cNvSpPr/>
          <p:nvPr/>
        </p:nvSpPr>
        <p:spPr>
          <a:xfrm>
            <a:off x="11190373" y="6176772"/>
            <a:ext cx="82296" cy="82296"/>
          </a:xfrm>
          <a:prstGeom prst="ellipse">
            <a:avLst/>
          </a:prstGeom>
          <a:solidFill>
            <a:srgbClr val="D3D9CC"/>
          </a:solidFill>
          <a:ln/>
        </p:spPr>
      </p:sp>
      <p:sp>
        <p:nvSpPr>
          <p:cNvPr id="48" name="Shape 45"/>
          <p:cNvSpPr/>
          <p:nvPr/>
        </p:nvSpPr>
        <p:spPr>
          <a:xfrm>
            <a:off x="11342809" y="6176772"/>
            <a:ext cx="82296" cy="82296"/>
          </a:xfrm>
          <a:prstGeom prst="ellipse">
            <a:avLst/>
          </a:prstGeom>
          <a:solidFill>
            <a:srgbClr val="D3D9CC"/>
          </a:solidFill>
          <a:ln/>
        </p:spPr>
      </p:sp>
      <p:sp>
        <p:nvSpPr>
          <p:cNvPr id="25" name="Slide Number Placeholder 0"/>
          <p:cNvSpPr>
            <a:spLocks noGrp="1"/>
          </p:cNvSpPr>
          <p:nvPr>
            <p:ph type="sldNum" sz="quarter" idx="4294967295"/>
          </p:nvPr>
        </p:nvSpPr>
        <p:spPr>
          <a:xfrm>
            <a:off x="11155680" y="6510528"/>
            <a:ext cx="548640" cy="228600"/>
          </a:xfrm>
          <a:prstGeom prst="rect">
            <a:avLst/>
          </a:prstGeom>
          <a:extLst>
            <a:ext uri="{C572A759-6A51-4108-AA02-DFA0A04FC94B}">
              <ma14:wrappingTextBoxFlag xmlns:ma14="http://schemas.microsoft.com/office/mac/drawingml/2011/main" val="0"/>
            </a:ext>
          </a:extLst>
        </p:spPr>
        <p:txBody>
          <a:bodyPr/>
          <a:lstStyle>
            <a:lvl1pPr>
              <a:defRPr sz="1000">
                <a:solidFill>
                  <a:srgbClr val="6D7072"/>
                </a:solidFill>
              </a:defRPr>
            </a:lvl1pPr>
          </a:lstStyle>
          <a:p>
            <a:pPr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pic>
        <p:nvPicPr>
          <p:cNvPr id="2" name="Step 10 image" descr="Step 10: Run the blue-green haze along the horizon">    </p:cNvPr>
          <p:cNvPicPr>
            <a:picLocks noChangeAspect="1"/>
          </p:cNvPicPr>
          <p:nvPr/>
        </p:nvPicPr>
        <p:blipFill>
          <a:blip r:embed="rId1"/>
          <a:stretch>
            <a:fillRect/>
          </a:stretch>
        </p:blipFill>
        <p:spPr>
          <a:xfrm>
            <a:off x="457200" y="411480"/>
            <a:ext cx="5317216" cy="6035040"/>
          </a:xfrm>
          <a:prstGeom prst="rect">
            <a:avLst/>
          </a:prstGeom>
        </p:spPr>
      </p:pic>
      <p:sp>
        <p:nvSpPr>
          <p:cNvPr id="3" name="Stage chip"/>
          <p:cNvSpPr txBox="1"/>
          <p:nvPr/>
        </p:nvSpPr>
        <p:spPr>
          <a:xfrm>
            <a:off x="6277336" y="640080"/>
            <a:ext cx="2426818" cy="292608"/>
          </a:xfrm>
          <a:prstGeom prst="roundRect">
            <a:avLst>
              <a:gd name="adj" fmla="val 31250"/>
            </a:avLst>
          </a:prstGeom>
          <a:solidFill>
            <a:srgbClr val="5E6A1E"/>
          </a:solidFill>
          <a:ln/>
        </p:spPr>
        <p:txBody>
          <a:bodyPr wrap="square" lIns="0" tIns="0" rIns="0" bIns="0" rtlCol="0" anchor="ctr"/>
          <a:lstStyle/>
          <a:p>
            <a:pPr algn="ctr" indent="0" marL="0">
              <a:buNone/>
            </a:pPr>
            <a:r>
              <a:rPr lang="en-US" sz="1100" b="1" dirty="0">
                <a:solidFill>
                  <a:srgbClr val="FFFFFF"/>
                </a:solidFill>
              </a:rPr>
              <a:t>STAGE 3 · DISTANT TREES</a:t>
            </a:r>
            <a:endParaRPr lang="en-US" sz="1100" dirty="0"/>
          </a:p>
        </p:txBody>
      </p:sp>
      <p:sp>
        <p:nvSpPr>
          <p:cNvPr id="4" name="Step counter"/>
          <p:cNvSpPr txBox="1"/>
          <p:nvPr/>
        </p:nvSpPr>
        <p:spPr>
          <a:xfrm>
            <a:off x="9905695" y="640080"/>
            <a:ext cx="1554480" cy="292608"/>
          </a:xfrm>
          <a:prstGeom prst="rect">
            <a:avLst/>
          </a:prstGeom>
          <a:noFill/>
          <a:ln/>
        </p:spPr>
        <p:txBody>
          <a:bodyPr wrap="square" lIns="0" tIns="0" rIns="0" bIns="0" rtlCol="0" anchor="ctr"/>
          <a:lstStyle/>
          <a:p>
            <a:pPr algn="r" indent="0" marL="0">
              <a:buNone/>
            </a:pPr>
            <a:r>
              <a:rPr lang="en-US" sz="1100" b="1" dirty="0">
                <a:solidFill>
                  <a:srgbClr val="6D7072"/>
                </a:solidFill>
              </a:rPr>
              <a:t>STEP 10 OF 34</a:t>
            </a:r>
            <a:endParaRPr lang="en-US" sz="1100" dirty="0"/>
          </a:p>
        </p:txBody>
      </p:sp>
      <p:sp>
        <p:nvSpPr>
          <p:cNvPr id="5" name="Text 1"/>
          <p:cNvSpPr/>
          <p:nvPr>
            <p:ph idx="101" type="title" hasCustomPrompt="1"/>
          </p:nvPr>
        </p:nvSpPr>
        <p:spPr>
          <a:xfrm>
            <a:off x="6277336" y="1051560"/>
            <a:ext cx="5182839" cy="868680"/>
          </a:xfrm>
          <a:prstGeom prst="rect">
            <a:avLst/>
          </a:prstGeom>
          <a:noFill/>
          <a:ln/>
        </p:spPr>
        <p:txBody>
          <a:bodyPr wrap="square" lIns="0" tIns="0" rIns="0" bIns="0" rtlCol="0" anchor="t"/>
          <a:lstStyle/>
          <a:p>
            <a:pPr algn="l" indent="0" marL="0">
              <a:buNone/>
            </a:pPr>
            <a:r>
              <a:rPr lang="en-US" sz="2600" b="1" dirty="0">
                <a:solidFill>
                  <a:schemeClr val="tx2"/>
                </a:solidFill>
              </a:rPr>
              <a:t>Run the blue-green haze along the horizon</a:t>
            </a:r>
            <a:endParaRPr lang="en-US" sz="2600" dirty="0"/>
          </a:p>
        </p:txBody>
      </p:sp>
      <p:sp>
        <p:nvSpPr>
          <p:cNvPr id="6" name="Text 3"/>
          <p:cNvSpPr txBox="1"/>
          <p:nvPr/>
        </p:nvSpPr>
        <p:spPr>
          <a:xfrm>
            <a:off x="6277336" y="2011680"/>
            <a:ext cx="2743200" cy="228600"/>
          </a:xfrm>
          <a:prstGeom prst="rect">
            <a:avLst/>
          </a:prstGeom>
          <a:noFill/>
          <a:ln/>
        </p:spPr>
        <p:txBody>
          <a:bodyPr wrap="square" lIns="0" tIns="0" rIns="0" bIns="0" rtlCol="0" anchor="ctr"/>
          <a:lstStyle/>
          <a:p>
            <a:pPr indent="0" marL="0">
              <a:buNone/>
            </a:pPr>
            <a:r>
              <a:rPr lang="en-US" sz="1100" b="1" dirty="0">
                <a:solidFill>
                  <a:srgbClr val="6D7072"/>
                </a:solidFill>
              </a:rPr>
              <a:t>WHAT TO DO</a:t>
            </a:r>
            <a:endParaRPr lang="en-US" sz="1100" dirty="0"/>
          </a:p>
        </p:txBody>
      </p:sp>
      <p:sp>
        <p:nvSpPr>
          <p:cNvPr id="7" name="Instructions"/>
          <p:cNvSpPr txBox="1"/>
          <p:nvPr/>
        </p:nvSpPr>
        <p:spPr>
          <a:xfrm>
            <a:off x="6277336" y="2286000"/>
            <a:ext cx="5182839" cy="1874520"/>
          </a:xfrm>
          <a:prstGeom prst="rect">
            <a:avLst/>
          </a:prstGeom>
          <a:noFill/>
          <a:ln/>
        </p:spPr>
        <p:txBody>
          <a:bodyPr wrap="square" lIns="0" tIns="0" rIns="0" bIns="0" rtlCol="0" anchor="t"/>
          <a:lstStyle/>
          <a:p>
            <a:pPr marL="203200" indent="-203200">
              <a:spcAft>
                <a:spcPts val="600"/>
              </a:spcAft>
              <a:buSzPct val="100000"/>
              <a:buChar char="•"/>
            </a:pPr>
            <a:r>
              <a:rPr lang="en-US" sz="1500" dirty="0">
                <a:solidFill>
                  <a:schemeClr val="tx1"/>
                </a:solidFill>
              </a:rPr>
              <a:t>Continue the blue-green band along the base of the right treeline, all the way to the vanishing point.</a:t>
            </a:r>
            <a:endParaRPr lang="en-US" sz="1500" dirty="0"/>
          </a:p>
          <a:p>
            <a:pPr marL="203200" indent="-203200">
              <a:spcAft>
                <a:spcPts val="600"/>
              </a:spcAft>
              <a:buSzPct val="100000"/>
              <a:buChar char="•"/>
            </a:pPr>
            <a:r>
              <a:rPr lang="en-US" sz="1500" dirty="0">
                <a:solidFill>
                  <a:schemeClr val="tx1"/>
                </a:solidFill>
              </a:rPr>
              <a:t>Let it blend slightly into the green above.</a:t>
            </a:r>
            <a:endParaRPr lang="en-US" sz="1500" dirty="0"/>
          </a:p>
        </p:txBody>
      </p:sp>
      <p:sp>
        <p:nvSpPr>
          <p:cNvPr id="8" name="Tip box"/>
          <p:cNvSpPr/>
          <p:nvPr/>
        </p:nvSpPr>
        <p:spPr>
          <a:xfrm>
            <a:off x="6277336" y="4224528"/>
            <a:ext cx="5182839" cy="932688"/>
          </a:xfrm>
          <a:prstGeom prst="roundRect">
            <a:avLst>
              <a:gd name="adj" fmla="val 7843"/>
            </a:avLst>
          </a:prstGeom>
          <a:solidFill>
            <a:srgbClr val="F2F4F0"/>
          </a:solidFill>
          <a:ln/>
        </p:spPr>
      </p:sp>
      <p:sp>
        <p:nvSpPr>
          <p:cNvPr id="9" name="Tip text"/>
          <p:cNvSpPr txBox="1"/>
          <p:nvPr/>
        </p:nvSpPr>
        <p:spPr>
          <a:xfrm>
            <a:off x="6414496" y="4261104"/>
            <a:ext cx="4908519" cy="859536"/>
          </a:xfrm>
          <a:prstGeom prst="rect">
            <a:avLst/>
          </a:prstGeom>
          <a:noFill/>
          <a:ln/>
        </p:spPr>
        <p:txBody>
          <a:bodyPr wrap="square" lIns="0" tIns="0" rIns="0" bIns="0" rtlCol="0" anchor="ctr"/>
          <a:lstStyle/>
          <a:p>
            <a:pPr indent="0" marL="0">
              <a:buNone/>
            </a:pPr>
            <a:r>
              <a:rPr lang="en-US" sz="1000" b="1" dirty="0">
                <a:solidFill>
                  <a:srgbClr val="B4531A"/>
                </a:solidFill>
              </a:rPr>
              <a:t>WATCH FOR</a:t>
            </a:r>
            <a:endParaRPr lang="en-US" sz="1000" dirty="0"/>
          </a:p>
          <a:p>
            <a:pPr indent="0" marL="0">
              <a:buNone/>
            </a:pPr>
            <a:r>
              <a:rPr lang="en-US" sz="1400" dirty="0">
                <a:solidFill>
                  <a:schemeClr val="tx1"/>
                </a:solidFill>
              </a:rPr>
              <a:t>Follow the scalloped pencil line so the haze keeps its bumpy edge.</a:t>
            </a:r>
            <a:endParaRPr lang="en-US" sz="1000" dirty="0"/>
          </a:p>
        </p:txBody>
      </p:sp>
      <p:sp>
        <p:nvSpPr>
          <p:cNvPr id="10" name="Text 7"/>
          <p:cNvSpPr txBox="1"/>
          <p:nvPr/>
        </p:nvSpPr>
        <p:spPr>
          <a:xfrm>
            <a:off x="6277336" y="5285232"/>
            <a:ext cx="5182839" cy="201168"/>
          </a:xfrm>
          <a:prstGeom prst="rect">
            <a:avLst/>
          </a:prstGeom>
          <a:noFill/>
          <a:ln/>
        </p:spPr>
        <p:txBody>
          <a:bodyPr wrap="square" lIns="0" tIns="0" rIns="0" bIns="0" rtlCol="0" anchor="ctr"/>
          <a:lstStyle/>
          <a:p>
            <a:pPr indent="0" marL="0">
              <a:buNone/>
            </a:pPr>
            <a:r>
              <a:rPr lang="en-US" sz="1000" b="1" dirty="0">
                <a:solidFill>
                  <a:srgbClr val="6D7072"/>
                </a:solidFill>
              </a:rPr>
              <a:t>COLORS IN THIS STEP</a:t>
            </a:r>
            <a:endParaRPr lang="en-US" sz="1000" dirty="0"/>
          </a:p>
        </p:txBody>
      </p:sp>
      <p:sp>
        <p:nvSpPr>
          <p:cNvPr id="11" name="Swatch Blue-green haze"/>
          <p:cNvSpPr/>
          <p:nvPr/>
        </p:nvSpPr>
        <p:spPr>
          <a:xfrm>
            <a:off x="6277336" y="5532120"/>
            <a:ext cx="329184" cy="329184"/>
          </a:xfrm>
          <a:prstGeom prst="ellipse">
            <a:avLst/>
          </a:prstGeom>
          <a:solidFill>
            <a:srgbClr val="7AA2AF"/>
          </a:solidFill>
          <a:ln w="9525">
            <a:solidFill>
              <a:srgbClr val="D3D9CC"/>
            </a:solidFill>
            <a:prstDash val="solid"/>
          </a:ln>
        </p:spPr>
      </p:sp>
      <p:sp>
        <p:nvSpPr>
          <p:cNvPr id="12" name="Text 9"/>
          <p:cNvSpPr txBox="1"/>
          <p:nvPr/>
        </p:nvSpPr>
        <p:spPr>
          <a:xfrm>
            <a:off x="6688816" y="5504688"/>
            <a:ext cx="1270413" cy="384048"/>
          </a:xfrm>
          <a:prstGeom prst="rect">
            <a:avLst/>
          </a:prstGeom>
          <a:noFill/>
          <a:ln/>
        </p:spPr>
        <p:txBody>
          <a:bodyPr wrap="square" lIns="0" tIns="0" rIns="0" bIns="0" rtlCol="0" anchor="ctr"/>
          <a:lstStyle/>
          <a:p>
            <a:pPr indent="0" marL="0">
              <a:buNone/>
            </a:pPr>
            <a:r>
              <a:rPr lang="en-US" sz="1100" b="1" dirty="0">
                <a:solidFill>
                  <a:schemeClr val="tx1"/>
                </a:solidFill>
              </a:rPr>
              <a:t>Blue-green haze</a:t>
            </a:r>
            <a:endParaRPr lang="en-US" sz="1100" dirty="0"/>
          </a:p>
          <a:p>
            <a:pPr indent="0" marL="0">
              <a:buNone/>
            </a:pPr>
            <a:r>
              <a:rPr lang="en-US" sz="1000" dirty="0">
                <a:solidFill>
                  <a:srgbClr val="4A5058"/>
                </a:solidFill>
              </a:rPr>
              <a:t>#7AA2AF</a:t>
            </a:r>
            <a:endParaRPr lang="en-US" sz="1100" dirty="0"/>
          </a:p>
        </p:txBody>
      </p:sp>
      <p:sp>
        <p:nvSpPr>
          <p:cNvPr id="13" name="Swatch Olive green"/>
          <p:cNvSpPr/>
          <p:nvPr/>
        </p:nvSpPr>
        <p:spPr>
          <a:xfrm>
            <a:off x="8004949" y="5532120"/>
            <a:ext cx="329184" cy="329184"/>
          </a:xfrm>
          <a:prstGeom prst="ellipse">
            <a:avLst/>
          </a:prstGeom>
          <a:solidFill>
            <a:srgbClr val="79832D"/>
          </a:solidFill>
          <a:ln w="9525">
            <a:solidFill>
              <a:srgbClr val="D3D9CC"/>
            </a:solidFill>
            <a:prstDash val="solid"/>
          </a:ln>
        </p:spPr>
      </p:sp>
      <p:sp>
        <p:nvSpPr>
          <p:cNvPr id="14" name="Text 11"/>
          <p:cNvSpPr txBox="1"/>
          <p:nvPr/>
        </p:nvSpPr>
        <p:spPr>
          <a:xfrm>
            <a:off x="8416429" y="5504688"/>
            <a:ext cx="1270413" cy="384048"/>
          </a:xfrm>
          <a:prstGeom prst="rect">
            <a:avLst/>
          </a:prstGeom>
          <a:noFill/>
          <a:ln/>
        </p:spPr>
        <p:txBody>
          <a:bodyPr wrap="square" lIns="0" tIns="0" rIns="0" bIns="0" rtlCol="0" anchor="ctr"/>
          <a:lstStyle/>
          <a:p>
            <a:pPr indent="0" marL="0">
              <a:buNone/>
            </a:pPr>
            <a:r>
              <a:rPr lang="en-US" sz="1100" b="1" dirty="0">
                <a:solidFill>
                  <a:schemeClr val="tx1"/>
                </a:solidFill>
              </a:rPr>
              <a:t>Olive green</a:t>
            </a:r>
            <a:endParaRPr lang="en-US" sz="1100" dirty="0"/>
          </a:p>
          <a:p>
            <a:pPr indent="0" marL="0">
              <a:buNone/>
            </a:pPr>
            <a:r>
              <a:rPr lang="en-US" sz="1000" dirty="0">
                <a:solidFill>
                  <a:srgbClr val="4A5058"/>
                </a:solidFill>
              </a:rPr>
              <a:t>#79832D</a:t>
            </a:r>
            <a:endParaRPr lang="en-US" sz="1100" dirty="0"/>
          </a:p>
        </p:txBody>
      </p:sp>
      <p:sp>
        <p:nvSpPr>
          <p:cNvPr id="15" name="Shape 12"/>
          <p:cNvSpPr/>
          <p:nvPr/>
        </p:nvSpPr>
        <p:spPr>
          <a:xfrm>
            <a:off x="6312406" y="6176772"/>
            <a:ext cx="82296" cy="82296"/>
          </a:xfrm>
          <a:prstGeom prst="ellipse">
            <a:avLst/>
          </a:prstGeom>
          <a:solidFill>
            <a:srgbClr val="8E9A82"/>
          </a:solidFill>
          <a:ln/>
        </p:spPr>
      </p:sp>
      <p:sp>
        <p:nvSpPr>
          <p:cNvPr id="16" name="Shape 13"/>
          <p:cNvSpPr/>
          <p:nvPr/>
        </p:nvSpPr>
        <p:spPr>
          <a:xfrm>
            <a:off x="6464843" y="6176772"/>
            <a:ext cx="82296" cy="82296"/>
          </a:xfrm>
          <a:prstGeom prst="ellipse">
            <a:avLst/>
          </a:prstGeom>
          <a:solidFill>
            <a:srgbClr val="8E9A82"/>
          </a:solidFill>
          <a:ln/>
        </p:spPr>
      </p:sp>
      <p:sp>
        <p:nvSpPr>
          <p:cNvPr id="17" name="Shape 14"/>
          <p:cNvSpPr/>
          <p:nvPr/>
        </p:nvSpPr>
        <p:spPr>
          <a:xfrm>
            <a:off x="6617279" y="6176772"/>
            <a:ext cx="82296" cy="82296"/>
          </a:xfrm>
          <a:prstGeom prst="ellipse">
            <a:avLst/>
          </a:prstGeom>
          <a:solidFill>
            <a:srgbClr val="8E9A82"/>
          </a:solidFill>
          <a:ln/>
        </p:spPr>
      </p:sp>
      <p:sp>
        <p:nvSpPr>
          <p:cNvPr id="18" name="Shape 15"/>
          <p:cNvSpPr/>
          <p:nvPr/>
        </p:nvSpPr>
        <p:spPr>
          <a:xfrm>
            <a:off x="6769715" y="6176772"/>
            <a:ext cx="82296" cy="82296"/>
          </a:xfrm>
          <a:prstGeom prst="ellipse">
            <a:avLst/>
          </a:prstGeom>
          <a:solidFill>
            <a:srgbClr val="8E9A82"/>
          </a:solidFill>
          <a:ln/>
        </p:spPr>
      </p:sp>
      <p:sp>
        <p:nvSpPr>
          <p:cNvPr id="19" name="Shape 16"/>
          <p:cNvSpPr/>
          <p:nvPr/>
        </p:nvSpPr>
        <p:spPr>
          <a:xfrm>
            <a:off x="6922152" y="6176772"/>
            <a:ext cx="82296" cy="82296"/>
          </a:xfrm>
          <a:prstGeom prst="ellipse">
            <a:avLst/>
          </a:prstGeom>
          <a:solidFill>
            <a:srgbClr val="8E9A82"/>
          </a:solidFill>
          <a:ln/>
        </p:spPr>
      </p:sp>
      <p:sp>
        <p:nvSpPr>
          <p:cNvPr id="20" name="Shape 17"/>
          <p:cNvSpPr/>
          <p:nvPr/>
        </p:nvSpPr>
        <p:spPr>
          <a:xfrm>
            <a:off x="7074588" y="6176772"/>
            <a:ext cx="82296" cy="82296"/>
          </a:xfrm>
          <a:prstGeom prst="ellipse">
            <a:avLst/>
          </a:prstGeom>
          <a:solidFill>
            <a:srgbClr val="8E9A82"/>
          </a:solidFill>
          <a:ln/>
        </p:spPr>
      </p:sp>
      <p:sp>
        <p:nvSpPr>
          <p:cNvPr id="21" name="Shape 18"/>
          <p:cNvSpPr/>
          <p:nvPr/>
        </p:nvSpPr>
        <p:spPr>
          <a:xfrm>
            <a:off x="7227025" y="6176772"/>
            <a:ext cx="82296" cy="82296"/>
          </a:xfrm>
          <a:prstGeom prst="ellipse">
            <a:avLst/>
          </a:prstGeom>
          <a:solidFill>
            <a:srgbClr val="8E9A82"/>
          </a:solidFill>
          <a:ln/>
        </p:spPr>
      </p:sp>
      <p:sp>
        <p:nvSpPr>
          <p:cNvPr id="22" name="Shape 19"/>
          <p:cNvSpPr/>
          <p:nvPr/>
        </p:nvSpPr>
        <p:spPr>
          <a:xfrm>
            <a:off x="7379461" y="6176772"/>
            <a:ext cx="82296" cy="82296"/>
          </a:xfrm>
          <a:prstGeom prst="ellipse">
            <a:avLst/>
          </a:prstGeom>
          <a:solidFill>
            <a:srgbClr val="8E9A82"/>
          </a:solidFill>
          <a:ln/>
        </p:spPr>
      </p:sp>
      <p:sp>
        <p:nvSpPr>
          <p:cNvPr id="23" name="Shape 20"/>
          <p:cNvSpPr/>
          <p:nvPr/>
        </p:nvSpPr>
        <p:spPr>
          <a:xfrm>
            <a:off x="7531898" y="6176772"/>
            <a:ext cx="82296" cy="82296"/>
          </a:xfrm>
          <a:prstGeom prst="ellipse">
            <a:avLst/>
          </a:prstGeom>
          <a:solidFill>
            <a:srgbClr val="8E9A82"/>
          </a:solidFill>
          <a:ln/>
        </p:spPr>
      </p:sp>
      <p:sp>
        <p:nvSpPr>
          <p:cNvPr id="24" name="Shape 21"/>
          <p:cNvSpPr/>
          <p:nvPr/>
        </p:nvSpPr>
        <p:spPr>
          <a:xfrm>
            <a:off x="7647758" y="6140196"/>
            <a:ext cx="155448" cy="155448"/>
          </a:xfrm>
          <a:prstGeom prst="ellipse">
            <a:avLst/>
          </a:prstGeom>
          <a:solidFill>
            <a:srgbClr val="5E6A1E"/>
          </a:solidFill>
          <a:ln/>
        </p:spPr>
      </p:sp>
      <p:sp>
        <p:nvSpPr>
          <p:cNvPr id="25" name="Shape 22"/>
          <p:cNvSpPr/>
          <p:nvPr/>
        </p:nvSpPr>
        <p:spPr>
          <a:xfrm>
            <a:off x="7836771" y="6176772"/>
            <a:ext cx="82296" cy="82296"/>
          </a:xfrm>
          <a:prstGeom prst="ellipse">
            <a:avLst/>
          </a:prstGeom>
          <a:solidFill>
            <a:srgbClr val="D3D9CC"/>
          </a:solidFill>
          <a:ln/>
        </p:spPr>
      </p:sp>
      <p:sp>
        <p:nvSpPr>
          <p:cNvPr id="26" name="Shape 23"/>
          <p:cNvSpPr/>
          <p:nvPr/>
        </p:nvSpPr>
        <p:spPr>
          <a:xfrm>
            <a:off x="7989207" y="6176772"/>
            <a:ext cx="82296" cy="82296"/>
          </a:xfrm>
          <a:prstGeom prst="ellipse">
            <a:avLst/>
          </a:prstGeom>
          <a:solidFill>
            <a:srgbClr val="D3D9CC"/>
          </a:solidFill>
          <a:ln/>
        </p:spPr>
      </p:sp>
      <p:sp>
        <p:nvSpPr>
          <p:cNvPr id="27" name="Shape 24"/>
          <p:cNvSpPr/>
          <p:nvPr/>
        </p:nvSpPr>
        <p:spPr>
          <a:xfrm>
            <a:off x="8141643" y="6176772"/>
            <a:ext cx="82296" cy="82296"/>
          </a:xfrm>
          <a:prstGeom prst="ellipse">
            <a:avLst/>
          </a:prstGeom>
          <a:solidFill>
            <a:srgbClr val="D3D9CC"/>
          </a:solidFill>
          <a:ln/>
        </p:spPr>
      </p:sp>
      <p:sp>
        <p:nvSpPr>
          <p:cNvPr id="28" name="Shape 25"/>
          <p:cNvSpPr/>
          <p:nvPr/>
        </p:nvSpPr>
        <p:spPr>
          <a:xfrm>
            <a:off x="8294080" y="6176772"/>
            <a:ext cx="82296" cy="82296"/>
          </a:xfrm>
          <a:prstGeom prst="ellipse">
            <a:avLst/>
          </a:prstGeom>
          <a:solidFill>
            <a:srgbClr val="D3D9CC"/>
          </a:solidFill>
          <a:ln/>
        </p:spPr>
      </p:sp>
      <p:sp>
        <p:nvSpPr>
          <p:cNvPr id="29" name="Shape 26"/>
          <p:cNvSpPr/>
          <p:nvPr/>
        </p:nvSpPr>
        <p:spPr>
          <a:xfrm>
            <a:off x="8446516" y="6176772"/>
            <a:ext cx="82296" cy="82296"/>
          </a:xfrm>
          <a:prstGeom prst="ellipse">
            <a:avLst/>
          </a:prstGeom>
          <a:solidFill>
            <a:srgbClr val="D3D9CC"/>
          </a:solidFill>
          <a:ln/>
        </p:spPr>
      </p:sp>
      <p:sp>
        <p:nvSpPr>
          <p:cNvPr id="30" name="Shape 27"/>
          <p:cNvSpPr/>
          <p:nvPr/>
        </p:nvSpPr>
        <p:spPr>
          <a:xfrm>
            <a:off x="8598953" y="6176772"/>
            <a:ext cx="82296" cy="82296"/>
          </a:xfrm>
          <a:prstGeom prst="ellipse">
            <a:avLst/>
          </a:prstGeom>
          <a:solidFill>
            <a:srgbClr val="D3D9CC"/>
          </a:solidFill>
          <a:ln/>
        </p:spPr>
      </p:sp>
      <p:sp>
        <p:nvSpPr>
          <p:cNvPr id="31" name="Shape 28"/>
          <p:cNvSpPr/>
          <p:nvPr/>
        </p:nvSpPr>
        <p:spPr>
          <a:xfrm>
            <a:off x="8751389" y="6176772"/>
            <a:ext cx="82296" cy="82296"/>
          </a:xfrm>
          <a:prstGeom prst="ellipse">
            <a:avLst/>
          </a:prstGeom>
          <a:solidFill>
            <a:srgbClr val="D3D9CC"/>
          </a:solidFill>
          <a:ln/>
        </p:spPr>
      </p:sp>
      <p:sp>
        <p:nvSpPr>
          <p:cNvPr id="32" name="Shape 29"/>
          <p:cNvSpPr/>
          <p:nvPr/>
        </p:nvSpPr>
        <p:spPr>
          <a:xfrm>
            <a:off x="8903826" y="6176772"/>
            <a:ext cx="82296" cy="82296"/>
          </a:xfrm>
          <a:prstGeom prst="ellipse">
            <a:avLst/>
          </a:prstGeom>
          <a:solidFill>
            <a:srgbClr val="D3D9CC"/>
          </a:solidFill>
          <a:ln/>
        </p:spPr>
      </p:sp>
      <p:sp>
        <p:nvSpPr>
          <p:cNvPr id="33" name="Shape 30"/>
          <p:cNvSpPr/>
          <p:nvPr/>
        </p:nvSpPr>
        <p:spPr>
          <a:xfrm>
            <a:off x="9056262" y="6176772"/>
            <a:ext cx="82296" cy="82296"/>
          </a:xfrm>
          <a:prstGeom prst="ellipse">
            <a:avLst/>
          </a:prstGeom>
          <a:solidFill>
            <a:srgbClr val="D3D9CC"/>
          </a:solidFill>
          <a:ln/>
        </p:spPr>
      </p:sp>
      <p:sp>
        <p:nvSpPr>
          <p:cNvPr id="34" name="Shape 31"/>
          <p:cNvSpPr/>
          <p:nvPr/>
        </p:nvSpPr>
        <p:spPr>
          <a:xfrm>
            <a:off x="9208699" y="6176772"/>
            <a:ext cx="82296" cy="82296"/>
          </a:xfrm>
          <a:prstGeom prst="ellipse">
            <a:avLst/>
          </a:prstGeom>
          <a:solidFill>
            <a:srgbClr val="D3D9CC"/>
          </a:solidFill>
          <a:ln/>
        </p:spPr>
      </p:sp>
      <p:sp>
        <p:nvSpPr>
          <p:cNvPr id="35" name="Shape 32"/>
          <p:cNvSpPr/>
          <p:nvPr/>
        </p:nvSpPr>
        <p:spPr>
          <a:xfrm>
            <a:off x="9361135" y="6176772"/>
            <a:ext cx="82296" cy="82296"/>
          </a:xfrm>
          <a:prstGeom prst="ellipse">
            <a:avLst/>
          </a:prstGeom>
          <a:solidFill>
            <a:srgbClr val="D3D9CC"/>
          </a:solidFill>
          <a:ln/>
        </p:spPr>
      </p:sp>
      <p:sp>
        <p:nvSpPr>
          <p:cNvPr id="36" name="Shape 33"/>
          <p:cNvSpPr/>
          <p:nvPr/>
        </p:nvSpPr>
        <p:spPr>
          <a:xfrm>
            <a:off x="9513572" y="6176772"/>
            <a:ext cx="82296" cy="82296"/>
          </a:xfrm>
          <a:prstGeom prst="ellipse">
            <a:avLst/>
          </a:prstGeom>
          <a:solidFill>
            <a:srgbClr val="D3D9CC"/>
          </a:solidFill>
          <a:ln/>
        </p:spPr>
      </p:sp>
      <p:sp>
        <p:nvSpPr>
          <p:cNvPr id="37" name="Shape 34"/>
          <p:cNvSpPr/>
          <p:nvPr/>
        </p:nvSpPr>
        <p:spPr>
          <a:xfrm>
            <a:off x="9666008" y="6176772"/>
            <a:ext cx="82296" cy="82296"/>
          </a:xfrm>
          <a:prstGeom prst="ellipse">
            <a:avLst/>
          </a:prstGeom>
          <a:solidFill>
            <a:srgbClr val="D3D9CC"/>
          </a:solidFill>
          <a:ln/>
        </p:spPr>
      </p:sp>
      <p:sp>
        <p:nvSpPr>
          <p:cNvPr id="38" name="Shape 35"/>
          <p:cNvSpPr/>
          <p:nvPr/>
        </p:nvSpPr>
        <p:spPr>
          <a:xfrm>
            <a:off x="9818444" y="6176772"/>
            <a:ext cx="82296" cy="82296"/>
          </a:xfrm>
          <a:prstGeom prst="ellipse">
            <a:avLst/>
          </a:prstGeom>
          <a:solidFill>
            <a:srgbClr val="D3D9CC"/>
          </a:solidFill>
          <a:ln/>
        </p:spPr>
      </p:sp>
      <p:sp>
        <p:nvSpPr>
          <p:cNvPr id="39" name="Shape 36"/>
          <p:cNvSpPr/>
          <p:nvPr/>
        </p:nvSpPr>
        <p:spPr>
          <a:xfrm>
            <a:off x="9970881" y="6176772"/>
            <a:ext cx="82296" cy="82296"/>
          </a:xfrm>
          <a:prstGeom prst="ellipse">
            <a:avLst/>
          </a:prstGeom>
          <a:solidFill>
            <a:srgbClr val="D3D9CC"/>
          </a:solidFill>
          <a:ln/>
        </p:spPr>
      </p:sp>
      <p:sp>
        <p:nvSpPr>
          <p:cNvPr id="40" name="Shape 37"/>
          <p:cNvSpPr/>
          <p:nvPr/>
        </p:nvSpPr>
        <p:spPr>
          <a:xfrm>
            <a:off x="10123317" y="6176772"/>
            <a:ext cx="82296" cy="82296"/>
          </a:xfrm>
          <a:prstGeom prst="ellipse">
            <a:avLst/>
          </a:prstGeom>
          <a:solidFill>
            <a:srgbClr val="D3D9CC"/>
          </a:solidFill>
          <a:ln/>
        </p:spPr>
      </p:sp>
      <p:sp>
        <p:nvSpPr>
          <p:cNvPr id="41" name="Shape 38"/>
          <p:cNvSpPr/>
          <p:nvPr/>
        </p:nvSpPr>
        <p:spPr>
          <a:xfrm>
            <a:off x="10275754" y="6176772"/>
            <a:ext cx="82296" cy="82296"/>
          </a:xfrm>
          <a:prstGeom prst="ellipse">
            <a:avLst/>
          </a:prstGeom>
          <a:solidFill>
            <a:srgbClr val="D3D9CC"/>
          </a:solidFill>
          <a:ln/>
        </p:spPr>
      </p:sp>
      <p:sp>
        <p:nvSpPr>
          <p:cNvPr id="42" name="Shape 39"/>
          <p:cNvSpPr/>
          <p:nvPr/>
        </p:nvSpPr>
        <p:spPr>
          <a:xfrm>
            <a:off x="10428190" y="6176772"/>
            <a:ext cx="82296" cy="82296"/>
          </a:xfrm>
          <a:prstGeom prst="ellipse">
            <a:avLst/>
          </a:prstGeom>
          <a:solidFill>
            <a:srgbClr val="D3D9CC"/>
          </a:solidFill>
          <a:ln/>
        </p:spPr>
      </p:sp>
      <p:sp>
        <p:nvSpPr>
          <p:cNvPr id="43" name="Shape 40"/>
          <p:cNvSpPr/>
          <p:nvPr/>
        </p:nvSpPr>
        <p:spPr>
          <a:xfrm>
            <a:off x="10580627" y="6176772"/>
            <a:ext cx="82296" cy="82296"/>
          </a:xfrm>
          <a:prstGeom prst="ellipse">
            <a:avLst/>
          </a:prstGeom>
          <a:solidFill>
            <a:srgbClr val="D3D9CC"/>
          </a:solidFill>
          <a:ln/>
        </p:spPr>
      </p:sp>
      <p:sp>
        <p:nvSpPr>
          <p:cNvPr id="44" name="Shape 41"/>
          <p:cNvSpPr/>
          <p:nvPr/>
        </p:nvSpPr>
        <p:spPr>
          <a:xfrm>
            <a:off x="10733063" y="6176772"/>
            <a:ext cx="82296" cy="82296"/>
          </a:xfrm>
          <a:prstGeom prst="ellipse">
            <a:avLst/>
          </a:prstGeom>
          <a:solidFill>
            <a:srgbClr val="D3D9CC"/>
          </a:solidFill>
          <a:ln/>
        </p:spPr>
      </p:sp>
      <p:sp>
        <p:nvSpPr>
          <p:cNvPr id="45" name="Shape 42"/>
          <p:cNvSpPr/>
          <p:nvPr/>
        </p:nvSpPr>
        <p:spPr>
          <a:xfrm>
            <a:off x="10885500" y="6176772"/>
            <a:ext cx="82296" cy="82296"/>
          </a:xfrm>
          <a:prstGeom prst="ellipse">
            <a:avLst/>
          </a:prstGeom>
          <a:solidFill>
            <a:srgbClr val="D3D9CC"/>
          </a:solidFill>
          <a:ln/>
        </p:spPr>
      </p:sp>
      <p:sp>
        <p:nvSpPr>
          <p:cNvPr id="46" name="Shape 43"/>
          <p:cNvSpPr/>
          <p:nvPr/>
        </p:nvSpPr>
        <p:spPr>
          <a:xfrm>
            <a:off x="11037936" y="6176772"/>
            <a:ext cx="82296" cy="82296"/>
          </a:xfrm>
          <a:prstGeom prst="ellipse">
            <a:avLst/>
          </a:prstGeom>
          <a:solidFill>
            <a:srgbClr val="D3D9CC"/>
          </a:solidFill>
          <a:ln/>
        </p:spPr>
      </p:sp>
      <p:sp>
        <p:nvSpPr>
          <p:cNvPr id="47" name="Shape 44"/>
          <p:cNvSpPr/>
          <p:nvPr/>
        </p:nvSpPr>
        <p:spPr>
          <a:xfrm>
            <a:off x="11190373" y="6176772"/>
            <a:ext cx="82296" cy="82296"/>
          </a:xfrm>
          <a:prstGeom prst="ellipse">
            <a:avLst/>
          </a:prstGeom>
          <a:solidFill>
            <a:srgbClr val="D3D9CC"/>
          </a:solidFill>
          <a:ln/>
        </p:spPr>
      </p:sp>
      <p:sp>
        <p:nvSpPr>
          <p:cNvPr id="48" name="Shape 45"/>
          <p:cNvSpPr/>
          <p:nvPr/>
        </p:nvSpPr>
        <p:spPr>
          <a:xfrm>
            <a:off x="11342809" y="6176772"/>
            <a:ext cx="82296" cy="82296"/>
          </a:xfrm>
          <a:prstGeom prst="ellipse">
            <a:avLst/>
          </a:prstGeom>
          <a:solidFill>
            <a:srgbClr val="D3D9CC"/>
          </a:solidFill>
          <a:ln/>
        </p:spPr>
      </p:sp>
      <p:sp>
        <p:nvSpPr>
          <p:cNvPr id="25" name="Slide Number Placeholder 0"/>
          <p:cNvSpPr>
            <a:spLocks noGrp="1"/>
          </p:cNvSpPr>
          <p:nvPr>
            <p:ph type="sldNum" sz="quarter" idx="4294967295"/>
          </p:nvPr>
        </p:nvSpPr>
        <p:spPr>
          <a:xfrm>
            <a:off x="11155680" y="6510528"/>
            <a:ext cx="548640" cy="228600"/>
          </a:xfrm>
          <a:prstGeom prst="rect">
            <a:avLst/>
          </a:prstGeom>
          <a:extLst>
            <a:ext uri="{C572A759-6A51-4108-AA02-DFA0A04FC94B}">
              <ma14:wrappingTextBoxFlag xmlns:ma14="http://schemas.microsoft.com/office/mac/drawingml/2011/main" val="0"/>
            </a:ext>
          </a:extLst>
        </p:spPr>
        <p:txBody>
          <a:bodyPr/>
          <a:lstStyle>
            <a:lvl1pPr>
              <a:defRPr sz="1000">
                <a:solidFill>
                  <a:srgbClr val="6D7072"/>
                </a:solidFill>
              </a:defRPr>
            </a:lvl1pPr>
          </a:lstStyle>
          <a:p>
            <a:pPr algn="r"/>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pic>
        <p:nvPicPr>
          <p:cNvPr id="2" name="Step 11 image" descr="Step 11: Begin the left-hand trees">    </p:cNvPr>
          <p:cNvPicPr>
            <a:picLocks noChangeAspect="1"/>
          </p:cNvPicPr>
          <p:nvPr/>
        </p:nvPicPr>
        <p:blipFill>
          <a:blip r:embed="rId1"/>
          <a:stretch>
            <a:fillRect/>
          </a:stretch>
        </p:blipFill>
        <p:spPr>
          <a:xfrm>
            <a:off x="457200" y="411480"/>
            <a:ext cx="5317216" cy="6035040"/>
          </a:xfrm>
          <a:prstGeom prst="rect">
            <a:avLst/>
          </a:prstGeom>
        </p:spPr>
      </p:pic>
      <p:sp>
        <p:nvSpPr>
          <p:cNvPr id="3" name="Stage chip"/>
          <p:cNvSpPr txBox="1"/>
          <p:nvPr/>
        </p:nvSpPr>
        <p:spPr>
          <a:xfrm>
            <a:off x="6277336" y="640080"/>
            <a:ext cx="2426818" cy="292608"/>
          </a:xfrm>
          <a:prstGeom prst="roundRect">
            <a:avLst>
              <a:gd name="adj" fmla="val 31250"/>
            </a:avLst>
          </a:prstGeom>
          <a:solidFill>
            <a:srgbClr val="5E6A1E"/>
          </a:solidFill>
          <a:ln/>
        </p:spPr>
        <p:txBody>
          <a:bodyPr wrap="square" lIns="0" tIns="0" rIns="0" bIns="0" rtlCol="0" anchor="ctr"/>
          <a:lstStyle/>
          <a:p>
            <a:pPr algn="ctr" indent="0" marL="0">
              <a:buNone/>
            </a:pPr>
            <a:r>
              <a:rPr lang="en-US" sz="1100" b="1" dirty="0">
                <a:solidFill>
                  <a:srgbClr val="FFFFFF"/>
                </a:solidFill>
              </a:rPr>
              <a:t>STAGE 3 · DISTANT TREES</a:t>
            </a:r>
            <a:endParaRPr lang="en-US" sz="1100" dirty="0"/>
          </a:p>
        </p:txBody>
      </p:sp>
      <p:sp>
        <p:nvSpPr>
          <p:cNvPr id="4" name="Step counter"/>
          <p:cNvSpPr txBox="1"/>
          <p:nvPr/>
        </p:nvSpPr>
        <p:spPr>
          <a:xfrm>
            <a:off x="9905695" y="640080"/>
            <a:ext cx="1554480" cy="292608"/>
          </a:xfrm>
          <a:prstGeom prst="rect">
            <a:avLst/>
          </a:prstGeom>
          <a:noFill/>
          <a:ln/>
        </p:spPr>
        <p:txBody>
          <a:bodyPr wrap="square" lIns="0" tIns="0" rIns="0" bIns="0" rtlCol="0" anchor="ctr"/>
          <a:lstStyle/>
          <a:p>
            <a:pPr algn="r" indent="0" marL="0">
              <a:buNone/>
            </a:pPr>
            <a:r>
              <a:rPr lang="en-US" sz="1100" b="1" dirty="0">
                <a:solidFill>
                  <a:srgbClr val="6D7072"/>
                </a:solidFill>
              </a:rPr>
              <a:t>STEP 11 OF 34</a:t>
            </a:r>
            <a:endParaRPr lang="en-US" sz="1100" dirty="0"/>
          </a:p>
        </p:txBody>
      </p:sp>
      <p:sp>
        <p:nvSpPr>
          <p:cNvPr id="5" name="Text 1"/>
          <p:cNvSpPr/>
          <p:nvPr>
            <p:ph idx="101" type="title" hasCustomPrompt="1"/>
          </p:nvPr>
        </p:nvSpPr>
        <p:spPr>
          <a:xfrm>
            <a:off x="6277336" y="1051560"/>
            <a:ext cx="5182839" cy="868680"/>
          </a:xfrm>
          <a:prstGeom prst="rect">
            <a:avLst/>
          </a:prstGeom>
          <a:noFill/>
          <a:ln/>
        </p:spPr>
        <p:txBody>
          <a:bodyPr wrap="square" lIns="0" tIns="0" rIns="0" bIns="0" rtlCol="0" anchor="t"/>
          <a:lstStyle/>
          <a:p>
            <a:pPr algn="l" indent="0" marL="0">
              <a:buNone/>
            </a:pPr>
            <a:r>
              <a:rPr lang="en-US" sz="2600" b="1" dirty="0">
                <a:solidFill>
                  <a:schemeClr val="tx2"/>
                </a:solidFill>
              </a:rPr>
              <a:t>Begin the left-hand trees</a:t>
            </a:r>
            <a:endParaRPr lang="en-US" sz="2600" dirty="0"/>
          </a:p>
        </p:txBody>
      </p:sp>
      <p:sp>
        <p:nvSpPr>
          <p:cNvPr id="6" name="Text 3"/>
          <p:cNvSpPr txBox="1"/>
          <p:nvPr/>
        </p:nvSpPr>
        <p:spPr>
          <a:xfrm>
            <a:off x="6277336" y="2011680"/>
            <a:ext cx="2743200" cy="228600"/>
          </a:xfrm>
          <a:prstGeom prst="rect">
            <a:avLst/>
          </a:prstGeom>
          <a:noFill/>
          <a:ln/>
        </p:spPr>
        <p:txBody>
          <a:bodyPr wrap="square" lIns="0" tIns="0" rIns="0" bIns="0" rtlCol="0" anchor="ctr"/>
          <a:lstStyle/>
          <a:p>
            <a:pPr indent="0" marL="0">
              <a:buNone/>
            </a:pPr>
            <a:r>
              <a:rPr lang="en-US" sz="1100" b="1" dirty="0">
                <a:solidFill>
                  <a:srgbClr val="6D7072"/>
                </a:solidFill>
              </a:rPr>
              <a:t>WHAT TO DO</a:t>
            </a:r>
            <a:endParaRPr lang="en-US" sz="1100" dirty="0"/>
          </a:p>
        </p:txBody>
      </p:sp>
      <p:sp>
        <p:nvSpPr>
          <p:cNvPr id="7" name="Instructions"/>
          <p:cNvSpPr txBox="1"/>
          <p:nvPr/>
        </p:nvSpPr>
        <p:spPr>
          <a:xfrm>
            <a:off x="6277336" y="2286000"/>
            <a:ext cx="5182839" cy="1874520"/>
          </a:xfrm>
          <a:prstGeom prst="rect">
            <a:avLst/>
          </a:prstGeom>
          <a:noFill/>
          <a:ln/>
        </p:spPr>
        <p:txBody>
          <a:bodyPr wrap="square" lIns="0" tIns="0" rIns="0" bIns="0" rtlCol="0" anchor="t"/>
          <a:lstStyle/>
          <a:p>
            <a:pPr marL="203200" indent="-203200">
              <a:spcAft>
                <a:spcPts val="600"/>
              </a:spcAft>
              <a:buSzPct val="100000"/>
              <a:buChar char="•"/>
            </a:pPr>
            <a:r>
              <a:rPr lang="en-US" sz="1500" dirty="0">
                <a:solidFill>
                  <a:schemeClr val="tx1"/>
                </a:solidFill>
              </a:rPr>
              <a:t>Dab dark green clumps on the left, mirroring the right-hand trees.</a:t>
            </a:r>
            <a:endParaRPr lang="en-US" sz="1500" dirty="0"/>
          </a:p>
          <a:p>
            <a:pPr marL="203200" indent="-203200">
              <a:spcAft>
                <a:spcPts val="600"/>
              </a:spcAft>
              <a:buSzPct val="100000"/>
              <a:buChar char="•"/>
            </a:pPr>
            <a:r>
              <a:rPr lang="en-US" sz="1500" dirty="0">
                <a:solidFill>
                  <a:schemeClr val="tx1"/>
                </a:solidFill>
              </a:rPr>
              <a:t>Add the blue-green strip at the base, running from the vanishing point toward the left.</a:t>
            </a:r>
            <a:endParaRPr lang="en-US" sz="1500" dirty="0"/>
          </a:p>
        </p:txBody>
      </p:sp>
      <p:sp>
        <p:nvSpPr>
          <p:cNvPr id="8" name="Tip box"/>
          <p:cNvSpPr/>
          <p:nvPr/>
        </p:nvSpPr>
        <p:spPr>
          <a:xfrm>
            <a:off x="6277336" y="4224528"/>
            <a:ext cx="5182839" cy="932688"/>
          </a:xfrm>
          <a:prstGeom prst="roundRect">
            <a:avLst>
              <a:gd name="adj" fmla="val 7843"/>
            </a:avLst>
          </a:prstGeom>
          <a:solidFill>
            <a:srgbClr val="F2F4F0"/>
          </a:solidFill>
          <a:ln/>
        </p:spPr>
      </p:sp>
      <p:sp>
        <p:nvSpPr>
          <p:cNvPr id="9" name="Tip text"/>
          <p:cNvSpPr txBox="1"/>
          <p:nvPr/>
        </p:nvSpPr>
        <p:spPr>
          <a:xfrm>
            <a:off x="6414496" y="4261104"/>
            <a:ext cx="4908519" cy="859536"/>
          </a:xfrm>
          <a:prstGeom prst="rect">
            <a:avLst/>
          </a:prstGeom>
          <a:noFill/>
          <a:ln/>
        </p:spPr>
        <p:txBody>
          <a:bodyPr wrap="square" lIns="0" tIns="0" rIns="0" bIns="0" rtlCol="0" anchor="ctr"/>
          <a:lstStyle/>
          <a:p>
            <a:pPr indent="0" marL="0">
              <a:buNone/>
            </a:pPr>
            <a:r>
              <a:rPr lang="en-US" sz="1000" b="1" dirty="0">
                <a:solidFill>
                  <a:srgbClr val="B4531A"/>
                </a:solidFill>
              </a:rPr>
              <a:t>WATCH FOR</a:t>
            </a:r>
            <a:endParaRPr lang="en-US" sz="1000" dirty="0"/>
          </a:p>
          <a:p>
            <a:pPr indent="0" marL="0">
              <a:buNone/>
            </a:pPr>
            <a:r>
              <a:rPr lang="en-US" sz="1400" dirty="0">
                <a:solidFill>
                  <a:schemeClr val="tx1"/>
                </a:solidFill>
              </a:rPr>
              <a:t>Work in small clumps and leave the bumpy outline visible.</a:t>
            </a:r>
            <a:endParaRPr lang="en-US" sz="1000" dirty="0"/>
          </a:p>
        </p:txBody>
      </p:sp>
      <p:sp>
        <p:nvSpPr>
          <p:cNvPr id="10" name="Text 7"/>
          <p:cNvSpPr txBox="1"/>
          <p:nvPr/>
        </p:nvSpPr>
        <p:spPr>
          <a:xfrm>
            <a:off x="6277336" y="5285232"/>
            <a:ext cx="5182839" cy="201168"/>
          </a:xfrm>
          <a:prstGeom prst="rect">
            <a:avLst/>
          </a:prstGeom>
          <a:noFill/>
          <a:ln/>
        </p:spPr>
        <p:txBody>
          <a:bodyPr wrap="square" lIns="0" tIns="0" rIns="0" bIns="0" rtlCol="0" anchor="ctr"/>
          <a:lstStyle/>
          <a:p>
            <a:pPr indent="0" marL="0">
              <a:buNone/>
            </a:pPr>
            <a:r>
              <a:rPr lang="en-US" sz="1000" b="1" dirty="0">
                <a:solidFill>
                  <a:srgbClr val="6D7072"/>
                </a:solidFill>
              </a:rPr>
              <a:t>COLORS IN THIS STEP</a:t>
            </a:r>
            <a:endParaRPr lang="en-US" sz="1000" dirty="0"/>
          </a:p>
        </p:txBody>
      </p:sp>
      <p:sp>
        <p:nvSpPr>
          <p:cNvPr id="11" name="Swatch Olive green"/>
          <p:cNvSpPr/>
          <p:nvPr/>
        </p:nvSpPr>
        <p:spPr>
          <a:xfrm>
            <a:off x="6277336" y="5532120"/>
            <a:ext cx="329184" cy="329184"/>
          </a:xfrm>
          <a:prstGeom prst="ellipse">
            <a:avLst/>
          </a:prstGeom>
          <a:solidFill>
            <a:srgbClr val="79832D"/>
          </a:solidFill>
          <a:ln w="9525">
            <a:solidFill>
              <a:srgbClr val="D3D9CC"/>
            </a:solidFill>
            <a:prstDash val="solid"/>
          </a:ln>
        </p:spPr>
      </p:sp>
      <p:sp>
        <p:nvSpPr>
          <p:cNvPr id="12" name="Text 9"/>
          <p:cNvSpPr txBox="1"/>
          <p:nvPr/>
        </p:nvSpPr>
        <p:spPr>
          <a:xfrm>
            <a:off x="6688816" y="5504688"/>
            <a:ext cx="1270413" cy="384048"/>
          </a:xfrm>
          <a:prstGeom prst="rect">
            <a:avLst/>
          </a:prstGeom>
          <a:noFill/>
          <a:ln/>
        </p:spPr>
        <p:txBody>
          <a:bodyPr wrap="square" lIns="0" tIns="0" rIns="0" bIns="0" rtlCol="0" anchor="ctr"/>
          <a:lstStyle/>
          <a:p>
            <a:pPr indent="0" marL="0">
              <a:buNone/>
            </a:pPr>
            <a:r>
              <a:rPr lang="en-US" sz="1100" b="1" dirty="0">
                <a:solidFill>
                  <a:schemeClr val="tx1"/>
                </a:solidFill>
              </a:rPr>
              <a:t>Olive green</a:t>
            </a:r>
            <a:endParaRPr lang="en-US" sz="1100" dirty="0"/>
          </a:p>
          <a:p>
            <a:pPr indent="0" marL="0">
              <a:buNone/>
            </a:pPr>
            <a:r>
              <a:rPr lang="en-US" sz="1000" dirty="0">
                <a:solidFill>
                  <a:srgbClr val="4A5058"/>
                </a:solidFill>
              </a:rPr>
              <a:t>#79832D</a:t>
            </a:r>
            <a:endParaRPr lang="en-US" sz="1100" dirty="0"/>
          </a:p>
        </p:txBody>
      </p:sp>
      <p:sp>
        <p:nvSpPr>
          <p:cNvPr id="13" name="Swatch Blue-green haze"/>
          <p:cNvSpPr/>
          <p:nvPr/>
        </p:nvSpPr>
        <p:spPr>
          <a:xfrm>
            <a:off x="8004949" y="5532120"/>
            <a:ext cx="329184" cy="329184"/>
          </a:xfrm>
          <a:prstGeom prst="ellipse">
            <a:avLst/>
          </a:prstGeom>
          <a:solidFill>
            <a:srgbClr val="7AA2AF"/>
          </a:solidFill>
          <a:ln w="9525">
            <a:solidFill>
              <a:srgbClr val="D3D9CC"/>
            </a:solidFill>
            <a:prstDash val="solid"/>
          </a:ln>
        </p:spPr>
      </p:sp>
      <p:sp>
        <p:nvSpPr>
          <p:cNvPr id="14" name="Text 11"/>
          <p:cNvSpPr txBox="1"/>
          <p:nvPr/>
        </p:nvSpPr>
        <p:spPr>
          <a:xfrm>
            <a:off x="8416429" y="5504688"/>
            <a:ext cx="1270413" cy="384048"/>
          </a:xfrm>
          <a:prstGeom prst="rect">
            <a:avLst/>
          </a:prstGeom>
          <a:noFill/>
          <a:ln/>
        </p:spPr>
        <p:txBody>
          <a:bodyPr wrap="square" lIns="0" tIns="0" rIns="0" bIns="0" rtlCol="0" anchor="ctr"/>
          <a:lstStyle/>
          <a:p>
            <a:pPr indent="0" marL="0">
              <a:buNone/>
            </a:pPr>
            <a:r>
              <a:rPr lang="en-US" sz="1100" b="1" dirty="0">
                <a:solidFill>
                  <a:schemeClr val="tx1"/>
                </a:solidFill>
              </a:rPr>
              <a:t>Blue-green haze</a:t>
            </a:r>
            <a:endParaRPr lang="en-US" sz="1100" dirty="0"/>
          </a:p>
          <a:p>
            <a:pPr indent="0" marL="0">
              <a:buNone/>
            </a:pPr>
            <a:r>
              <a:rPr lang="en-US" sz="1000" dirty="0">
                <a:solidFill>
                  <a:srgbClr val="4A5058"/>
                </a:solidFill>
              </a:rPr>
              <a:t>#7AA2AF</a:t>
            </a:r>
            <a:endParaRPr lang="en-US" sz="1100" dirty="0"/>
          </a:p>
        </p:txBody>
      </p:sp>
      <p:sp>
        <p:nvSpPr>
          <p:cNvPr id="15" name="Shape 12"/>
          <p:cNvSpPr/>
          <p:nvPr/>
        </p:nvSpPr>
        <p:spPr>
          <a:xfrm>
            <a:off x="6312406" y="6176772"/>
            <a:ext cx="82296" cy="82296"/>
          </a:xfrm>
          <a:prstGeom prst="ellipse">
            <a:avLst/>
          </a:prstGeom>
          <a:solidFill>
            <a:srgbClr val="8E9A82"/>
          </a:solidFill>
          <a:ln/>
        </p:spPr>
      </p:sp>
      <p:sp>
        <p:nvSpPr>
          <p:cNvPr id="16" name="Shape 13"/>
          <p:cNvSpPr/>
          <p:nvPr/>
        </p:nvSpPr>
        <p:spPr>
          <a:xfrm>
            <a:off x="6464843" y="6176772"/>
            <a:ext cx="82296" cy="82296"/>
          </a:xfrm>
          <a:prstGeom prst="ellipse">
            <a:avLst/>
          </a:prstGeom>
          <a:solidFill>
            <a:srgbClr val="8E9A82"/>
          </a:solidFill>
          <a:ln/>
        </p:spPr>
      </p:sp>
      <p:sp>
        <p:nvSpPr>
          <p:cNvPr id="17" name="Shape 14"/>
          <p:cNvSpPr/>
          <p:nvPr/>
        </p:nvSpPr>
        <p:spPr>
          <a:xfrm>
            <a:off x="6617279" y="6176772"/>
            <a:ext cx="82296" cy="82296"/>
          </a:xfrm>
          <a:prstGeom prst="ellipse">
            <a:avLst/>
          </a:prstGeom>
          <a:solidFill>
            <a:srgbClr val="8E9A82"/>
          </a:solidFill>
          <a:ln/>
        </p:spPr>
      </p:sp>
      <p:sp>
        <p:nvSpPr>
          <p:cNvPr id="18" name="Shape 15"/>
          <p:cNvSpPr/>
          <p:nvPr/>
        </p:nvSpPr>
        <p:spPr>
          <a:xfrm>
            <a:off x="6769715" y="6176772"/>
            <a:ext cx="82296" cy="82296"/>
          </a:xfrm>
          <a:prstGeom prst="ellipse">
            <a:avLst/>
          </a:prstGeom>
          <a:solidFill>
            <a:srgbClr val="8E9A82"/>
          </a:solidFill>
          <a:ln/>
        </p:spPr>
      </p:sp>
      <p:sp>
        <p:nvSpPr>
          <p:cNvPr id="19" name="Shape 16"/>
          <p:cNvSpPr/>
          <p:nvPr/>
        </p:nvSpPr>
        <p:spPr>
          <a:xfrm>
            <a:off x="6922152" y="6176772"/>
            <a:ext cx="82296" cy="82296"/>
          </a:xfrm>
          <a:prstGeom prst="ellipse">
            <a:avLst/>
          </a:prstGeom>
          <a:solidFill>
            <a:srgbClr val="8E9A82"/>
          </a:solidFill>
          <a:ln/>
        </p:spPr>
      </p:sp>
      <p:sp>
        <p:nvSpPr>
          <p:cNvPr id="20" name="Shape 17"/>
          <p:cNvSpPr/>
          <p:nvPr/>
        </p:nvSpPr>
        <p:spPr>
          <a:xfrm>
            <a:off x="7074588" y="6176772"/>
            <a:ext cx="82296" cy="82296"/>
          </a:xfrm>
          <a:prstGeom prst="ellipse">
            <a:avLst/>
          </a:prstGeom>
          <a:solidFill>
            <a:srgbClr val="8E9A82"/>
          </a:solidFill>
          <a:ln/>
        </p:spPr>
      </p:sp>
      <p:sp>
        <p:nvSpPr>
          <p:cNvPr id="21" name="Shape 18"/>
          <p:cNvSpPr/>
          <p:nvPr/>
        </p:nvSpPr>
        <p:spPr>
          <a:xfrm>
            <a:off x="7227025" y="6176772"/>
            <a:ext cx="82296" cy="82296"/>
          </a:xfrm>
          <a:prstGeom prst="ellipse">
            <a:avLst/>
          </a:prstGeom>
          <a:solidFill>
            <a:srgbClr val="8E9A82"/>
          </a:solidFill>
          <a:ln/>
        </p:spPr>
      </p:sp>
      <p:sp>
        <p:nvSpPr>
          <p:cNvPr id="22" name="Shape 19"/>
          <p:cNvSpPr/>
          <p:nvPr/>
        </p:nvSpPr>
        <p:spPr>
          <a:xfrm>
            <a:off x="7379461" y="6176772"/>
            <a:ext cx="82296" cy="82296"/>
          </a:xfrm>
          <a:prstGeom prst="ellipse">
            <a:avLst/>
          </a:prstGeom>
          <a:solidFill>
            <a:srgbClr val="8E9A82"/>
          </a:solidFill>
          <a:ln/>
        </p:spPr>
      </p:sp>
      <p:sp>
        <p:nvSpPr>
          <p:cNvPr id="23" name="Shape 20"/>
          <p:cNvSpPr/>
          <p:nvPr/>
        </p:nvSpPr>
        <p:spPr>
          <a:xfrm>
            <a:off x="7531898" y="6176772"/>
            <a:ext cx="82296" cy="82296"/>
          </a:xfrm>
          <a:prstGeom prst="ellipse">
            <a:avLst/>
          </a:prstGeom>
          <a:solidFill>
            <a:srgbClr val="8E9A82"/>
          </a:solidFill>
          <a:ln/>
        </p:spPr>
      </p:sp>
      <p:sp>
        <p:nvSpPr>
          <p:cNvPr id="24" name="Shape 21"/>
          <p:cNvSpPr/>
          <p:nvPr/>
        </p:nvSpPr>
        <p:spPr>
          <a:xfrm>
            <a:off x="7684334" y="6176772"/>
            <a:ext cx="82296" cy="82296"/>
          </a:xfrm>
          <a:prstGeom prst="ellipse">
            <a:avLst/>
          </a:prstGeom>
          <a:solidFill>
            <a:srgbClr val="8E9A82"/>
          </a:solidFill>
          <a:ln/>
        </p:spPr>
      </p:sp>
      <p:sp>
        <p:nvSpPr>
          <p:cNvPr id="25" name="Shape 22"/>
          <p:cNvSpPr/>
          <p:nvPr/>
        </p:nvSpPr>
        <p:spPr>
          <a:xfrm>
            <a:off x="7800195" y="6140196"/>
            <a:ext cx="155448" cy="155448"/>
          </a:xfrm>
          <a:prstGeom prst="ellipse">
            <a:avLst/>
          </a:prstGeom>
          <a:solidFill>
            <a:srgbClr val="5E6A1E"/>
          </a:solidFill>
          <a:ln/>
        </p:spPr>
      </p:sp>
      <p:sp>
        <p:nvSpPr>
          <p:cNvPr id="26" name="Shape 23"/>
          <p:cNvSpPr/>
          <p:nvPr/>
        </p:nvSpPr>
        <p:spPr>
          <a:xfrm>
            <a:off x="7989207" y="6176772"/>
            <a:ext cx="82296" cy="82296"/>
          </a:xfrm>
          <a:prstGeom prst="ellipse">
            <a:avLst/>
          </a:prstGeom>
          <a:solidFill>
            <a:srgbClr val="D3D9CC"/>
          </a:solidFill>
          <a:ln/>
        </p:spPr>
      </p:sp>
      <p:sp>
        <p:nvSpPr>
          <p:cNvPr id="27" name="Shape 24"/>
          <p:cNvSpPr/>
          <p:nvPr/>
        </p:nvSpPr>
        <p:spPr>
          <a:xfrm>
            <a:off x="8141643" y="6176772"/>
            <a:ext cx="82296" cy="82296"/>
          </a:xfrm>
          <a:prstGeom prst="ellipse">
            <a:avLst/>
          </a:prstGeom>
          <a:solidFill>
            <a:srgbClr val="D3D9CC"/>
          </a:solidFill>
          <a:ln/>
        </p:spPr>
      </p:sp>
      <p:sp>
        <p:nvSpPr>
          <p:cNvPr id="28" name="Shape 25"/>
          <p:cNvSpPr/>
          <p:nvPr/>
        </p:nvSpPr>
        <p:spPr>
          <a:xfrm>
            <a:off x="8294080" y="6176772"/>
            <a:ext cx="82296" cy="82296"/>
          </a:xfrm>
          <a:prstGeom prst="ellipse">
            <a:avLst/>
          </a:prstGeom>
          <a:solidFill>
            <a:srgbClr val="D3D9CC"/>
          </a:solidFill>
          <a:ln/>
        </p:spPr>
      </p:sp>
      <p:sp>
        <p:nvSpPr>
          <p:cNvPr id="29" name="Shape 26"/>
          <p:cNvSpPr/>
          <p:nvPr/>
        </p:nvSpPr>
        <p:spPr>
          <a:xfrm>
            <a:off x="8446516" y="6176772"/>
            <a:ext cx="82296" cy="82296"/>
          </a:xfrm>
          <a:prstGeom prst="ellipse">
            <a:avLst/>
          </a:prstGeom>
          <a:solidFill>
            <a:srgbClr val="D3D9CC"/>
          </a:solidFill>
          <a:ln/>
        </p:spPr>
      </p:sp>
      <p:sp>
        <p:nvSpPr>
          <p:cNvPr id="30" name="Shape 27"/>
          <p:cNvSpPr/>
          <p:nvPr/>
        </p:nvSpPr>
        <p:spPr>
          <a:xfrm>
            <a:off x="8598953" y="6176772"/>
            <a:ext cx="82296" cy="82296"/>
          </a:xfrm>
          <a:prstGeom prst="ellipse">
            <a:avLst/>
          </a:prstGeom>
          <a:solidFill>
            <a:srgbClr val="D3D9CC"/>
          </a:solidFill>
          <a:ln/>
        </p:spPr>
      </p:sp>
      <p:sp>
        <p:nvSpPr>
          <p:cNvPr id="31" name="Shape 28"/>
          <p:cNvSpPr/>
          <p:nvPr/>
        </p:nvSpPr>
        <p:spPr>
          <a:xfrm>
            <a:off x="8751389" y="6176772"/>
            <a:ext cx="82296" cy="82296"/>
          </a:xfrm>
          <a:prstGeom prst="ellipse">
            <a:avLst/>
          </a:prstGeom>
          <a:solidFill>
            <a:srgbClr val="D3D9CC"/>
          </a:solidFill>
          <a:ln/>
        </p:spPr>
      </p:sp>
      <p:sp>
        <p:nvSpPr>
          <p:cNvPr id="32" name="Shape 29"/>
          <p:cNvSpPr/>
          <p:nvPr/>
        </p:nvSpPr>
        <p:spPr>
          <a:xfrm>
            <a:off x="8903826" y="6176772"/>
            <a:ext cx="82296" cy="82296"/>
          </a:xfrm>
          <a:prstGeom prst="ellipse">
            <a:avLst/>
          </a:prstGeom>
          <a:solidFill>
            <a:srgbClr val="D3D9CC"/>
          </a:solidFill>
          <a:ln/>
        </p:spPr>
      </p:sp>
      <p:sp>
        <p:nvSpPr>
          <p:cNvPr id="33" name="Shape 30"/>
          <p:cNvSpPr/>
          <p:nvPr/>
        </p:nvSpPr>
        <p:spPr>
          <a:xfrm>
            <a:off x="9056262" y="6176772"/>
            <a:ext cx="82296" cy="82296"/>
          </a:xfrm>
          <a:prstGeom prst="ellipse">
            <a:avLst/>
          </a:prstGeom>
          <a:solidFill>
            <a:srgbClr val="D3D9CC"/>
          </a:solidFill>
          <a:ln/>
        </p:spPr>
      </p:sp>
      <p:sp>
        <p:nvSpPr>
          <p:cNvPr id="34" name="Shape 31"/>
          <p:cNvSpPr/>
          <p:nvPr/>
        </p:nvSpPr>
        <p:spPr>
          <a:xfrm>
            <a:off x="9208699" y="6176772"/>
            <a:ext cx="82296" cy="82296"/>
          </a:xfrm>
          <a:prstGeom prst="ellipse">
            <a:avLst/>
          </a:prstGeom>
          <a:solidFill>
            <a:srgbClr val="D3D9CC"/>
          </a:solidFill>
          <a:ln/>
        </p:spPr>
      </p:sp>
      <p:sp>
        <p:nvSpPr>
          <p:cNvPr id="35" name="Shape 32"/>
          <p:cNvSpPr/>
          <p:nvPr/>
        </p:nvSpPr>
        <p:spPr>
          <a:xfrm>
            <a:off x="9361135" y="6176772"/>
            <a:ext cx="82296" cy="82296"/>
          </a:xfrm>
          <a:prstGeom prst="ellipse">
            <a:avLst/>
          </a:prstGeom>
          <a:solidFill>
            <a:srgbClr val="D3D9CC"/>
          </a:solidFill>
          <a:ln/>
        </p:spPr>
      </p:sp>
      <p:sp>
        <p:nvSpPr>
          <p:cNvPr id="36" name="Shape 33"/>
          <p:cNvSpPr/>
          <p:nvPr/>
        </p:nvSpPr>
        <p:spPr>
          <a:xfrm>
            <a:off x="9513572" y="6176772"/>
            <a:ext cx="82296" cy="82296"/>
          </a:xfrm>
          <a:prstGeom prst="ellipse">
            <a:avLst/>
          </a:prstGeom>
          <a:solidFill>
            <a:srgbClr val="D3D9CC"/>
          </a:solidFill>
          <a:ln/>
        </p:spPr>
      </p:sp>
      <p:sp>
        <p:nvSpPr>
          <p:cNvPr id="37" name="Shape 34"/>
          <p:cNvSpPr/>
          <p:nvPr/>
        </p:nvSpPr>
        <p:spPr>
          <a:xfrm>
            <a:off x="9666008" y="6176772"/>
            <a:ext cx="82296" cy="82296"/>
          </a:xfrm>
          <a:prstGeom prst="ellipse">
            <a:avLst/>
          </a:prstGeom>
          <a:solidFill>
            <a:srgbClr val="D3D9CC"/>
          </a:solidFill>
          <a:ln/>
        </p:spPr>
      </p:sp>
      <p:sp>
        <p:nvSpPr>
          <p:cNvPr id="38" name="Shape 35"/>
          <p:cNvSpPr/>
          <p:nvPr/>
        </p:nvSpPr>
        <p:spPr>
          <a:xfrm>
            <a:off x="9818444" y="6176772"/>
            <a:ext cx="82296" cy="82296"/>
          </a:xfrm>
          <a:prstGeom prst="ellipse">
            <a:avLst/>
          </a:prstGeom>
          <a:solidFill>
            <a:srgbClr val="D3D9CC"/>
          </a:solidFill>
          <a:ln/>
        </p:spPr>
      </p:sp>
      <p:sp>
        <p:nvSpPr>
          <p:cNvPr id="39" name="Shape 36"/>
          <p:cNvSpPr/>
          <p:nvPr/>
        </p:nvSpPr>
        <p:spPr>
          <a:xfrm>
            <a:off x="9970881" y="6176772"/>
            <a:ext cx="82296" cy="82296"/>
          </a:xfrm>
          <a:prstGeom prst="ellipse">
            <a:avLst/>
          </a:prstGeom>
          <a:solidFill>
            <a:srgbClr val="D3D9CC"/>
          </a:solidFill>
          <a:ln/>
        </p:spPr>
      </p:sp>
      <p:sp>
        <p:nvSpPr>
          <p:cNvPr id="40" name="Shape 37"/>
          <p:cNvSpPr/>
          <p:nvPr/>
        </p:nvSpPr>
        <p:spPr>
          <a:xfrm>
            <a:off x="10123317" y="6176772"/>
            <a:ext cx="82296" cy="82296"/>
          </a:xfrm>
          <a:prstGeom prst="ellipse">
            <a:avLst/>
          </a:prstGeom>
          <a:solidFill>
            <a:srgbClr val="D3D9CC"/>
          </a:solidFill>
          <a:ln/>
        </p:spPr>
      </p:sp>
      <p:sp>
        <p:nvSpPr>
          <p:cNvPr id="41" name="Shape 38"/>
          <p:cNvSpPr/>
          <p:nvPr/>
        </p:nvSpPr>
        <p:spPr>
          <a:xfrm>
            <a:off x="10275754" y="6176772"/>
            <a:ext cx="82296" cy="82296"/>
          </a:xfrm>
          <a:prstGeom prst="ellipse">
            <a:avLst/>
          </a:prstGeom>
          <a:solidFill>
            <a:srgbClr val="D3D9CC"/>
          </a:solidFill>
          <a:ln/>
        </p:spPr>
      </p:sp>
      <p:sp>
        <p:nvSpPr>
          <p:cNvPr id="42" name="Shape 39"/>
          <p:cNvSpPr/>
          <p:nvPr/>
        </p:nvSpPr>
        <p:spPr>
          <a:xfrm>
            <a:off x="10428190" y="6176772"/>
            <a:ext cx="82296" cy="82296"/>
          </a:xfrm>
          <a:prstGeom prst="ellipse">
            <a:avLst/>
          </a:prstGeom>
          <a:solidFill>
            <a:srgbClr val="D3D9CC"/>
          </a:solidFill>
          <a:ln/>
        </p:spPr>
      </p:sp>
      <p:sp>
        <p:nvSpPr>
          <p:cNvPr id="43" name="Shape 40"/>
          <p:cNvSpPr/>
          <p:nvPr/>
        </p:nvSpPr>
        <p:spPr>
          <a:xfrm>
            <a:off x="10580627" y="6176772"/>
            <a:ext cx="82296" cy="82296"/>
          </a:xfrm>
          <a:prstGeom prst="ellipse">
            <a:avLst/>
          </a:prstGeom>
          <a:solidFill>
            <a:srgbClr val="D3D9CC"/>
          </a:solidFill>
          <a:ln/>
        </p:spPr>
      </p:sp>
      <p:sp>
        <p:nvSpPr>
          <p:cNvPr id="44" name="Shape 41"/>
          <p:cNvSpPr/>
          <p:nvPr/>
        </p:nvSpPr>
        <p:spPr>
          <a:xfrm>
            <a:off x="10733063" y="6176772"/>
            <a:ext cx="82296" cy="82296"/>
          </a:xfrm>
          <a:prstGeom prst="ellipse">
            <a:avLst/>
          </a:prstGeom>
          <a:solidFill>
            <a:srgbClr val="D3D9CC"/>
          </a:solidFill>
          <a:ln/>
        </p:spPr>
      </p:sp>
      <p:sp>
        <p:nvSpPr>
          <p:cNvPr id="45" name="Shape 42"/>
          <p:cNvSpPr/>
          <p:nvPr/>
        </p:nvSpPr>
        <p:spPr>
          <a:xfrm>
            <a:off x="10885500" y="6176772"/>
            <a:ext cx="82296" cy="82296"/>
          </a:xfrm>
          <a:prstGeom prst="ellipse">
            <a:avLst/>
          </a:prstGeom>
          <a:solidFill>
            <a:srgbClr val="D3D9CC"/>
          </a:solidFill>
          <a:ln/>
        </p:spPr>
      </p:sp>
      <p:sp>
        <p:nvSpPr>
          <p:cNvPr id="46" name="Shape 43"/>
          <p:cNvSpPr/>
          <p:nvPr/>
        </p:nvSpPr>
        <p:spPr>
          <a:xfrm>
            <a:off x="11037936" y="6176772"/>
            <a:ext cx="82296" cy="82296"/>
          </a:xfrm>
          <a:prstGeom prst="ellipse">
            <a:avLst/>
          </a:prstGeom>
          <a:solidFill>
            <a:srgbClr val="D3D9CC"/>
          </a:solidFill>
          <a:ln/>
        </p:spPr>
      </p:sp>
      <p:sp>
        <p:nvSpPr>
          <p:cNvPr id="47" name="Shape 44"/>
          <p:cNvSpPr/>
          <p:nvPr/>
        </p:nvSpPr>
        <p:spPr>
          <a:xfrm>
            <a:off x="11190373" y="6176772"/>
            <a:ext cx="82296" cy="82296"/>
          </a:xfrm>
          <a:prstGeom prst="ellipse">
            <a:avLst/>
          </a:prstGeom>
          <a:solidFill>
            <a:srgbClr val="D3D9CC"/>
          </a:solidFill>
          <a:ln/>
        </p:spPr>
      </p:sp>
      <p:sp>
        <p:nvSpPr>
          <p:cNvPr id="48" name="Shape 45"/>
          <p:cNvSpPr/>
          <p:nvPr/>
        </p:nvSpPr>
        <p:spPr>
          <a:xfrm>
            <a:off x="11342809" y="6176772"/>
            <a:ext cx="82296" cy="82296"/>
          </a:xfrm>
          <a:prstGeom prst="ellipse">
            <a:avLst/>
          </a:prstGeom>
          <a:solidFill>
            <a:srgbClr val="D3D9CC"/>
          </a:solidFill>
          <a:ln/>
        </p:spPr>
      </p:sp>
      <p:sp>
        <p:nvSpPr>
          <p:cNvPr id="25" name="Slide Number Placeholder 0"/>
          <p:cNvSpPr>
            <a:spLocks noGrp="1"/>
          </p:cNvSpPr>
          <p:nvPr>
            <p:ph type="sldNum" sz="quarter" idx="4294967295"/>
          </p:nvPr>
        </p:nvSpPr>
        <p:spPr>
          <a:xfrm>
            <a:off x="11155680" y="6510528"/>
            <a:ext cx="548640" cy="228600"/>
          </a:xfrm>
          <a:prstGeom prst="rect">
            <a:avLst/>
          </a:prstGeom>
          <a:extLst>
            <a:ext uri="{C572A759-6A51-4108-AA02-DFA0A04FC94B}">
              <ma14:wrappingTextBoxFlag xmlns:ma14="http://schemas.microsoft.com/office/mac/drawingml/2011/main" val="0"/>
            </a:ext>
          </a:extLst>
        </p:spPr>
        <p:txBody>
          <a:bodyPr/>
          <a:lstStyle>
            <a:lvl1pPr>
              <a:defRPr sz="1000">
                <a:solidFill>
                  <a:srgbClr val="6D7072"/>
                </a:solidFill>
              </a:defRPr>
            </a:lvl1pPr>
          </a:lstStyle>
          <a:p>
            <a:pPr algn="r"/>
            <a:fld id="{F7021451-1387-4CA6-816F-3879F97B5CBC}" type="slidenum">
              <a:rPr b="0"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pic>
        <p:nvPicPr>
          <p:cNvPr id="2" name="Step 12 image" descr="Step 12: Fill the left trees, first meadow stripe">    </p:cNvPr>
          <p:cNvPicPr>
            <a:picLocks noChangeAspect="1"/>
          </p:cNvPicPr>
          <p:nvPr/>
        </p:nvPicPr>
        <p:blipFill>
          <a:blip r:embed="rId1"/>
          <a:stretch>
            <a:fillRect/>
          </a:stretch>
        </p:blipFill>
        <p:spPr>
          <a:xfrm>
            <a:off x="457200" y="411480"/>
            <a:ext cx="5317216" cy="6035040"/>
          </a:xfrm>
          <a:prstGeom prst="rect">
            <a:avLst/>
          </a:prstGeom>
        </p:spPr>
      </p:pic>
      <p:sp>
        <p:nvSpPr>
          <p:cNvPr id="3" name="Stage chip"/>
          <p:cNvSpPr txBox="1"/>
          <p:nvPr/>
        </p:nvSpPr>
        <p:spPr>
          <a:xfrm>
            <a:off x="6277336" y="640080"/>
            <a:ext cx="2426818" cy="292608"/>
          </a:xfrm>
          <a:prstGeom prst="roundRect">
            <a:avLst>
              <a:gd name="adj" fmla="val 31250"/>
            </a:avLst>
          </a:prstGeom>
          <a:solidFill>
            <a:srgbClr val="5E6A1E"/>
          </a:solidFill>
          <a:ln/>
        </p:spPr>
        <p:txBody>
          <a:bodyPr wrap="square" lIns="0" tIns="0" rIns="0" bIns="0" rtlCol="0" anchor="ctr"/>
          <a:lstStyle/>
          <a:p>
            <a:pPr algn="ctr" indent="0" marL="0">
              <a:buNone/>
            </a:pPr>
            <a:r>
              <a:rPr lang="en-US" sz="1100" b="1" dirty="0">
                <a:solidFill>
                  <a:srgbClr val="FFFFFF"/>
                </a:solidFill>
              </a:rPr>
              <a:t>STAGE 3 · DISTANT TREES</a:t>
            </a:r>
            <a:endParaRPr lang="en-US" sz="1100" dirty="0"/>
          </a:p>
        </p:txBody>
      </p:sp>
      <p:sp>
        <p:nvSpPr>
          <p:cNvPr id="4" name="Step counter"/>
          <p:cNvSpPr txBox="1"/>
          <p:nvPr/>
        </p:nvSpPr>
        <p:spPr>
          <a:xfrm>
            <a:off x="9905695" y="640080"/>
            <a:ext cx="1554480" cy="292608"/>
          </a:xfrm>
          <a:prstGeom prst="rect">
            <a:avLst/>
          </a:prstGeom>
          <a:noFill/>
          <a:ln/>
        </p:spPr>
        <p:txBody>
          <a:bodyPr wrap="square" lIns="0" tIns="0" rIns="0" bIns="0" rtlCol="0" anchor="ctr"/>
          <a:lstStyle/>
          <a:p>
            <a:pPr algn="r" indent="0" marL="0">
              <a:buNone/>
            </a:pPr>
            <a:r>
              <a:rPr lang="en-US" sz="1100" b="1" dirty="0">
                <a:solidFill>
                  <a:srgbClr val="6D7072"/>
                </a:solidFill>
              </a:rPr>
              <a:t>STEP 12 OF 34</a:t>
            </a:r>
            <a:endParaRPr lang="en-US" sz="1100" dirty="0"/>
          </a:p>
        </p:txBody>
      </p:sp>
      <p:sp>
        <p:nvSpPr>
          <p:cNvPr id="5" name="Text 1"/>
          <p:cNvSpPr/>
          <p:nvPr>
            <p:ph idx="101" type="title" hasCustomPrompt="1"/>
          </p:nvPr>
        </p:nvSpPr>
        <p:spPr>
          <a:xfrm>
            <a:off x="6277336" y="1051560"/>
            <a:ext cx="5182839" cy="868680"/>
          </a:xfrm>
          <a:prstGeom prst="rect">
            <a:avLst/>
          </a:prstGeom>
          <a:noFill/>
          <a:ln/>
        </p:spPr>
        <p:txBody>
          <a:bodyPr wrap="square" lIns="0" tIns="0" rIns="0" bIns="0" rtlCol="0" anchor="t"/>
          <a:lstStyle/>
          <a:p>
            <a:pPr algn="l" indent="0" marL="0">
              <a:buNone/>
            </a:pPr>
            <a:r>
              <a:rPr lang="en-US" sz="2600" b="1" dirty="0">
                <a:solidFill>
                  <a:schemeClr val="tx2"/>
                </a:solidFill>
              </a:rPr>
              <a:t>Fill the left trees, first meadow stripe</a:t>
            </a:r>
            <a:endParaRPr lang="en-US" sz="2600" dirty="0"/>
          </a:p>
        </p:txBody>
      </p:sp>
      <p:sp>
        <p:nvSpPr>
          <p:cNvPr id="6" name="Text 3"/>
          <p:cNvSpPr txBox="1"/>
          <p:nvPr/>
        </p:nvSpPr>
        <p:spPr>
          <a:xfrm>
            <a:off x="6277336" y="2011680"/>
            <a:ext cx="2743200" cy="228600"/>
          </a:xfrm>
          <a:prstGeom prst="rect">
            <a:avLst/>
          </a:prstGeom>
          <a:noFill/>
          <a:ln/>
        </p:spPr>
        <p:txBody>
          <a:bodyPr wrap="square" lIns="0" tIns="0" rIns="0" bIns="0" rtlCol="0" anchor="ctr"/>
          <a:lstStyle/>
          <a:p>
            <a:pPr indent="0" marL="0">
              <a:buNone/>
            </a:pPr>
            <a:r>
              <a:rPr lang="en-US" sz="1100" b="1" dirty="0">
                <a:solidFill>
                  <a:srgbClr val="6D7072"/>
                </a:solidFill>
              </a:rPr>
              <a:t>WHAT TO DO</a:t>
            </a:r>
            <a:endParaRPr lang="en-US" sz="1100" dirty="0"/>
          </a:p>
        </p:txBody>
      </p:sp>
      <p:sp>
        <p:nvSpPr>
          <p:cNvPr id="7" name="Instructions"/>
          <p:cNvSpPr txBox="1"/>
          <p:nvPr/>
        </p:nvSpPr>
        <p:spPr>
          <a:xfrm>
            <a:off x="6277336" y="2286000"/>
            <a:ext cx="5182839" cy="1874520"/>
          </a:xfrm>
          <a:prstGeom prst="rect">
            <a:avLst/>
          </a:prstGeom>
          <a:noFill/>
          <a:ln/>
        </p:spPr>
        <p:txBody>
          <a:bodyPr wrap="square" lIns="0" tIns="0" rIns="0" bIns="0" rtlCol="0" anchor="t"/>
          <a:lstStyle/>
          <a:p>
            <a:pPr marL="203200" indent="-203200">
              <a:spcAft>
                <a:spcPts val="600"/>
              </a:spcAft>
              <a:buSzPct val="100000"/>
              <a:buChar char="•"/>
            </a:pPr>
            <a:r>
              <a:rPr lang="en-US" sz="1500" dirty="0">
                <a:solidFill>
                  <a:schemeClr val="tx1"/>
                </a:solidFill>
              </a:rPr>
              <a:t>Fill the left treeline so it balances the right one, using some darker and some lighter patches.</a:t>
            </a:r>
            <a:endParaRPr lang="en-US" sz="1500" dirty="0"/>
          </a:p>
          <a:p>
            <a:pPr marL="203200" indent="-203200">
              <a:spcAft>
                <a:spcPts val="600"/>
              </a:spcAft>
              <a:buSzPct val="100000"/>
              <a:buChar char="•"/>
            </a:pPr>
            <a:r>
              <a:rPr lang="en-US" sz="1500" dirty="0">
                <a:solidFill>
                  <a:schemeClr val="tx1"/>
                </a:solidFill>
              </a:rPr>
              <a:t>Switch to bright yellow-green and paint a strip just under the horizon on the right.</a:t>
            </a:r>
            <a:endParaRPr lang="en-US" sz="1500" dirty="0"/>
          </a:p>
        </p:txBody>
      </p:sp>
      <p:sp>
        <p:nvSpPr>
          <p:cNvPr id="8" name="Tip box"/>
          <p:cNvSpPr/>
          <p:nvPr/>
        </p:nvSpPr>
        <p:spPr>
          <a:xfrm>
            <a:off x="6277336" y="4224528"/>
            <a:ext cx="5182839" cy="932688"/>
          </a:xfrm>
          <a:prstGeom prst="roundRect">
            <a:avLst>
              <a:gd name="adj" fmla="val 7843"/>
            </a:avLst>
          </a:prstGeom>
          <a:solidFill>
            <a:srgbClr val="F2F4F0"/>
          </a:solidFill>
          <a:ln/>
        </p:spPr>
      </p:sp>
      <p:sp>
        <p:nvSpPr>
          <p:cNvPr id="9" name="Tip text"/>
          <p:cNvSpPr txBox="1"/>
          <p:nvPr/>
        </p:nvSpPr>
        <p:spPr>
          <a:xfrm>
            <a:off x="6414496" y="4261104"/>
            <a:ext cx="4908519" cy="859536"/>
          </a:xfrm>
          <a:prstGeom prst="rect">
            <a:avLst/>
          </a:prstGeom>
          <a:noFill/>
          <a:ln/>
        </p:spPr>
        <p:txBody>
          <a:bodyPr wrap="square" lIns="0" tIns="0" rIns="0" bIns="0" rtlCol="0" anchor="ctr"/>
          <a:lstStyle/>
          <a:p>
            <a:pPr indent="0" marL="0">
              <a:buNone/>
            </a:pPr>
            <a:r>
              <a:rPr lang="en-US" sz="1000" b="1" dirty="0">
                <a:solidFill>
                  <a:srgbClr val="B4531A"/>
                </a:solidFill>
              </a:rPr>
              <a:t>WATCH FOR</a:t>
            </a:r>
            <a:endParaRPr lang="en-US" sz="1000" dirty="0"/>
          </a:p>
          <a:p>
            <a:pPr indent="0" marL="0">
              <a:buNone/>
            </a:pPr>
            <a:r>
              <a:rPr lang="en-US" sz="1400" dirty="0">
                <a:solidFill>
                  <a:schemeClr val="tx1"/>
                </a:solidFill>
              </a:rPr>
              <a:t>Varied tones keep the trees from looking flat.</a:t>
            </a:r>
            <a:endParaRPr lang="en-US" sz="1000" dirty="0"/>
          </a:p>
        </p:txBody>
      </p:sp>
      <p:sp>
        <p:nvSpPr>
          <p:cNvPr id="10" name="Text 7"/>
          <p:cNvSpPr txBox="1"/>
          <p:nvPr/>
        </p:nvSpPr>
        <p:spPr>
          <a:xfrm>
            <a:off x="6277336" y="5285232"/>
            <a:ext cx="5182839" cy="201168"/>
          </a:xfrm>
          <a:prstGeom prst="rect">
            <a:avLst/>
          </a:prstGeom>
          <a:noFill/>
          <a:ln/>
        </p:spPr>
        <p:txBody>
          <a:bodyPr wrap="square" lIns="0" tIns="0" rIns="0" bIns="0" rtlCol="0" anchor="ctr"/>
          <a:lstStyle/>
          <a:p>
            <a:pPr indent="0" marL="0">
              <a:buNone/>
            </a:pPr>
            <a:r>
              <a:rPr lang="en-US" sz="1000" b="1" dirty="0">
                <a:solidFill>
                  <a:srgbClr val="6D7072"/>
                </a:solidFill>
              </a:rPr>
              <a:t>COLORS IN THIS STEP</a:t>
            </a:r>
            <a:endParaRPr lang="en-US" sz="1000" dirty="0"/>
          </a:p>
        </p:txBody>
      </p:sp>
      <p:sp>
        <p:nvSpPr>
          <p:cNvPr id="11" name="Swatch Muted olive"/>
          <p:cNvSpPr/>
          <p:nvPr/>
        </p:nvSpPr>
        <p:spPr>
          <a:xfrm>
            <a:off x="6277336" y="5532120"/>
            <a:ext cx="329184" cy="329184"/>
          </a:xfrm>
          <a:prstGeom prst="ellipse">
            <a:avLst/>
          </a:prstGeom>
          <a:solidFill>
            <a:srgbClr val="848D4B"/>
          </a:solidFill>
          <a:ln w="9525">
            <a:solidFill>
              <a:srgbClr val="D3D9CC"/>
            </a:solidFill>
            <a:prstDash val="solid"/>
          </a:ln>
        </p:spPr>
      </p:sp>
      <p:sp>
        <p:nvSpPr>
          <p:cNvPr id="12" name="Text 9"/>
          <p:cNvSpPr txBox="1"/>
          <p:nvPr/>
        </p:nvSpPr>
        <p:spPr>
          <a:xfrm>
            <a:off x="6688816" y="5504688"/>
            <a:ext cx="1270413" cy="384048"/>
          </a:xfrm>
          <a:prstGeom prst="rect">
            <a:avLst/>
          </a:prstGeom>
          <a:noFill/>
          <a:ln/>
        </p:spPr>
        <p:txBody>
          <a:bodyPr wrap="square" lIns="0" tIns="0" rIns="0" bIns="0" rtlCol="0" anchor="ctr"/>
          <a:lstStyle/>
          <a:p>
            <a:pPr indent="0" marL="0">
              <a:buNone/>
            </a:pPr>
            <a:r>
              <a:rPr lang="en-US" sz="1100" b="1" dirty="0">
                <a:solidFill>
                  <a:schemeClr val="tx1"/>
                </a:solidFill>
              </a:rPr>
              <a:t>Muted olive</a:t>
            </a:r>
            <a:endParaRPr lang="en-US" sz="1100" dirty="0"/>
          </a:p>
          <a:p>
            <a:pPr indent="0" marL="0">
              <a:buNone/>
            </a:pPr>
            <a:r>
              <a:rPr lang="en-US" sz="1000" dirty="0">
                <a:solidFill>
                  <a:srgbClr val="4A5058"/>
                </a:solidFill>
              </a:rPr>
              <a:t>#848D4B</a:t>
            </a:r>
            <a:endParaRPr lang="en-US" sz="1100" dirty="0"/>
          </a:p>
        </p:txBody>
      </p:sp>
      <p:sp>
        <p:nvSpPr>
          <p:cNvPr id="13" name="Swatch Yellow-green"/>
          <p:cNvSpPr/>
          <p:nvPr/>
        </p:nvSpPr>
        <p:spPr>
          <a:xfrm>
            <a:off x="8004949" y="5532120"/>
            <a:ext cx="329184" cy="329184"/>
          </a:xfrm>
          <a:prstGeom prst="ellipse">
            <a:avLst/>
          </a:prstGeom>
          <a:solidFill>
            <a:srgbClr val="C0D246"/>
          </a:solidFill>
          <a:ln w="9525">
            <a:solidFill>
              <a:srgbClr val="D3D9CC"/>
            </a:solidFill>
            <a:prstDash val="solid"/>
          </a:ln>
        </p:spPr>
      </p:sp>
      <p:sp>
        <p:nvSpPr>
          <p:cNvPr id="14" name="Text 11"/>
          <p:cNvSpPr txBox="1"/>
          <p:nvPr/>
        </p:nvSpPr>
        <p:spPr>
          <a:xfrm>
            <a:off x="8416429" y="5504688"/>
            <a:ext cx="1270413" cy="384048"/>
          </a:xfrm>
          <a:prstGeom prst="rect">
            <a:avLst/>
          </a:prstGeom>
          <a:noFill/>
          <a:ln/>
        </p:spPr>
        <p:txBody>
          <a:bodyPr wrap="square" lIns="0" tIns="0" rIns="0" bIns="0" rtlCol="0" anchor="ctr"/>
          <a:lstStyle/>
          <a:p>
            <a:pPr indent="0" marL="0">
              <a:buNone/>
            </a:pPr>
            <a:r>
              <a:rPr lang="en-US" sz="1100" b="1" dirty="0">
                <a:solidFill>
                  <a:schemeClr val="tx1"/>
                </a:solidFill>
              </a:rPr>
              <a:t>Yellow-green</a:t>
            </a:r>
            <a:endParaRPr lang="en-US" sz="1100" dirty="0"/>
          </a:p>
          <a:p>
            <a:pPr indent="0" marL="0">
              <a:buNone/>
            </a:pPr>
            <a:r>
              <a:rPr lang="en-US" sz="1000" dirty="0">
                <a:solidFill>
                  <a:srgbClr val="4A5058"/>
                </a:solidFill>
              </a:rPr>
              <a:t>#C0D246</a:t>
            </a:r>
            <a:endParaRPr lang="en-US" sz="1100" dirty="0"/>
          </a:p>
        </p:txBody>
      </p:sp>
      <p:sp>
        <p:nvSpPr>
          <p:cNvPr id="15" name="Shape 12"/>
          <p:cNvSpPr/>
          <p:nvPr/>
        </p:nvSpPr>
        <p:spPr>
          <a:xfrm>
            <a:off x="6312406" y="6176772"/>
            <a:ext cx="82296" cy="82296"/>
          </a:xfrm>
          <a:prstGeom prst="ellipse">
            <a:avLst/>
          </a:prstGeom>
          <a:solidFill>
            <a:srgbClr val="8E9A82"/>
          </a:solidFill>
          <a:ln/>
        </p:spPr>
      </p:sp>
      <p:sp>
        <p:nvSpPr>
          <p:cNvPr id="16" name="Shape 13"/>
          <p:cNvSpPr/>
          <p:nvPr/>
        </p:nvSpPr>
        <p:spPr>
          <a:xfrm>
            <a:off x="6464843" y="6176772"/>
            <a:ext cx="82296" cy="82296"/>
          </a:xfrm>
          <a:prstGeom prst="ellipse">
            <a:avLst/>
          </a:prstGeom>
          <a:solidFill>
            <a:srgbClr val="8E9A82"/>
          </a:solidFill>
          <a:ln/>
        </p:spPr>
      </p:sp>
      <p:sp>
        <p:nvSpPr>
          <p:cNvPr id="17" name="Shape 14"/>
          <p:cNvSpPr/>
          <p:nvPr/>
        </p:nvSpPr>
        <p:spPr>
          <a:xfrm>
            <a:off x="6617279" y="6176772"/>
            <a:ext cx="82296" cy="82296"/>
          </a:xfrm>
          <a:prstGeom prst="ellipse">
            <a:avLst/>
          </a:prstGeom>
          <a:solidFill>
            <a:srgbClr val="8E9A82"/>
          </a:solidFill>
          <a:ln/>
        </p:spPr>
      </p:sp>
      <p:sp>
        <p:nvSpPr>
          <p:cNvPr id="18" name="Shape 15"/>
          <p:cNvSpPr/>
          <p:nvPr/>
        </p:nvSpPr>
        <p:spPr>
          <a:xfrm>
            <a:off x="6769715" y="6176772"/>
            <a:ext cx="82296" cy="82296"/>
          </a:xfrm>
          <a:prstGeom prst="ellipse">
            <a:avLst/>
          </a:prstGeom>
          <a:solidFill>
            <a:srgbClr val="8E9A82"/>
          </a:solidFill>
          <a:ln/>
        </p:spPr>
      </p:sp>
      <p:sp>
        <p:nvSpPr>
          <p:cNvPr id="19" name="Shape 16"/>
          <p:cNvSpPr/>
          <p:nvPr/>
        </p:nvSpPr>
        <p:spPr>
          <a:xfrm>
            <a:off x="6922152" y="6176772"/>
            <a:ext cx="82296" cy="82296"/>
          </a:xfrm>
          <a:prstGeom prst="ellipse">
            <a:avLst/>
          </a:prstGeom>
          <a:solidFill>
            <a:srgbClr val="8E9A82"/>
          </a:solidFill>
          <a:ln/>
        </p:spPr>
      </p:sp>
      <p:sp>
        <p:nvSpPr>
          <p:cNvPr id="20" name="Shape 17"/>
          <p:cNvSpPr/>
          <p:nvPr/>
        </p:nvSpPr>
        <p:spPr>
          <a:xfrm>
            <a:off x="7074588" y="6176772"/>
            <a:ext cx="82296" cy="82296"/>
          </a:xfrm>
          <a:prstGeom prst="ellipse">
            <a:avLst/>
          </a:prstGeom>
          <a:solidFill>
            <a:srgbClr val="8E9A82"/>
          </a:solidFill>
          <a:ln/>
        </p:spPr>
      </p:sp>
      <p:sp>
        <p:nvSpPr>
          <p:cNvPr id="21" name="Shape 18"/>
          <p:cNvSpPr/>
          <p:nvPr/>
        </p:nvSpPr>
        <p:spPr>
          <a:xfrm>
            <a:off x="7227025" y="6176772"/>
            <a:ext cx="82296" cy="82296"/>
          </a:xfrm>
          <a:prstGeom prst="ellipse">
            <a:avLst/>
          </a:prstGeom>
          <a:solidFill>
            <a:srgbClr val="8E9A82"/>
          </a:solidFill>
          <a:ln/>
        </p:spPr>
      </p:sp>
      <p:sp>
        <p:nvSpPr>
          <p:cNvPr id="22" name="Shape 19"/>
          <p:cNvSpPr/>
          <p:nvPr/>
        </p:nvSpPr>
        <p:spPr>
          <a:xfrm>
            <a:off x="7379461" y="6176772"/>
            <a:ext cx="82296" cy="82296"/>
          </a:xfrm>
          <a:prstGeom prst="ellipse">
            <a:avLst/>
          </a:prstGeom>
          <a:solidFill>
            <a:srgbClr val="8E9A82"/>
          </a:solidFill>
          <a:ln/>
        </p:spPr>
      </p:sp>
      <p:sp>
        <p:nvSpPr>
          <p:cNvPr id="23" name="Shape 20"/>
          <p:cNvSpPr/>
          <p:nvPr/>
        </p:nvSpPr>
        <p:spPr>
          <a:xfrm>
            <a:off x="7531898" y="6176772"/>
            <a:ext cx="82296" cy="82296"/>
          </a:xfrm>
          <a:prstGeom prst="ellipse">
            <a:avLst/>
          </a:prstGeom>
          <a:solidFill>
            <a:srgbClr val="8E9A82"/>
          </a:solidFill>
          <a:ln/>
        </p:spPr>
      </p:sp>
      <p:sp>
        <p:nvSpPr>
          <p:cNvPr id="24" name="Shape 21"/>
          <p:cNvSpPr/>
          <p:nvPr/>
        </p:nvSpPr>
        <p:spPr>
          <a:xfrm>
            <a:off x="7684334" y="6176772"/>
            <a:ext cx="82296" cy="82296"/>
          </a:xfrm>
          <a:prstGeom prst="ellipse">
            <a:avLst/>
          </a:prstGeom>
          <a:solidFill>
            <a:srgbClr val="8E9A82"/>
          </a:solidFill>
          <a:ln/>
        </p:spPr>
      </p:sp>
      <p:sp>
        <p:nvSpPr>
          <p:cNvPr id="25" name="Shape 22"/>
          <p:cNvSpPr/>
          <p:nvPr/>
        </p:nvSpPr>
        <p:spPr>
          <a:xfrm>
            <a:off x="7836771" y="6176772"/>
            <a:ext cx="82296" cy="82296"/>
          </a:xfrm>
          <a:prstGeom prst="ellipse">
            <a:avLst/>
          </a:prstGeom>
          <a:solidFill>
            <a:srgbClr val="8E9A82"/>
          </a:solidFill>
          <a:ln/>
        </p:spPr>
      </p:sp>
      <p:sp>
        <p:nvSpPr>
          <p:cNvPr id="26" name="Shape 23"/>
          <p:cNvSpPr/>
          <p:nvPr/>
        </p:nvSpPr>
        <p:spPr>
          <a:xfrm>
            <a:off x="7952631" y="6140196"/>
            <a:ext cx="155448" cy="155448"/>
          </a:xfrm>
          <a:prstGeom prst="ellipse">
            <a:avLst/>
          </a:prstGeom>
          <a:solidFill>
            <a:srgbClr val="5E6A1E"/>
          </a:solidFill>
          <a:ln/>
        </p:spPr>
      </p:sp>
      <p:sp>
        <p:nvSpPr>
          <p:cNvPr id="27" name="Shape 24"/>
          <p:cNvSpPr/>
          <p:nvPr/>
        </p:nvSpPr>
        <p:spPr>
          <a:xfrm>
            <a:off x="8141643" y="6176772"/>
            <a:ext cx="82296" cy="82296"/>
          </a:xfrm>
          <a:prstGeom prst="ellipse">
            <a:avLst/>
          </a:prstGeom>
          <a:solidFill>
            <a:srgbClr val="D3D9CC"/>
          </a:solidFill>
          <a:ln/>
        </p:spPr>
      </p:sp>
      <p:sp>
        <p:nvSpPr>
          <p:cNvPr id="28" name="Shape 25"/>
          <p:cNvSpPr/>
          <p:nvPr/>
        </p:nvSpPr>
        <p:spPr>
          <a:xfrm>
            <a:off x="8294080" y="6176772"/>
            <a:ext cx="82296" cy="82296"/>
          </a:xfrm>
          <a:prstGeom prst="ellipse">
            <a:avLst/>
          </a:prstGeom>
          <a:solidFill>
            <a:srgbClr val="D3D9CC"/>
          </a:solidFill>
          <a:ln/>
        </p:spPr>
      </p:sp>
      <p:sp>
        <p:nvSpPr>
          <p:cNvPr id="29" name="Shape 26"/>
          <p:cNvSpPr/>
          <p:nvPr/>
        </p:nvSpPr>
        <p:spPr>
          <a:xfrm>
            <a:off x="8446516" y="6176772"/>
            <a:ext cx="82296" cy="82296"/>
          </a:xfrm>
          <a:prstGeom prst="ellipse">
            <a:avLst/>
          </a:prstGeom>
          <a:solidFill>
            <a:srgbClr val="D3D9CC"/>
          </a:solidFill>
          <a:ln/>
        </p:spPr>
      </p:sp>
      <p:sp>
        <p:nvSpPr>
          <p:cNvPr id="30" name="Shape 27"/>
          <p:cNvSpPr/>
          <p:nvPr/>
        </p:nvSpPr>
        <p:spPr>
          <a:xfrm>
            <a:off x="8598953" y="6176772"/>
            <a:ext cx="82296" cy="82296"/>
          </a:xfrm>
          <a:prstGeom prst="ellipse">
            <a:avLst/>
          </a:prstGeom>
          <a:solidFill>
            <a:srgbClr val="D3D9CC"/>
          </a:solidFill>
          <a:ln/>
        </p:spPr>
      </p:sp>
      <p:sp>
        <p:nvSpPr>
          <p:cNvPr id="31" name="Shape 28"/>
          <p:cNvSpPr/>
          <p:nvPr/>
        </p:nvSpPr>
        <p:spPr>
          <a:xfrm>
            <a:off x="8751389" y="6176772"/>
            <a:ext cx="82296" cy="82296"/>
          </a:xfrm>
          <a:prstGeom prst="ellipse">
            <a:avLst/>
          </a:prstGeom>
          <a:solidFill>
            <a:srgbClr val="D3D9CC"/>
          </a:solidFill>
          <a:ln/>
        </p:spPr>
      </p:sp>
      <p:sp>
        <p:nvSpPr>
          <p:cNvPr id="32" name="Shape 29"/>
          <p:cNvSpPr/>
          <p:nvPr/>
        </p:nvSpPr>
        <p:spPr>
          <a:xfrm>
            <a:off x="8903826" y="6176772"/>
            <a:ext cx="82296" cy="82296"/>
          </a:xfrm>
          <a:prstGeom prst="ellipse">
            <a:avLst/>
          </a:prstGeom>
          <a:solidFill>
            <a:srgbClr val="D3D9CC"/>
          </a:solidFill>
          <a:ln/>
        </p:spPr>
      </p:sp>
      <p:sp>
        <p:nvSpPr>
          <p:cNvPr id="33" name="Shape 30"/>
          <p:cNvSpPr/>
          <p:nvPr/>
        </p:nvSpPr>
        <p:spPr>
          <a:xfrm>
            <a:off x="9056262" y="6176772"/>
            <a:ext cx="82296" cy="82296"/>
          </a:xfrm>
          <a:prstGeom prst="ellipse">
            <a:avLst/>
          </a:prstGeom>
          <a:solidFill>
            <a:srgbClr val="D3D9CC"/>
          </a:solidFill>
          <a:ln/>
        </p:spPr>
      </p:sp>
      <p:sp>
        <p:nvSpPr>
          <p:cNvPr id="34" name="Shape 31"/>
          <p:cNvSpPr/>
          <p:nvPr/>
        </p:nvSpPr>
        <p:spPr>
          <a:xfrm>
            <a:off x="9208699" y="6176772"/>
            <a:ext cx="82296" cy="82296"/>
          </a:xfrm>
          <a:prstGeom prst="ellipse">
            <a:avLst/>
          </a:prstGeom>
          <a:solidFill>
            <a:srgbClr val="D3D9CC"/>
          </a:solidFill>
          <a:ln/>
        </p:spPr>
      </p:sp>
      <p:sp>
        <p:nvSpPr>
          <p:cNvPr id="35" name="Shape 32"/>
          <p:cNvSpPr/>
          <p:nvPr/>
        </p:nvSpPr>
        <p:spPr>
          <a:xfrm>
            <a:off x="9361135" y="6176772"/>
            <a:ext cx="82296" cy="82296"/>
          </a:xfrm>
          <a:prstGeom prst="ellipse">
            <a:avLst/>
          </a:prstGeom>
          <a:solidFill>
            <a:srgbClr val="D3D9CC"/>
          </a:solidFill>
          <a:ln/>
        </p:spPr>
      </p:sp>
      <p:sp>
        <p:nvSpPr>
          <p:cNvPr id="36" name="Shape 33"/>
          <p:cNvSpPr/>
          <p:nvPr/>
        </p:nvSpPr>
        <p:spPr>
          <a:xfrm>
            <a:off x="9513572" y="6176772"/>
            <a:ext cx="82296" cy="82296"/>
          </a:xfrm>
          <a:prstGeom prst="ellipse">
            <a:avLst/>
          </a:prstGeom>
          <a:solidFill>
            <a:srgbClr val="D3D9CC"/>
          </a:solidFill>
          <a:ln/>
        </p:spPr>
      </p:sp>
      <p:sp>
        <p:nvSpPr>
          <p:cNvPr id="37" name="Shape 34"/>
          <p:cNvSpPr/>
          <p:nvPr/>
        </p:nvSpPr>
        <p:spPr>
          <a:xfrm>
            <a:off x="9666008" y="6176772"/>
            <a:ext cx="82296" cy="82296"/>
          </a:xfrm>
          <a:prstGeom prst="ellipse">
            <a:avLst/>
          </a:prstGeom>
          <a:solidFill>
            <a:srgbClr val="D3D9CC"/>
          </a:solidFill>
          <a:ln/>
        </p:spPr>
      </p:sp>
      <p:sp>
        <p:nvSpPr>
          <p:cNvPr id="38" name="Shape 35"/>
          <p:cNvSpPr/>
          <p:nvPr/>
        </p:nvSpPr>
        <p:spPr>
          <a:xfrm>
            <a:off x="9818444" y="6176772"/>
            <a:ext cx="82296" cy="82296"/>
          </a:xfrm>
          <a:prstGeom prst="ellipse">
            <a:avLst/>
          </a:prstGeom>
          <a:solidFill>
            <a:srgbClr val="D3D9CC"/>
          </a:solidFill>
          <a:ln/>
        </p:spPr>
      </p:sp>
      <p:sp>
        <p:nvSpPr>
          <p:cNvPr id="39" name="Shape 36"/>
          <p:cNvSpPr/>
          <p:nvPr/>
        </p:nvSpPr>
        <p:spPr>
          <a:xfrm>
            <a:off x="9970881" y="6176772"/>
            <a:ext cx="82296" cy="82296"/>
          </a:xfrm>
          <a:prstGeom prst="ellipse">
            <a:avLst/>
          </a:prstGeom>
          <a:solidFill>
            <a:srgbClr val="D3D9CC"/>
          </a:solidFill>
          <a:ln/>
        </p:spPr>
      </p:sp>
      <p:sp>
        <p:nvSpPr>
          <p:cNvPr id="40" name="Shape 37"/>
          <p:cNvSpPr/>
          <p:nvPr/>
        </p:nvSpPr>
        <p:spPr>
          <a:xfrm>
            <a:off x="10123317" y="6176772"/>
            <a:ext cx="82296" cy="82296"/>
          </a:xfrm>
          <a:prstGeom prst="ellipse">
            <a:avLst/>
          </a:prstGeom>
          <a:solidFill>
            <a:srgbClr val="D3D9CC"/>
          </a:solidFill>
          <a:ln/>
        </p:spPr>
      </p:sp>
      <p:sp>
        <p:nvSpPr>
          <p:cNvPr id="41" name="Shape 38"/>
          <p:cNvSpPr/>
          <p:nvPr/>
        </p:nvSpPr>
        <p:spPr>
          <a:xfrm>
            <a:off x="10275754" y="6176772"/>
            <a:ext cx="82296" cy="82296"/>
          </a:xfrm>
          <a:prstGeom prst="ellipse">
            <a:avLst/>
          </a:prstGeom>
          <a:solidFill>
            <a:srgbClr val="D3D9CC"/>
          </a:solidFill>
          <a:ln/>
        </p:spPr>
      </p:sp>
      <p:sp>
        <p:nvSpPr>
          <p:cNvPr id="42" name="Shape 39"/>
          <p:cNvSpPr/>
          <p:nvPr/>
        </p:nvSpPr>
        <p:spPr>
          <a:xfrm>
            <a:off x="10428190" y="6176772"/>
            <a:ext cx="82296" cy="82296"/>
          </a:xfrm>
          <a:prstGeom prst="ellipse">
            <a:avLst/>
          </a:prstGeom>
          <a:solidFill>
            <a:srgbClr val="D3D9CC"/>
          </a:solidFill>
          <a:ln/>
        </p:spPr>
      </p:sp>
      <p:sp>
        <p:nvSpPr>
          <p:cNvPr id="43" name="Shape 40"/>
          <p:cNvSpPr/>
          <p:nvPr/>
        </p:nvSpPr>
        <p:spPr>
          <a:xfrm>
            <a:off x="10580627" y="6176772"/>
            <a:ext cx="82296" cy="82296"/>
          </a:xfrm>
          <a:prstGeom prst="ellipse">
            <a:avLst/>
          </a:prstGeom>
          <a:solidFill>
            <a:srgbClr val="D3D9CC"/>
          </a:solidFill>
          <a:ln/>
        </p:spPr>
      </p:sp>
      <p:sp>
        <p:nvSpPr>
          <p:cNvPr id="44" name="Shape 41"/>
          <p:cNvSpPr/>
          <p:nvPr/>
        </p:nvSpPr>
        <p:spPr>
          <a:xfrm>
            <a:off x="10733063" y="6176772"/>
            <a:ext cx="82296" cy="82296"/>
          </a:xfrm>
          <a:prstGeom prst="ellipse">
            <a:avLst/>
          </a:prstGeom>
          <a:solidFill>
            <a:srgbClr val="D3D9CC"/>
          </a:solidFill>
          <a:ln/>
        </p:spPr>
      </p:sp>
      <p:sp>
        <p:nvSpPr>
          <p:cNvPr id="45" name="Shape 42"/>
          <p:cNvSpPr/>
          <p:nvPr/>
        </p:nvSpPr>
        <p:spPr>
          <a:xfrm>
            <a:off x="10885500" y="6176772"/>
            <a:ext cx="82296" cy="82296"/>
          </a:xfrm>
          <a:prstGeom prst="ellipse">
            <a:avLst/>
          </a:prstGeom>
          <a:solidFill>
            <a:srgbClr val="D3D9CC"/>
          </a:solidFill>
          <a:ln/>
        </p:spPr>
      </p:sp>
      <p:sp>
        <p:nvSpPr>
          <p:cNvPr id="46" name="Shape 43"/>
          <p:cNvSpPr/>
          <p:nvPr/>
        </p:nvSpPr>
        <p:spPr>
          <a:xfrm>
            <a:off x="11037936" y="6176772"/>
            <a:ext cx="82296" cy="82296"/>
          </a:xfrm>
          <a:prstGeom prst="ellipse">
            <a:avLst/>
          </a:prstGeom>
          <a:solidFill>
            <a:srgbClr val="D3D9CC"/>
          </a:solidFill>
          <a:ln/>
        </p:spPr>
      </p:sp>
      <p:sp>
        <p:nvSpPr>
          <p:cNvPr id="47" name="Shape 44"/>
          <p:cNvSpPr/>
          <p:nvPr/>
        </p:nvSpPr>
        <p:spPr>
          <a:xfrm>
            <a:off x="11190373" y="6176772"/>
            <a:ext cx="82296" cy="82296"/>
          </a:xfrm>
          <a:prstGeom prst="ellipse">
            <a:avLst/>
          </a:prstGeom>
          <a:solidFill>
            <a:srgbClr val="D3D9CC"/>
          </a:solidFill>
          <a:ln/>
        </p:spPr>
      </p:sp>
      <p:sp>
        <p:nvSpPr>
          <p:cNvPr id="48" name="Shape 45"/>
          <p:cNvSpPr/>
          <p:nvPr/>
        </p:nvSpPr>
        <p:spPr>
          <a:xfrm>
            <a:off x="11342809" y="6176772"/>
            <a:ext cx="82296" cy="82296"/>
          </a:xfrm>
          <a:prstGeom prst="ellipse">
            <a:avLst/>
          </a:prstGeom>
          <a:solidFill>
            <a:srgbClr val="D3D9CC"/>
          </a:solidFill>
          <a:ln/>
        </p:spPr>
      </p:sp>
      <p:sp>
        <p:nvSpPr>
          <p:cNvPr id="25" name="Slide Number Placeholder 0"/>
          <p:cNvSpPr>
            <a:spLocks noGrp="1"/>
          </p:cNvSpPr>
          <p:nvPr>
            <p:ph type="sldNum" sz="quarter" idx="4294967295"/>
          </p:nvPr>
        </p:nvSpPr>
        <p:spPr>
          <a:xfrm>
            <a:off x="11155680" y="6510528"/>
            <a:ext cx="548640" cy="228600"/>
          </a:xfrm>
          <a:prstGeom prst="rect">
            <a:avLst/>
          </a:prstGeom>
          <a:extLst>
            <a:ext uri="{C572A759-6A51-4108-AA02-DFA0A04FC94B}">
              <ma14:wrappingTextBoxFlag xmlns:ma14="http://schemas.microsoft.com/office/mac/drawingml/2011/main" val="0"/>
            </a:ext>
          </a:extLst>
        </p:spPr>
        <p:txBody>
          <a:bodyPr/>
          <a:lstStyle>
            <a:lvl1pPr>
              <a:defRPr sz="1000">
                <a:solidFill>
                  <a:srgbClr val="6D7072"/>
                </a:solidFill>
              </a:defRPr>
            </a:lvl1pPr>
          </a:lstStyle>
          <a:p>
            <a:pPr algn="r"/>
            <a:fld id="{F7021451-1387-4CA6-816F-3879F97B5CBC}" type="slidenum">
              <a:rPr b="0"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pic>
        <p:nvPicPr>
          <p:cNvPr id="2" name="Step 13 image" descr="Step 13: Fill the right meadow">    </p:cNvPr>
          <p:cNvPicPr>
            <a:picLocks noChangeAspect="1"/>
          </p:cNvPicPr>
          <p:nvPr/>
        </p:nvPicPr>
        <p:blipFill>
          <a:blip r:embed="rId1"/>
          <a:stretch>
            <a:fillRect/>
          </a:stretch>
        </p:blipFill>
        <p:spPr>
          <a:xfrm>
            <a:off x="457200" y="411480"/>
            <a:ext cx="5317216" cy="6035040"/>
          </a:xfrm>
          <a:prstGeom prst="rect">
            <a:avLst/>
          </a:prstGeom>
        </p:spPr>
      </p:pic>
      <p:sp>
        <p:nvSpPr>
          <p:cNvPr id="3" name="Stage chip"/>
          <p:cNvSpPr txBox="1"/>
          <p:nvPr/>
        </p:nvSpPr>
        <p:spPr>
          <a:xfrm>
            <a:off x="6277336" y="640080"/>
            <a:ext cx="1799539" cy="292608"/>
          </a:xfrm>
          <a:prstGeom prst="roundRect">
            <a:avLst>
              <a:gd name="adj" fmla="val 31250"/>
            </a:avLst>
          </a:prstGeom>
          <a:solidFill>
            <a:srgbClr val="3F6B22"/>
          </a:solidFill>
          <a:ln/>
        </p:spPr>
        <p:txBody>
          <a:bodyPr wrap="square" lIns="0" tIns="0" rIns="0" bIns="0" rtlCol="0" anchor="ctr"/>
          <a:lstStyle/>
          <a:p>
            <a:pPr algn="ctr" indent="0" marL="0">
              <a:buNone/>
            </a:pPr>
            <a:r>
              <a:rPr lang="en-US" sz="1100" b="1" dirty="0">
                <a:solidFill>
                  <a:srgbClr val="FFFFFF"/>
                </a:solidFill>
              </a:rPr>
              <a:t>STAGE 4 · MEADOW</a:t>
            </a:r>
            <a:endParaRPr lang="en-US" sz="1100" dirty="0"/>
          </a:p>
        </p:txBody>
      </p:sp>
      <p:sp>
        <p:nvSpPr>
          <p:cNvPr id="4" name="Step counter"/>
          <p:cNvSpPr txBox="1"/>
          <p:nvPr/>
        </p:nvSpPr>
        <p:spPr>
          <a:xfrm>
            <a:off x="9905695" y="640080"/>
            <a:ext cx="1554480" cy="292608"/>
          </a:xfrm>
          <a:prstGeom prst="rect">
            <a:avLst/>
          </a:prstGeom>
          <a:noFill/>
          <a:ln/>
        </p:spPr>
        <p:txBody>
          <a:bodyPr wrap="square" lIns="0" tIns="0" rIns="0" bIns="0" rtlCol="0" anchor="ctr"/>
          <a:lstStyle/>
          <a:p>
            <a:pPr algn="r" indent="0" marL="0">
              <a:buNone/>
            </a:pPr>
            <a:r>
              <a:rPr lang="en-US" sz="1100" b="1" dirty="0">
                <a:solidFill>
                  <a:srgbClr val="6D7072"/>
                </a:solidFill>
              </a:rPr>
              <a:t>STEP 13 OF 34</a:t>
            </a:r>
            <a:endParaRPr lang="en-US" sz="1100" dirty="0"/>
          </a:p>
        </p:txBody>
      </p:sp>
      <p:sp>
        <p:nvSpPr>
          <p:cNvPr id="5" name="Text 1"/>
          <p:cNvSpPr/>
          <p:nvPr>
            <p:ph idx="101" type="title" hasCustomPrompt="1"/>
          </p:nvPr>
        </p:nvSpPr>
        <p:spPr>
          <a:xfrm>
            <a:off x="6277336" y="1051560"/>
            <a:ext cx="5182839" cy="868680"/>
          </a:xfrm>
          <a:prstGeom prst="rect">
            <a:avLst/>
          </a:prstGeom>
          <a:noFill/>
          <a:ln/>
        </p:spPr>
        <p:txBody>
          <a:bodyPr wrap="square" lIns="0" tIns="0" rIns="0" bIns="0" rtlCol="0" anchor="t"/>
          <a:lstStyle/>
          <a:p>
            <a:pPr algn="l" indent="0" marL="0">
              <a:buNone/>
            </a:pPr>
            <a:r>
              <a:rPr lang="en-US" sz="2600" b="1" dirty="0">
                <a:solidFill>
                  <a:schemeClr val="tx2"/>
                </a:solidFill>
              </a:rPr>
              <a:t>Fill the right meadow</a:t>
            </a:r>
            <a:endParaRPr lang="en-US" sz="2600" dirty="0"/>
          </a:p>
        </p:txBody>
      </p:sp>
      <p:sp>
        <p:nvSpPr>
          <p:cNvPr id="6" name="Text 3"/>
          <p:cNvSpPr txBox="1"/>
          <p:nvPr/>
        </p:nvSpPr>
        <p:spPr>
          <a:xfrm>
            <a:off x="6277336" y="2011680"/>
            <a:ext cx="2743200" cy="228600"/>
          </a:xfrm>
          <a:prstGeom prst="rect">
            <a:avLst/>
          </a:prstGeom>
          <a:noFill/>
          <a:ln/>
        </p:spPr>
        <p:txBody>
          <a:bodyPr wrap="square" lIns="0" tIns="0" rIns="0" bIns="0" rtlCol="0" anchor="ctr"/>
          <a:lstStyle/>
          <a:p>
            <a:pPr indent="0" marL="0">
              <a:buNone/>
            </a:pPr>
            <a:r>
              <a:rPr lang="en-US" sz="1100" b="1" dirty="0">
                <a:solidFill>
                  <a:srgbClr val="6D7072"/>
                </a:solidFill>
              </a:rPr>
              <a:t>WHAT TO DO</a:t>
            </a:r>
            <a:endParaRPr lang="en-US" sz="1100" dirty="0"/>
          </a:p>
        </p:txBody>
      </p:sp>
      <p:sp>
        <p:nvSpPr>
          <p:cNvPr id="7" name="Instructions"/>
          <p:cNvSpPr txBox="1"/>
          <p:nvPr/>
        </p:nvSpPr>
        <p:spPr>
          <a:xfrm>
            <a:off x="6277336" y="2286000"/>
            <a:ext cx="5182839" cy="1874520"/>
          </a:xfrm>
          <a:prstGeom prst="rect">
            <a:avLst/>
          </a:prstGeom>
          <a:noFill/>
          <a:ln/>
        </p:spPr>
        <p:txBody>
          <a:bodyPr wrap="square" lIns="0" tIns="0" rIns="0" bIns="0" rtlCol="0" anchor="t"/>
          <a:lstStyle/>
          <a:p>
            <a:pPr marL="203200" indent="-203200">
              <a:spcAft>
                <a:spcPts val="600"/>
              </a:spcAft>
              <a:buSzPct val="100000"/>
              <a:buChar char="•"/>
            </a:pPr>
            <a:r>
              <a:rPr lang="en-US" sz="1500" dirty="0">
                <a:solidFill>
                  <a:schemeClr val="tx1"/>
                </a:solidFill>
              </a:rPr>
              <a:t>Paint the wedge between the horizon and the outer pencil line on the right in yellow-green.</a:t>
            </a:r>
            <a:endParaRPr lang="en-US" sz="1500" dirty="0"/>
          </a:p>
          <a:p>
            <a:pPr marL="203200" indent="-203200">
              <a:spcAft>
                <a:spcPts val="600"/>
              </a:spcAft>
              <a:buSzPct val="100000"/>
              <a:buChar char="•"/>
            </a:pPr>
            <a:r>
              <a:rPr lang="en-US" sz="1500" dirty="0">
                <a:solidFill>
                  <a:schemeClr val="tx1"/>
                </a:solidFill>
              </a:rPr>
              <a:t>Leave the narrow strip next to the road and the road itself unpainted.</a:t>
            </a:r>
            <a:endParaRPr lang="en-US" sz="1500" dirty="0"/>
          </a:p>
        </p:txBody>
      </p:sp>
      <p:sp>
        <p:nvSpPr>
          <p:cNvPr id="8" name="Tip box"/>
          <p:cNvSpPr/>
          <p:nvPr/>
        </p:nvSpPr>
        <p:spPr>
          <a:xfrm>
            <a:off x="6277336" y="4224528"/>
            <a:ext cx="5182839" cy="932688"/>
          </a:xfrm>
          <a:prstGeom prst="roundRect">
            <a:avLst>
              <a:gd name="adj" fmla="val 7843"/>
            </a:avLst>
          </a:prstGeom>
          <a:solidFill>
            <a:srgbClr val="F2F4F0"/>
          </a:solidFill>
          <a:ln/>
        </p:spPr>
      </p:sp>
      <p:sp>
        <p:nvSpPr>
          <p:cNvPr id="9" name="Tip text"/>
          <p:cNvSpPr txBox="1"/>
          <p:nvPr/>
        </p:nvSpPr>
        <p:spPr>
          <a:xfrm>
            <a:off x="6414496" y="4261104"/>
            <a:ext cx="4908519" cy="859536"/>
          </a:xfrm>
          <a:prstGeom prst="rect">
            <a:avLst/>
          </a:prstGeom>
          <a:noFill/>
          <a:ln/>
        </p:spPr>
        <p:txBody>
          <a:bodyPr wrap="square" lIns="0" tIns="0" rIns="0" bIns="0" rtlCol="0" anchor="ctr"/>
          <a:lstStyle/>
          <a:p>
            <a:pPr indent="0" marL="0">
              <a:buNone/>
            </a:pPr>
            <a:r>
              <a:rPr lang="en-US" sz="1000" b="1" dirty="0">
                <a:solidFill>
                  <a:srgbClr val="B4531A"/>
                </a:solidFill>
              </a:rPr>
              <a:t>WATCH FOR</a:t>
            </a:r>
            <a:endParaRPr lang="en-US" sz="1000" dirty="0"/>
          </a:p>
          <a:p>
            <a:pPr indent="0" marL="0">
              <a:buNone/>
            </a:pPr>
            <a:r>
              <a:rPr lang="en-US" sz="1400" dirty="0">
                <a:solidFill>
                  <a:schemeClr val="tx1"/>
                </a:solidFill>
              </a:rPr>
              <a:t>The narrow strips beside the road stay white for now: they are for the flowers.</a:t>
            </a:r>
            <a:endParaRPr lang="en-US" sz="1000" dirty="0"/>
          </a:p>
        </p:txBody>
      </p:sp>
      <p:sp>
        <p:nvSpPr>
          <p:cNvPr id="10" name="Text 7"/>
          <p:cNvSpPr txBox="1"/>
          <p:nvPr/>
        </p:nvSpPr>
        <p:spPr>
          <a:xfrm>
            <a:off x="6277336" y="5285232"/>
            <a:ext cx="5182839" cy="201168"/>
          </a:xfrm>
          <a:prstGeom prst="rect">
            <a:avLst/>
          </a:prstGeom>
          <a:noFill/>
          <a:ln/>
        </p:spPr>
        <p:txBody>
          <a:bodyPr wrap="square" lIns="0" tIns="0" rIns="0" bIns="0" rtlCol="0" anchor="ctr"/>
          <a:lstStyle/>
          <a:p>
            <a:pPr indent="0" marL="0">
              <a:buNone/>
            </a:pPr>
            <a:r>
              <a:rPr lang="en-US" sz="1000" b="1" dirty="0">
                <a:solidFill>
                  <a:srgbClr val="6D7072"/>
                </a:solidFill>
              </a:rPr>
              <a:t>COLORS IN THIS STEP</a:t>
            </a:r>
            <a:endParaRPr lang="en-US" sz="1000" dirty="0"/>
          </a:p>
        </p:txBody>
      </p:sp>
      <p:sp>
        <p:nvSpPr>
          <p:cNvPr id="11" name="Swatch Yellow-green"/>
          <p:cNvSpPr/>
          <p:nvPr/>
        </p:nvSpPr>
        <p:spPr>
          <a:xfrm>
            <a:off x="6277336" y="5532120"/>
            <a:ext cx="329184" cy="329184"/>
          </a:xfrm>
          <a:prstGeom prst="ellipse">
            <a:avLst/>
          </a:prstGeom>
          <a:solidFill>
            <a:srgbClr val="C0D246"/>
          </a:solidFill>
          <a:ln w="9525">
            <a:solidFill>
              <a:srgbClr val="D3D9CC"/>
            </a:solidFill>
            <a:prstDash val="solid"/>
          </a:ln>
        </p:spPr>
      </p:sp>
      <p:sp>
        <p:nvSpPr>
          <p:cNvPr id="12" name="Text 9"/>
          <p:cNvSpPr txBox="1"/>
          <p:nvPr/>
        </p:nvSpPr>
        <p:spPr>
          <a:xfrm>
            <a:off x="6688816" y="5504688"/>
            <a:ext cx="1270413" cy="384048"/>
          </a:xfrm>
          <a:prstGeom prst="rect">
            <a:avLst/>
          </a:prstGeom>
          <a:noFill/>
          <a:ln/>
        </p:spPr>
        <p:txBody>
          <a:bodyPr wrap="square" lIns="0" tIns="0" rIns="0" bIns="0" rtlCol="0" anchor="ctr"/>
          <a:lstStyle/>
          <a:p>
            <a:pPr indent="0" marL="0">
              <a:buNone/>
            </a:pPr>
            <a:r>
              <a:rPr lang="en-US" sz="1100" b="1" dirty="0">
                <a:solidFill>
                  <a:schemeClr val="tx1"/>
                </a:solidFill>
              </a:rPr>
              <a:t>Yellow-green</a:t>
            </a:r>
            <a:endParaRPr lang="en-US" sz="1100" dirty="0"/>
          </a:p>
          <a:p>
            <a:pPr indent="0" marL="0">
              <a:buNone/>
            </a:pPr>
            <a:r>
              <a:rPr lang="en-US" sz="1000" dirty="0">
                <a:solidFill>
                  <a:srgbClr val="4A5058"/>
                </a:solidFill>
              </a:rPr>
              <a:t>#C0D246</a:t>
            </a:r>
            <a:endParaRPr lang="en-US" sz="1100" dirty="0"/>
          </a:p>
        </p:txBody>
      </p:sp>
      <p:sp>
        <p:nvSpPr>
          <p:cNvPr id="13" name="Shape 10"/>
          <p:cNvSpPr/>
          <p:nvPr/>
        </p:nvSpPr>
        <p:spPr>
          <a:xfrm>
            <a:off x="6312406" y="6176772"/>
            <a:ext cx="82296" cy="82296"/>
          </a:xfrm>
          <a:prstGeom prst="ellipse">
            <a:avLst/>
          </a:prstGeom>
          <a:solidFill>
            <a:srgbClr val="8E9A82"/>
          </a:solidFill>
          <a:ln/>
        </p:spPr>
      </p:sp>
      <p:sp>
        <p:nvSpPr>
          <p:cNvPr id="14" name="Shape 11"/>
          <p:cNvSpPr/>
          <p:nvPr/>
        </p:nvSpPr>
        <p:spPr>
          <a:xfrm>
            <a:off x="6464843" y="6176772"/>
            <a:ext cx="82296" cy="82296"/>
          </a:xfrm>
          <a:prstGeom prst="ellipse">
            <a:avLst/>
          </a:prstGeom>
          <a:solidFill>
            <a:srgbClr val="8E9A82"/>
          </a:solidFill>
          <a:ln/>
        </p:spPr>
      </p:sp>
      <p:sp>
        <p:nvSpPr>
          <p:cNvPr id="15" name="Shape 12"/>
          <p:cNvSpPr/>
          <p:nvPr/>
        </p:nvSpPr>
        <p:spPr>
          <a:xfrm>
            <a:off x="6617279" y="6176772"/>
            <a:ext cx="82296" cy="82296"/>
          </a:xfrm>
          <a:prstGeom prst="ellipse">
            <a:avLst/>
          </a:prstGeom>
          <a:solidFill>
            <a:srgbClr val="8E9A82"/>
          </a:solidFill>
          <a:ln/>
        </p:spPr>
      </p:sp>
      <p:sp>
        <p:nvSpPr>
          <p:cNvPr id="16" name="Shape 13"/>
          <p:cNvSpPr/>
          <p:nvPr/>
        </p:nvSpPr>
        <p:spPr>
          <a:xfrm>
            <a:off x="6769715" y="6176772"/>
            <a:ext cx="82296" cy="82296"/>
          </a:xfrm>
          <a:prstGeom prst="ellipse">
            <a:avLst/>
          </a:prstGeom>
          <a:solidFill>
            <a:srgbClr val="8E9A82"/>
          </a:solidFill>
          <a:ln/>
        </p:spPr>
      </p:sp>
      <p:sp>
        <p:nvSpPr>
          <p:cNvPr id="17" name="Shape 14"/>
          <p:cNvSpPr/>
          <p:nvPr/>
        </p:nvSpPr>
        <p:spPr>
          <a:xfrm>
            <a:off x="6922152" y="6176772"/>
            <a:ext cx="82296" cy="82296"/>
          </a:xfrm>
          <a:prstGeom prst="ellipse">
            <a:avLst/>
          </a:prstGeom>
          <a:solidFill>
            <a:srgbClr val="8E9A82"/>
          </a:solidFill>
          <a:ln/>
        </p:spPr>
      </p:sp>
      <p:sp>
        <p:nvSpPr>
          <p:cNvPr id="18" name="Shape 15"/>
          <p:cNvSpPr/>
          <p:nvPr/>
        </p:nvSpPr>
        <p:spPr>
          <a:xfrm>
            <a:off x="7074588" y="6176772"/>
            <a:ext cx="82296" cy="82296"/>
          </a:xfrm>
          <a:prstGeom prst="ellipse">
            <a:avLst/>
          </a:prstGeom>
          <a:solidFill>
            <a:srgbClr val="8E9A82"/>
          </a:solidFill>
          <a:ln/>
        </p:spPr>
      </p:sp>
      <p:sp>
        <p:nvSpPr>
          <p:cNvPr id="19" name="Shape 16"/>
          <p:cNvSpPr/>
          <p:nvPr/>
        </p:nvSpPr>
        <p:spPr>
          <a:xfrm>
            <a:off x="7227025" y="6176772"/>
            <a:ext cx="82296" cy="82296"/>
          </a:xfrm>
          <a:prstGeom prst="ellipse">
            <a:avLst/>
          </a:prstGeom>
          <a:solidFill>
            <a:srgbClr val="8E9A82"/>
          </a:solidFill>
          <a:ln/>
        </p:spPr>
      </p:sp>
      <p:sp>
        <p:nvSpPr>
          <p:cNvPr id="20" name="Shape 17"/>
          <p:cNvSpPr/>
          <p:nvPr/>
        </p:nvSpPr>
        <p:spPr>
          <a:xfrm>
            <a:off x="7379461" y="6176772"/>
            <a:ext cx="82296" cy="82296"/>
          </a:xfrm>
          <a:prstGeom prst="ellipse">
            <a:avLst/>
          </a:prstGeom>
          <a:solidFill>
            <a:srgbClr val="8E9A82"/>
          </a:solidFill>
          <a:ln/>
        </p:spPr>
      </p:sp>
      <p:sp>
        <p:nvSpPr>
          <p:cNvPr id="21" name="Shape 18"/>
          <p:cNvSpPr/>
          <p:nvPr/>
        </p:nvSpPr>
        <p:spPr>
          <a:xfrm>
            <a:off x="7531898" y="6176772"/>
            <a:ext cx="82296" cy="82296"/>
          </a:xfrm>
          <a:prstGeom prst="ellipse">
            <a:avLst/>
          </a:prstGeom>
          <a:solidFill>
            <a:srgbClr val="8E9A82"/>
          </a:solidFill>
          <a:ln/>
        </p:spPr>
      </p:sp>
      <p:sp>
        <p:nvSpPr>
          <p:cNvPr id="22" name="Shape 19"/>
          <p:cNvSpPr/>
          <p:nvPr/>
        </p:nvSpPr>
        <p:spPr>
          <a:xfrm>
            <a:off x="7684334" y="6176772"/>
            <a:ext cx="82296" cy="82296"/>
          </a:xfrm>
          <a:prstGeom prst="ellipse">
            <a:avLst/>
          </a:prstGeom>
          <a:solidFill>
            <a:srgbClr val="8E9A82"/>
          </a:solidFill>
          <a:ln/>
        </p:spPr>
      </p:sp>
      <p:sp>
        <p:nvSpPr>
          <p:cNvPr id="23" name="Shape 20"/>
          <p:cNvSpPr/>
          <p:nvPr/>
        </p:nvSpPr>
        <p:spPr>
          <a:xfrm>
            <a:off x="7836771" y="6176772"/>
            <a:ext cx="82296" cy="82296"/>
          </a:xfrm>
          <a:prstGeom prst="ellipse">
            <a:avLst/>
          </a:prstGeom>
          <a:solidFill>
            <a:srgbClr val="8E9A82"/>
          </a:solidFill>
          <a:ln/>
        </p:spPr>
      </p:sp>
      <p:sp>
        <p:nvSpPr>
          <p:cNvPr id="24" name="Shape 21"/>
          <p:cNvSpPr/>
          <p:nvPr/>
        </p:nvSpPr>
        <p:spPr>
          <a:xfrm>
            <a:off x="7989207" y="6176772"/>
            <a:ext cx="82296" cy="82296"/>
          </a:xfrm>
          <a:prstGeom prst="ellipse">
            <a:avLst/>
          </a:prstGeom>
          <a:solidFill>
            <a:srgbClr val="8E9A82"/>
          </a:solidFill>
          <a:ln/>
        </p:spPr>
      </p:sp>
      <p:sp>
        <p:nvSpPr>
          <p:cNvPr id="25" name="Shape 22"/>
          <p:cNvSpPr/>
          <p:nvPr/>
        </p:nvSpPr>
        <p:spPr>
          <a:xfrm>
            <a:off x="8105067" y="6140196"/>
            <a:ext cx="155448" cy="155448"/>
          </a:xfrm>
          <a:prstGeom prst="ellipse">
            <a:avLst/>
          </a:prstGeom>
          <a:solidFill>
            <a:srgbClr val="3F6B22"/>
          </a:solidFill>
          <a:ln/>
        </p:spPr>
      </p:sp>
      <p:sp>
        <p:nvSpPr>
          <p:cNvPr id="26" name="Shape 23"/>
          <p:cNvSpPr/>
          <p:nvPr/>
        </p:nvSpPr>
        <p:spPr>
          <a:xfrm>
            <a:off x="8294080" y="6176772"/>
            <a:ext cx="82296" cy="82296"/>
          </a:xfrm>
          <a:prstGeom prst="ellipse">
            <a:avLst/>
          </a:prstGeom>
          <a:solidFill>
            <a:srgbClr val="D3D9CC"/>
          </a:solidFill>
          <a:ln/>
        </p:spPr>
      </p:sp>
      <p:sp>
        <p:nvSpPr>
          <p:cNvPr id="27" name="Shape 24"/>
          <p:cNvSpPr/>
          <p:nvPr/>
        </p:nvSpPr>
        <p:spPr>
          <a:xfrm>
            <a:off x="8446516" y="6176772"/>
            <a:ext cx="82296" cy="82296"/>
          </a:xfrm>
          <a:prstGeom prst="ellipse">
            <a:avLst/>
          </a:prstGeom>
          <a:solidFill>
            <a:srgbClr val="D3D9CC"/>
          </a:solidFill>
          <a:ln/>
        </p:spPr>
      </p:sp>
      <p:sp>
        <p:nvSpPr>
          <p:cNvPr id="28" name="Shape 25"/>
          <p:cNvSpPr/>
          <p:nvPr/>
        </p:nvSpPr>
        <p:spPr>
          <a:xfrm>
            <a:off x="8598953" y="6176772"/>
            <a:ext cx="82296" cy="82296"/>
          </a:xfrm>
          <a:prstGeom prst="ellipse">
            <a:avLst/>
          </a:prstGeom>
          <a:solidFill>
            <a:srgbClr val="D3D9CC"/>
          </a:solidFill>
          <a:ln/>
        </p:spPr>
      </p:sp>
      <p:sp>
        <p:nvSpPr>
          <p:cNvPr id="29" name="Shape 26"/>
          <p:cNvSpPr/>
          <p:nvPr/>
        </p:nvSpPr>
        <p:spPr>
          <a:xfrm>
            <a:off x="8751389" y="6176772"/>
            <a:ext cx="82296" cy="82296"/>
          </a:xfrm>
          <a:prstGeom prst="ellipse">
            <a:avLst/>
          </a:prstGeom>
          <a:solidFill>
            <a:srgbClr val="D3D9CC"/>
          </a:solidFill>
          <a:ln/>
        </p:spPr>
      </p:sp>
      <p:sp>
        <p:nvSpPr>
          <p:cNvPr id="30" name="Shape 27"/>
          <p:cNvSpPr/>
          <p:nvPr/>
        </p:nvSpPr>
        <p:spPr>
          <a:xfrm>
            <a:off x="8903826" y="6176772"/>
            <a:ext cx="82296" cy="82296"/>
          </a:xfrm>
          <a:prstGeom prst="ellipse">
            <a:avLst/>
          </a:prstGeom>
          <a:solidFill>
            <a:srgbClr val="D3D9CC"/>
          </a:solidFill>
          <a:ln/>
        </p:spPr>
      </p:sp>
      <p:sp>
        <p:nvSpPr>
          <p:cNvPr id="31" name="Shape 28"/>
          <p:cNvSpPr/>
          <p:nvPr/>
        </p:nvSpPr>
        <p:spPr>
          <a:xfrm>
            <a:off x="9056262" y="6176772"/>
            <a:ext cx="82296" cy="82296"/>
          </a:xfrm>
          <a:prstGeom prst="ellipse">
            <a:avLst/>
          </a:prstGeom>
          <a:solidFill>
            <a:srgbClr val="D3D9CC"/>
          </a:solidFill>
          <a:ln/>
        </p:spPr>
      </p:sp>
      <p:sp>
        <p:nvSpPr>
          <p:cNvPr id="32" name="Shape 29"/>
          <p:cNvSpPr/>
          <p:nvPr/>
        </p:nvSpPr>
        <p:spPr>
          <a:xfrm>
            <a:off x="9208699" y="6176772"/>
            <a:ext cx="82296" cy="82296"/>
          </a:xfrm>
          <a:prstGeom prst="ellipse">
            <a:avLst/>
          </a:prstGeom>
          <a:solidFill>
            <a:srgbClr val="D3D9CC"/>
          </a:solidFill>
          <a:ln/>
        </p:spPr>
      </p:sp>
      <p:sp>
        <p:nvSpPr>
          <p:cNvPr id="33" name="Shape 30"/>
          <p:cNvSpPr/>
          <p:nvPr/>
        </p:nvSpPr>
        <p:spPr>
          <a:xfrm>
            <a:off x="9361135" y="6176772"/>
            <a:ext cx="82296" cy="82296"/>
          </a:xfrm>
          <a:prstGeom prst="ellipse">
            <a:avLst/>
          </a:prstGeom>
          <a:solidFill>
            <a:srgbClr val="D3D9CC"/>
          </a:solidFill>
          <a:ln/>
        </p:spPr>
      </p:sp>
      <p:sp>
        <p:nvSpPr>
          <p:cNvPr id="34" name="Shape 31"/>
          <p:cNvSpPr/>
          <p:nvPr/>
        </p:nvSpPr>
        <p:spPr>
          <a:xfrm>
            <a:off x="9513572" y="6176772"/>
            <a:ext cx="82296" cy="82296"/>
          </a:xfrm>
          <a:prstGeom prst="ellipse">
            <a:avLst/>
          </a:prstGeom>
          <a:solidFill>
            <a:srgbClr val="D3D9CC"/>
          </a:solidFill>
          <a:ln/>
        </p:spPr>
      </p:sp>
      <p:sp>
        <p:nvSpPr>
          <p:cNvPr id="35" name="Shape 32"/>
          <p:cNvSpPr/>
          <p:nvPr/>
        </p:nvSpPr>
        <p:spPr>
          <a:xfrm>
            <a:off x="9666008" y="6176772"/>
            <a:ext cx="82296" cy="82296"/>
          </a:xfrm>
          <a:prstGeom prst="ellipse">
            <a:avLst/>
          </a:prstGeom>
          <a:solidFill>
            <a:srgbClr val="D3D9CC"/>
          </a:solidFill>
          <a:ln/>
        </p:spPr>
      </p:sp>
      <p:sp>
        <p:nvSpPr>
          <p:cNvPr id="36" name="Shape 33"/>
          <p:cNvSpPr/>
          <p:nvPr/>
        </p:nvSpPr>
        <p:spPr>
          <a:xfrm>
            <a:off x="9818444" y="6176772"/>
            <a:ext cx="82296" cy="82296"/>
          </a:xfrm>
          <a:prstGeom prst="ellipse">
            <a:avLst/>
          </a:prstGeom>
          <a:solidFill>
            <a:srgbClr val="D3D9CC"/>
          </a:solidFill>
          <a:ln/>
        </p:spPr>
      </p:sp>
      <p:sp>
        <p:nvSpPr>
          <p:cNvPr id="37" name="Shape 34"/>
          <p:cNvSpPr/>
          <p:nvPr/>
        </p:nvSpPr>
        <p:spPr>
          <a:xfrm>
            <a:off x="9970881" y="6176772"/>
            <a:ext cx="82296" cy="82296"/>
          </a:xfrm>
          <a:prstGeom prst="ellipse">
            <a:avLst/>
          </a:prstGeom>
          <a:solidFill>
            <a:srgbClr val="D3D9CC"/>
          </a:solidFill>
          <a:ln/>
        </p:spPr>
      </p:sp>
      <p:sp>
        <p:nvSpPr>
          <p:cNvPr id="38" name="Shape 35"/>
          <p:cNvSpPr/>
          <p:nvPr/>
        </p:nvSpPr>
        <p:spPr>
          <a:xfrm>
            <a:off x="10123317" y="6176772"/>
            <a:ext cx="82296" cy="82296"/>
          </a:xfrm>
          <a:prstGeom prst="ellipse">
            <a:avLst/>
          </a:prstGeom>
          <a:solidFill>
            <a:srgbClr val="D3D9CC"/>
          </a:solidFill>
          <a:ln/>
        </p:spPr>
      </p:sp>
      <p:sp>
        <p:nvSpPr>
          <p:cNvPr id="39" name="Shape 36"/>
          <p:cNvSpPr/>
          <p:nvPr/>
        </p:nvSpPr>
        <p:spPr>
          <a:xfrm>
            <a:off x="10275754" y="6176772"/>
            <a:ext cx="82296" cy="82296"/>
          </a:xfrm>
          <a:prstGeom prst="ellipse">
            <a:avLst/>
          </a:prstGeom>
          <a:solidFill>
            <a:srgbClr val="D3D9CC"/>
          </a:solidFill>
          <a:ln/>
        </p:spPr>
      </p:sp>
      <p:sp>
        <p:nvSpPr>
          <p:cNvPr id="40" name="Shape 37"/>
          <p:cNvSpPr/>
          <p:nvPr/>
        </p:nvSpPr>
        <p:spPr>
          <a:xfrm>
            <a:off x="10428190" y="6176772"/>
            <a:ext cx="82296" cy="82296"/>
          </a:xfrm>
          <a:prstGeom prst="ellipse">
            <a:avLst/>
          </a:prstGeom>
          <a:solidFill>
            <a:srgbClr val="D3D9CC"/>
          </a:solidFill>
          <a:ln/>
        </p:spPr>
      </p:sp>
      <p:sp>
        <p:nvSpPr>
          <p:cNvPr id="41" name="Shape 38"/>
          <p:cNvSpPr/>
          <p:nvPr/>
        </p:nvSpPr>
        <p:spPr>
          <a:xfrm>
            <a:off x="10580627" y="6176772"/>
            <a:ext cx="82296" cy="82296"/>
          </a:xfrm>
          <a:prstGeom prst="ellipse">
            <a:avLst/>
          </a:prstGeom>
          <a:solidFill>
            <a:srgbClr val="D3D9CC"/>
          </a:solidFill>
          <a:ln/>
        </p:spPr>
      </p:sp>
      <p:sp>
        <p:nvSpPr>
          <p:cNvPr id="42" name="Shape 39"/>
          <p:cNvSpPr/>
          <p:nvPr/>
        </p:nvSpPr>
        <p:spPr>
          <a:xfrm>
            <a:off x="10733063" y="6176772"/>
            <a:ext cx="82296" cy="82296"/>
          </a:xfrm>
          <a:prstGeom prst="ellipse">
            <a:avLst/>
          </a:prstGeom>
          <a:solidFill>
            <a:srgbClr val="D3D9CC"/>
          </a:solidFill>
          <a:ln/>
        </p:spPr>
      </p:sp>
      <p:sp>
        <p:nvSpPr>
          <p:cNvPr id="43" name="Shape 40"/>
          <p:cNvSpPr/>
          <p:nvPr/>
        </p:nvSpPr>
        <p:spPr>
          <a:xfrm>
            <a:off x="10885500" y="6176772"/>
            <a:ext cx="82296" cy="82296"/>
          </a:xfrm>
          <a:prstGeom prst="ellipse">
            <a:avLst/>
          </a:prstGeom>
          <a:solidFill>
            <a:srgbClr val="D3D9CC"/>
          </a:solidFill>
          <a:ln/>
        </p:spPr>
      </p:sp>
      <p:sp>
        <p:nvSpPr>
          <p:cNvPr id="44" name="Shape 41"/>
          <p:cNvSpPr/>
          <p:nvPr/>
        </p:nvSpPr>
        <p:spPr>
          <a:xfrm>
            <a:off x="11037936" y="6176772"/>
            <a:ext cx="82296" cy="82296"/>
          </a:xfrm>
          <a:prstGeom prst="ellipse">
            <a:avLst/>
          </a:prstGeom>
          <a:solidFill>
            <a:srgbClr val="D3D9CC"/>
          </a:solidFill>
          <a:ln/>
        </p:spPr>
      </p:sp>
      <p:sp>
        <p:nvSpPr>
          <p:cNvPr id="45" name="Shape 42"/>
          <p:cNvSpPr/>
          <p:nvPr/>
        </p:nvSpPr>
        <p:spPr>
          <a:xfrm>
            <a:off x="11190373" y="6176772"/>
            <a:ext cx="82296" cy="82296"/>
          </a:xfrm>
          <a:prstGeom prst="ellipse">
            <a:avLst/>
          </a:prstGeom>
          <a:solidFill>
            <a:srgbClr val="D3D9CC"/>
          </a:solidFill>
          <a:ln/>
        </p:spPr>
      </p:sp>
      <p:sp>
        <p:nvSpPr>
          <p:cNvPr id="46" name="Shape 43"/>
          <p:cNvSpPr/>
          <p:nvPr/>
        </p:nvSpPr>
        <p:spPr>
          <a:xfrm>
            <a:off x="11342809" y="6176772"/>
            <a:ext cx="82296" cy="82296"/>
          </a:xfrm>
          <a:prstGeom prst="ellipse">
            <a:avLst/>
          </a:prstGeom>
          <a:solidFill>
            <a:srgbClr val="D3D9CC"/>
          </a:solidFill>
          <a:ln/>
        </p:spPr>
      </p:sp>
      <p:sp>
        <p:nvSpPr>
          <p:cNvPr id="25" name="Slide Number Placeholder 0"/>
          <p:cNvSpPr>
            <a:spLocks noGrp="1"/>
          </p:cNvSpPr>
          <p:nvPr>
            <p:ph type="sldNum" sz="quarter" idx="4294967295"/>
          </p:nvPr>
        </p:nvSpPr>
        <p:spPr>
          <a:xfrm>
            <a:off x="11155680" y="6510528"/>
            <a:ext cx="548640" cy="228600"/>
          </a:xfrm>
          <a:prstGeom prst="rect">
            <a:avLst/>
          </a:prstGeom>
          <a:extLst>
            <a:ext uri="{C572A759-6A51-4108-AA02-DFA0A04FC94B}">
              <ma14:wrappingTextBoxFlag xmlns:ma14="http://schemas.microsoft.com/office/mac/drawingml/2011/main" val="0"/>
            </a:ext>
          </a:extLst>
        </p:spPr>
        <p:txBody>
          <a:bodyPr/>
          <a:lstStyle>
            <a:lvl1pPr>
              <a:defRPr sz="1000">
                <a:solidFill>
                  <a:srgbClr val="6D7072"/>
                </a:solidFill>
              </a:defRPr>
            </a:lvl1pPr>
          </a:lstStyle>
          <a:p>
            <a:pPr algn="r"/>
            <a:fld id="{F7021451-1387-4CA6-816F-3879F97B5CBC}" type="slidenum">
              <a:rPr b="0"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pic>
        <p:nvPicPr>
          <p:cNvPr id="2" name="Step 14 image" descr="Step 14: Left meadow, then darken the foreground">    </p:cNvPr>
          <p:cNvPicPr>
            <a:picLocks noChangeAspect="1"/>
          </p:cNvPicPr>
          <p:nvPr/>
        </p:nvPicPr>
        <p:blipFill>
          <a:blip r:embed="rId1"/>
          <a:stretch>
            <a:fillRect/>
          </a:stretch>
        </p:blipFill>
        <p:spPr>
          <a:xfrm>
            <a:off x="457200" y="411480"/>
            <a:ext cx="5317216" cy="6035040"/>
          </a:xfrm>
          <a:prstGeom prst="rect">
            <a:avLst/>
          </a:prstGeom>
        </p:spPr>
      </p:pic>
      <p:sp>
        <p:nvSpPr>
          <p:cNvPr id="3" name="Stage chip"/>
          <p:cNvSpPr txBox="1"/>
          <p:nvPr/>
        </p:nvSpPr>
        <p:spPr>
          <a:xfrm>
            <a:off x="6277336" y="640080"/>
            <a:ext cx="1799539" cy="292608"/>
          </a:xfrm>
          <a:prstGeom prst="roundRect">
            <a:avLst>
              <a:gd name="adj" fmla="val 31250"/>
            </a:avLst>
          </a:prstGeom>
          <a:solidFill>
            <a:srgbClr val="3F6B22"/>
          </a:solidFill>
          <a:ln/>
        </p:spPr>
        <p:txBody>
          <a:bodyPr wrap="square" lIns="0" tIns="0" rIns="0" bIns="0" rtlCol="0" anchor="ctr"/>
          <a:lstStyle/>
          <a:p>
            <a:pPr algn="ctr" indent="0" marL="0">
              <a:buNone/>
            </a:pPr>
            <a:r>
              <a:rPr lang="en-US" sz="1100" b="1" dirty="0">
                <a:solidFill>
                  <a:srgbClr val="FFFFFF"/>
                </a:solidFill>
              </a:rPr>
              <a:t>STAGE 4 · MEADOW</a:t>
            </a:r>
            <a:endParaRPr lang="en-US" sz="1100" dirty="0"/>
          </a:p>
        </p:txBody>
      </p:sp>
      <p:sp>
        <p:nvSpPr>
          <p:cNvPr id="4" name="Step counter"/>
          <p:cNvSpPr txBox="1"/>
          <p:nvPr/>
        </p:nvSpPr>
        <p:spPr>
          <a:xfrm>
            <a:off x="9905695" y="640080"/>
            <a:ext cx="1554480" cy="292608"/>
          </a:xfrm>
          <a:prstGeom prst="rect">
            <a:avLst/>
          </a:prstGeom>
          <a:noFill/>
          <a:ln/>
        </p:spPr>
        <p:txBody>
          <a:bodyPr wrap="square" lIns="0" tIns="0" rIns="0" bIns="0" rtlCol="0" anchor="ctr"/>
          <a:lstStyle/>
          <a:p>
            <a:pPr algn="r" indent="0" marL="0">
              <a:buNone/>
            </a:pPr>
            <a:r>
              <a:rPr lang="en-US" sz="1100" b="1" dirty="0">
                <a:solidFill>
                  <a:srgbClr val="6D7072"/>
                </a:solidFill>
              </a:rPr>
              <a:t>STEP 14 OF 34</a:t>
            </a:r>
            <a:endParaRPr lang="en-US" sz="1100" dirty="0"/>
          </a:p>
        </p:txBody>
      </p:sp>
      <p:sp>
        <p:nvSpPr>
          <p:cNvPr id="5" name="Text 1"/>
          <p:cNvSpPr/>
          <p:nvPr>
            <p:ph idx="101" type="title" hasCustomPrompt="1"/>
          </p:nvPr>
        </p:nvSpPr>
        <p:spPr>
          <a:xfrm>
            <a:off x="6277336" y="1051560"/>
            <a:ext cx="5182839" cy="868680"/>
          </a:xfrm>
          <a:prstGeom prst="rect">
            <a:avLst/>
          </a:prstGeom>
          <a:noFill/>
          <a:ln/>
        </p:spPr>
        <p:txBody>
          <a:bodyPr wrap="square" lIns="0" tIns="0" rIns="0" bIns="0" rtlCol="0" anchor="t"/>
          <a:lstStyle/>
          <a:p>
            <a:pPr algn="l" indent="0" marL="0">
              <a:buNone/>
            </a:pPr>
            <a:r>
              <a:rPr lang="en-US" sz="2600" b="1" dirty="0">
                <a:solidFill>
                  <a:schemeClr val="tx2"/>
                </a:solidFill>
              </a:rPr>
              <a:t>Left meadow, then darken the foreground</a:t>
            </a:r>
            <a:endParaRPr lang="en-US" sz="2600" dirty="0"/>
          </a:p>
        </p:txBody>
      </p:sp>
      <p:sp>
        <p:nvSpPr>
          <p:cNvPr id="6" name="Text 3"/>
          <p:cNvSpPr txBox="1"/>
          <p:nvPr/>
        </p:nvSpPr>
        <p:spPr>
          <a:xfrm>
            <a:off x="6277336" y="2011680"/>
            <a:ext cx="2743200" cy="228600"/>
          </a:xfrm>
          <a:prstGeom prst="rect">
            <a:avLst/>
          </a:prstGeom>
          <a:noFill/>
          <a:ln/>
        </p:spPr>
        <p:txBody>
          <a:bodyPr wrap="square" lIns="0" tIns="0" rIns="0" bIns="0" rtlCol="0" anchor="ctr"/>
          <a:lstStyle/>
          <a:p>
            <a:pPr indent="0" marL="0">
              <a:buNone/>
            </a:pPr>
            <a:r>
              <a:rPr lang="en-US" sz="1100" b="1" dirty="0">
                <a:solidFill>
                  <a:srgbClr val="6D7072"/>
                </a:solidFill>
              </a:rPr>
              <a:t>WHAT TO DO</a:t>
            </a:r>
            <a:endParaRPr lang="en-US" sz="1100" dirty="0"/>
          </a:p>
        </p:txBody>
      </p:sp>
      <p:sp>
        <p:nvSpPr>
          <p:cNvPr id="7" name="Instructions"/>
          <p:cNvSpPr txBox="1"/>
          <p:nvPr/>
        </p:nvSpPr>
        <p:spPr>
          <a:xfrm>
            <a:off x="6277336" y="2286000"/>
            <a:ext cx="5182839" cy="1874520"/>
          </a:xfrm>
          <a:prstGeom prst="rect">
            <a:avLst/>
          </a:prstGeom>
          <a:noFill/>
          <a:ln/>
        </p:spPr>
        <p:txBody>
          <a:bodyPr wrap="square" lIns="0" tIns="0" rIns="0" bIns="0" rtlCol="0" anchor="t"/>
          <a:lstStyle/>
          <a:p>
            <a:pPr marL="203200" indent="-203200">
              <a:spcAft>
                <a:spcPts val="600"/>
              </a:spcAft>
              <a:buSzPct val="100000"/>
              <a:buChar char="•"/>
            </a:pPr>
            <a:r>
              <a:rPr lang="en-US" sz="1500" dirty="0">
                <a:solidFill>
                  <a:schemeClr val="tx1"/>
                </a:solidFill>
              </a:rPr>
              <a:t>Paint the left meadow wedge in yellow-green, matching the right.</a:t>
            </a:r>
            <a:endParaRPr lang="en-US" sz="1500" dirty="0"/>
          </a:p>
          <a:p>
            <a:pPr marL="203200" indent="-203200">
              <a:spcAft>
                <a:spcPts val="600"/>
              </a:spcAft>
              <a:buSzPct val="100000"/>
              <a:buChar char="•"/>
            </a:pPr>
            <a:r>
              <a:rPr lang="en-US" sz="1500" dirty="0">
                <a:solidFill>
                  <a:schemeClr val="tx1"/>
                </a:solidFill>
              </a:rPr>
              <a:t>Add darker green along the bottom and outer edge of both meadows and blend it upward into the lighter green.</a:t>
            </a:r>
            <a:endParaRPr lang="en-US" sz="1500" dirty="0"/>
          </a:p>
        </p:txBody>
      </p:sp>
      <p:sp>
        <p:nvSpPr>
          <p:cNvPr id="8" name="Tip box"/>
          <p:cNvSpPr/>
          <p:nvPr/>
        </p:nvSpPr>
        <p:spPr>
          <a:xfrm>
            <a:off x="6277336" y="4224528"/>
            <a:ext cx="5182839" cy="932688"/>
          </a:xfrm>
          <a:prstGeom prst="roundRect">
            <a:avLst>
              <a:gd name="adj" fmla="val 7843"/>
            </a:avLst>
          </a:prstGeom>
          <a:solidFill>
            <a:srgbClr val="F2F4F0"/>
          </a:solidFill>
          <a:ln/>
        </p:spPr>
      </p:sp>
      <p:sp>
        <p:nvSpPr>
          <p:cNvPr id="9" name="Tip text"/>
          <p:cNvSpPr txBox="1"/>
          <p:nvPr/>
        </p:nvSpPr>
        <p:spPr>
          <a:xfrm>
            <a:off x="6414496" y="4261104"/>
            <a:ext cx="4908519" cy="859536"/>
          </a:xfrm>
          <a:prstGeom prst="rect">
            <a:avLst/>
          </a:prstGeom>
          <a:noFill/>
          <a:ln/>
        </p:spPr>
        <p:txBody>
          <a:bodyPr wrap="square" lIns="0" tIns="0" rIns="0" bIns="0" rtlCol="0" anchor="ctr"/>
          <a:lstStyle/>
          <a:p>
            <a:pPr indent="0" marL="0">
              <a:buNone/>
            </a:pPr>
            <a:r>
              <a:rPr lang="en-US" sz="1000" b="1" dirty="0">
                <a:solidFill>
                  <a:srgbClr val="B4531A"/>
                </a:solidFill>
              </a:rPr>
              <a:t>WATCH FOR</a:t>
            </a:r>
            <a:endParaRPr lang="en-US" sz="1000" dirty="0"/>
          </a:p>
          <a:p>
            <a:pPr indent="0" marL="0">
              <a:buNone/>
            </a:pPr>
            <a:r>
              <a:rPr lang="en-US" sz="1400" dirty="0">
                <a:solidFill>
                  <a:schemeClr val="tx1"/>
                </a:solidFill>
              </a:rPr>
              <a:t>Light in the distance, dark up close: this deepens the sense of space.</a:t>
            </a:r>
            <a:endParaRPr lang="en-US" sz="1000" dirty="0"/>
          </a:p>
        </p:txBody>
      </p:sp>
      <p:sp>
        <p:nvSpPr>
          <p:cNvPr id="10" name="Text 7"/>
          <p:cNvSpPr txBox="1"/>
          <p:nvPr/>
        </p:nvSpPr>
        <p:spPr>
          <a:xfrm>
            <a:off x="6277336" y="5285232"/>
            <a:ext cx="5182839" cy="201168"/>
          </a:xfrm>
          <a:prstGeom prst="rect">
            <a:avLst/>
          </a:prstGeom>
          <a:noFill/>
          <a:ln/>
        </p:spPr>
        <p:txBody>
          <a:bodyPr wrap="square" lIns="0" tIns="0" rIns="0" bIns="0" rtlCol="0" anchor="ctr"/>
          <a:lstStyle/>
          <a:p>
            <a:pPr indent="0" marL="0">
              <a:buNone/>
            </a:pPr>
            <a:r>
              <a:rPr lang="en-US" sz="1000" b="1" dirty="0">
                <a:solidFill>
                  <a:srgbClr val="6D7072"/>
                </a:solidFill>
              </a:rPr>
              <a:t>COLORS IN THIS STEP</a:t>
            </a:r>
            <a:endParaRPr lang="en-US" sz="1000" dirty="0"/>
          </a:p>
        </p:txBody>
      </p:sp>
      <p:sp>
        <p:nvSpPr>
          <p:cNvPr id="11" name="Swatch Yellow-green"/>
          <p:cNvSpPr/>
          <p:nvPr/>
        </p:nvSpPr>
        <p:spPr>
          <a:xfrm>
            <a:off x="6277336" y="5532120"/>
            <a:ext cx="329184" cy="329184"/>
          </a:xfrm>
          <a:prstGeom prst="ellipse">
            <a:avLst/>
          </a:prstGeom>
          <a:solidFill>
            <a:srgbClr val="C0D246"/>
          </a:solidFill>
          <a:ln w="9525">
            <a:solidFill>
              <a:srgbClr val="D3D9CC"/>
            </a:solidFill>
            <a:prstDash val="solid"/>
          </a:ln>
        </p:spPr>
      </p:sp>
      <p:sp>
        <p:nvSpPr>
          <p:cNvPr id="12" name="Text 9"/>
          <p:cNvSpPr txBox="1"/>
          <p:nvPr/>
        </p:nvSpPr>
        <p:spPr>
          <a:xfrm>
            <a:off x="6688816" y="5504688"/>
            <a:ext cx="1270413" cy="384048"/>
          </a:xfrm>
          <a:prstGeom prst="rect">
            <a:avLst/>
          </a:prstGeom>
          <a:noFill/>
          <a:ln/>
        </p:spPr>
        <p:txBody>
          <a:bodyPr wrap="square" lIns="0" tIns="0" rIns="0" bIns="0" rtlCol="0" anchor="ctr"/>
          <a:lstStyle/>
          <a:p>
            <a:pPr indent="0" marL="0">
              <a:buNone/>
            </a:pPr>
            <a:r>
              <a:rPr lang="en-US" sz="1100" b="1" dirty="0">
                <a:solidFill>
                  <a:schemeClr val="tx1"/>
                </a:solidFill>
              </a:rPr>
              <a:t>Yellow-green</a:t>
            </a:r>
            <a:endParaRPr lang="en-US" sz="1100" dirty="0"/>
          </a:p>
          <a:p>
            <a:pPr indent="0" marL="0">
              <a:buNone/>
            </a:pPr>
            <a:r>
              <a:rPr lang="en-US" sz="1000" dirty="0">
                <a:solidFill>
                  <a:srgbClr val="4A5058"/>
                </a:solidFill>
              </a:rPr>
              <a:t>#C0D246</a:t>
            </a:r>
            <a:endParaRPr lang="en-US" sz="1100" dirty="0"/>
          </a:p>
        </p:txBody>
      </p:sp>
      <p:sp>
        <p:nvSpPr>
          <p:cNvPr id="13" name="Swatch Grass green"/>
          <p:cNvSpPr/>
          <p:nvPr/>
        </p:nvSpPr>
        <p:spPr>
          <a:xfrm>
            <a:off x="8004949" y="5532120"/>
            <a:ext cx="329184" cy="329184"/>
          </a:xfrm>
          <a:prstGeom prst="ellipse">
            <a:avLst/>
          </a:prstGeom>
          <a:solidFill>
            <a:srgbClr val="52832E"/>
          </a:solidFill>
          <a:ln w="9525">
            <a:solidFill>
              <a:srgbClr val="D3D9CC"/>
            </a:solidFill>
            <a:prstDash val="solid"/>
          </a:ln>
        </p:spPr>
      </p:sp>
      <p:sp>
        <p:nvSpPr>
          <p:cNvPr id="14" name="Text 11"/>
          <p:cNvSpPr txBox="1"/>
          <p:nvPr/>
        </p:nvSpPr>
        <p:spPr>
          <a:xfrm>
            <a:off x="8416429" y="5504688"/>
            <a:ext cx="1270413" cy="384048"/>
          </a:xfrm>
          <a:prstGeom prst="rect">
            <a:avLst/>
          </a:prstGeom>
          <a:noFill/>
          <a:ln/>
        </p:spPr>
        <p:txBody>
          <a:bodyPr wrap="square" lIns="0" tIns="0" rIns="0" bIns="0" rtlCol="0" anchor="ctr"/>
          <a:lstStyle/>
          <a:p>
            <a:pPr indent="0" marL="0">
              <a:buNone/>
            </a:pPr>
            <a:r>
              <a:rPr lang="en-US" sz="1100" b="1" dirty="0">
                <a:solidFill>
                  <a:schemeClr val="tx1"/>
                </a:solidFill>
              </a:rPr>
              <a:t>Grass green</a:t>
            </a:r>
            <a:endParaRPr lang="en-US" sz="1100" dirty="0"/>
          </a:p>
          <a:p>
            <a:pPr indent="0" marL="0">
              <a:buNone/>
            </a:pPr>
            <a:r>
              <a:rPr lang="en-US" sz="1000" dirty="0">
                <a:solidFill>
                  <a:srgbClr val="4A5058"/>
                </a:solidFill>
              </a:rPr>
              <a:t>#52832E</a:t>
            </a:r>
            <a:endParaRPr lang="en-US" sz="1100" dirty="0"/>
          </a:p>
        </p:txBody>
      </p:sp>
      <p:sp>
        <p:nvSpPr>
          <p:cNvPr id="15" name="Shape 12"/>
          <p:cNvSpPr/>
          <p:nvPr/>
        </p:nvSpPr>
        <p:spPr>
          <a:xfrm>
            <a:off x="6312406" y="6176772"/>
            <a:ext cx="82296" cy="82296"/>
          </a:xfrm>
          <a:prstGeom prst="ellipse">
            <a:avLst/>
          </a:prstGeom>
          <a:solidFill>
            <a:srgbClr val="8E9A82"/>
          </a:solidFill>
          <a:ln/>
        </p:spPr>
      </p:sp>
      <p:sp>
        <p:nvSpPr>
          <p:cNvPr id="16" name="Shape 13"/>
          <p:cNvSpPr/>
          <p:nvPr/>
        </p:nvSpPr>
        <p:spPr>
          <a:xfrm>
            <a:off x="6464843" y="6176772"/>
            <a:ext cx="82296" cy="82296"/>
          </a:xfrm>
          <a:prstGeom prst="ellipse">
            <a:avLst/>
          </a:prstGeom>
          <a:solidFill>
            <a:srgbClr val="8E9A82"/>
          </a:solidFill>
          <a:ln/>
        </p:spPr>
      </p:sp>
      <p:sp>
        <p:nvSpPr>
          <p:cNvPr id="17" name="Shape 14"/>
          <p:cNvSpPr/>
          <p:nvPr/>
        </p:nvSpPr>
        <p:spPr>
          <a:xfrm>
            <a:off x="6617279" y="6176772"/>
            <a:ext cx="82296" cy="82296"/>
          </a:xfrm>
          <a:prstGeom prst="ellipse">
            <a:avLst/>
          </a:prstGeom>
          <a:solidFill>
            <a:srgbClr val="8E9A82"/>
          </a:solidFill>
          <a:ln/>
        </p:spPr>
      </p:sp>
      <p:sp>
        <p:nvSpPr>
          <p:cNvPr id="18" name="Shape 15"/>
          <p:cNvSpPr/>
          <p:nvPr/>
        </p:nvSpPr>
        <p:spPr>
          <a:xfrm>
            <a:off x="6769715" y="6176772"/>
            <a:ext cx="82296" cy="82296"/>
          </a:xfrm>
          <a:prstGeom prst="ellipse">
            <a:avLst/>
          </a:prstGeom>
          <a:solidFill>
            <a:srgbClr val="8E9A82"/>
          </a:solidFill>
          <a:ln/>
        </p:spPr>
      </p:sp>
      <p:sp>
        <p:nvSpPr>
          <p:cNvPr id="19" name="Shape 16"/>
          <p:cNvSpPr/>
          <p:nvPr/>
        </p:nvSpPr>
        <p:spPr>
          <a:xfrm>
            <a:off x="6922152" y="6176772"/>
            <a:ext cx="82296" cy="82296"/>
          </a:xfrm>
          <a:prstGeom prst="ellipse">
            <a:avLst/>
          </a:prstGeom>
          <a:solidFill>
            <a:srgbClr val="8E9A82"/>
          </a:solidFill>
          <a:ln/>
        </p:spPr>
      </p:sp>
      <p:sp>
        <p:nvSpPr>
          <p:cNvPr id="20" name="Shape 17"/>
          <p:cNvSpPr/>
          <p:nvPr/>
        </p:nvSpPr>
        <p:spPr>
          <a:xfrm>
            <a:off x="7074588" y="6176772"/>
            <a:ext cx="82296" cy="82296"/>
          </a:xfrm>
          <a:prstGeom prst="ellipse">
            <a:avLst/>
          </a:prstGeom>
          <a:solidFill>
            <a:srgbClr val="8E9A82"/>
          </a:solidFill>
          <a:ln/>
        </p:spPr>
      </p:sp>
      <p:sp>
        <p:nvSpPr>
          <p:cNvPr id="21" name="Shape 18"/>
          <p:cNvSpPr/>
          <p:nvPr/>
        </p:nvSpPr>
        <p:spPr>
          <a:xfrm>
            <a:off x="7227025" y="6176772"/>
            <a:ext cx="82296" cy="82296"/>
          </a:xfrm>
          <a:prstGeom prst="ellipse">
            <a:avLst/>
          </a:prstGeom>
          <a:solidFill>
            <a:srgbClr val="8E9A82"/>
          </a:solidFill>
          <a:ln/>
        </p:spPr>
      </p:sp>
      <p:sp>
        <p:nvSpPr>
          <p:cNvPr id="22" name="Shape 19"/>
          <p:cNvSpPr/>
          <p:nvPr/>
        </p:nvSpPr>
        <p:spPr>
          <a:xfrm>
            <a:off x="7379461" y="6176772"/>
            <a:ext cx="82296" cy="82296"/>
          </a:xfrm>
          <a:prstGeom prst="ellipse">
            <a:avLst/>
          </a:prstGeom>
          <a:solidFill>
            <a:srgbClr val="8E9A82"/>
          </a:solidFill>
          <a:ln/>
        </p:spPr>
      </p:sp>
      <p:sp>
        <p:nvSpPr>
          <p:cNvPr id="23" name="Shape 20"/>
          <p:cNvSpPr/>
          <p:nvPr/>
        </p:nvSpPr>
        <p:spPr>
          <a:xfrm>
            <a:off x="7531898" y="6176772"/>
            <a:ext cx="82296" cy="82296"/>
          </a:xfrm>
          <a:prstGeom prst="ellipse">
            <a:avLst/>
          </a:prstGeom>
          <a:solidFill>
            <a:srgbClr val="8E9A82"/>
          </a:solidFill>
          <a:ln/>
        </p:spPr>
      </p:sp>
      <p:sp>
        <p:nvSpPr>
          <p:cNvPr id="24" name="Shape 21"/>
          <p:cNvSpPr/>
          <p:nvPr/>
        </p:nvSpPr>
        <p:spPr>
          <a:xfrm>
            <a:off x="7684334" y="6176772"/>
            <a:ext cx="82296" cy="82296"/>
          </a:xfrm>
          <a:prstGeom prst="ellipse">
            <a:avLst/>
          </a:prstGeom>
          <a:solidFill>
            <a:srgbClr val="8E9A82"/>
          </a:solidFill>
          <a:ln/>
        </p:spPr>
      </p:sp>
      <p:sp>
        <p:nvSpPr>
          <p:cNvPr id="25" name="Shape 22"/>
          <p:cNvSpPr/>
          <p:nvPr/>
        </p:nvSpPr>
        <p:spPr>
          <a:xfrm>
            <a:off x="7836771" y="6176772"/>
            <a:ext cx="82296" cy="82296"/>
          </a:xfrm>
          <a:prstGeom prst="ellipse">
            <a:avLst/>
          </a:prstGeom>
          <a:solidFill>
            <a:srgbClr val="8E9A82"/>
          </a:solidFill>
          <a:ln/>
        </p:spPr>
      </p:sp>
      <p:sp>
        <p:nvSpPr>
          <p:cNvPr id="26" name="Shape 23"/>
          <p:cNvSpPr/>
          <p:nvPr/>
        </p:nvSpPr>
        <p:spPr>
          <a:xfrm>
            <a:off x="7989207" y="6176772"/>
            <a:ext cx="82296" cy="82296"/>
          </a:xfrm>
          <a:prstGeom prst="ellipse">
            <a:avLst/>
          </a:prstGeom>
          <a:solidFill>
            <a:srgbClr val="8E9A82"/>
          </a:solidFill>
          <a:ln/>
        </p:spPr>
      </p:sp>
      <p:sp>
        <p:nvSpPr>
          <p:cNvPr id="27" name="Shape 24"/>
          <p:cNvSpPr/>
          <p:nvPr/>
        </p:nvSpPr>
        <p:spPr>
          <a:xfrm>
            <a:off x="8141643" y="6176772"/>
            <a:ext cx="82296" cy="82296"/>
          </a:xfrm>
          <a:prstGeom prst="ellipse">
            <a:avLst/>
          </a:prstGeom>
          <a:solidFill>
            <a:srgbClr val="8E9A82"/>
          </a:solidFill>
          <a:ln/>
        </p:spPr>
      </p:sp>
      <p:sp>
        <p:nvSpPr>
          <p:cNvPr id="28" name="Shape 25"/>
          <p:cNvSpPr/>
          <p:nvPr/>
        </p:nvSpPr>
        <p:spPr>
          <a:xfrm>
            <a:off x="8257504" y="6140196"/>
            <a:ext cx="155448" cy="155448"/>
          </a:xfrm>
          <a:prstGeom prst="ellipse">
            <a:avLst/>
          </a:prstGeom>
          <a:solidFill>
            <a:srgbClr val="3F6B22"/>
          </a:solidFill>
          <a:ln/>
        </p:spPr>
      </p:sp>
      <p:sp>
        <p:nvSpPr>
          <p:cNvPr id="29" name="Shape 26"/>
          <p:cNvSpPr/>
          <p:nvPr/>
        </p:nvSpPr>
        <p:spPr>
          <a:xfrm>
            <a:off x="8446516" y="6176772"/>
            <a:ext cx="82296" cy="82296"/>
          </a:xfrm>
          <a:prstGeom prst="ellipse">
            <a:avLst/>
          </a:prstGeom>
          <a:solidFill>
            <a:srgbClr val="D3D9CC"/>
          </a:solidFill>
          <a:ln/>
        </p:spPr>
      </p:sp>
      <p:sp>
        <p:nvSpPr>
          <p:cNvPr id="30" name="Shape 27"/>
          <p:cNvSpPr/>
          <p:nvPr/>
        </p:nvSpPr>
        <p:spPr>
          <a:xfrm>
            <a:off x="8598953" y="6176772"/>
            <a:ext cx="82296" cy="82296"/>
          </a:xfrm>
          <a:prstGeom prst="ellipse">
            <a:avLst/>
          </a:prstGeom>
          <a:solidFill>
            <a:srgbClr val="D3D9CC"/>
          </a:solidFill>
          <a:ln/>
        </p:spPr>
      </p:sp>
      <p:sp>
        <p:nvSpPr>
          <p:cNvPr id="31" name="Shape 28"/>
          <p:cNvSpPr/>
          <p:nvPr/>
        </p:nvSpPr>
        <p:spPr>
          <a:xfrm>
            <a:off x="8751389" y="6176772"/>
            <a:ext cx="82296" cy="82296"/>
          </a:xfrm>
          <a:prstGeom prst="ellipse">
            <a:avLst/>
          </a:prstGeom>
          <a:solidFill>
            <a:srgbClr val="D3D9CC"/>
          </a:solidFill>
          <a:ln/>
        </p:spPr>
      </p:sp>
      <p:sp>
        <p:nvSpPr>
          <p:cNvPr id="32" name="Shape 29"/>
          <p:cNvSpPr/>
          <p:nvPr/>
        </p:nvSpPr>
        <p:spPr>
          <a:xfrm>
            <a:off x="8903826" y="6176772"/>
            <a:ext cx="82296" cy="82296"/>
          </a:xfrm>
          <a:prstGeom prst="ellipse">
            <a:avLst/>
          </a:prstGeom>
          <a:solidFill>
            <a:srgbClr val="D3D9CC"/>
          </a:solidFill>
          <a:ln/>
        </p:spPr>
      </p:sp>
      <p:sp>
        <p:nvSpPr>
          <p:cNvPr id="33" name="Shape 30"/>
          <p:cNvSpPr/>
          <p:nvPr/>
        </p:nvSpPr>
        <p:spPr>
          <a:xfrm>
            <a:off x="9056262" y="6176772"/>
            <a:ext cx="82296" cy="82296"/>
          </a:xfrm>
          <a:prstGeom prst="ellipse">
            <a:avLst/>
          </a:prstGeom>
          <a:solidFill>
            <a:srgbClr val="D3D9CC"/>
          </a:solidFill>
          <a:ln/>
        </p:spPr>
      </p:sp>
      <p:sp>
        <p:nvSpPr>
          <p:cNvPr id="34" name="Shape 31"/>
          <p:cNvSpPr/>
          <p:nvPr/>
        </p:nvSpPr>
        <p:spPr>
          <a:xfrm>
            <a:off x="9208699" y="6176772"/>
            <a:ext cx="82296" cy="82296"/>
          </a:xfrm>
          <a:prstGeom prst="ellipse">
            <a:avLst/>
          </a:prstGeom>
          <a:solidFill>
            <a:srgbClr val="D3D9CC"/>
          </a:solidFill>
          <a:ln/>
        </p:spPr>
      </p:sp>
      <p:sp>
        <p:nvSpPr>
          <p:cNvPr id="35" name="Shape 32"/>
          <p:cNvSpPr/>
          <p:nvPr/>
        </p:nvSpPr>
        <p:spPr>
          <a:xfrm>
            <a:off x="9361135" y="6176772"/>
            <a:ext cx="82296" cy="82296"/>
          </a:xfrm>
          <a:prstGeom prst="ellipse">
            <a:avLst/>
          </a:prstGeom>
          <a:solidFill>
            <a:srgbClr val="D3D9CC"/>
          </a:solidFill>
          <a:ln/>
        </p:spPr>
      </p:sp>
      <p:sp>
        <p:nvSpPr>
          <p:cNvPr id="36" name="Shape 33"/>
          <p:cNvSpPr/>
          <p:nvPr/>
        </p:nvSpPr>
        <p:spPr>
          <a:xfrm>
            <a:off x="9513572" y="6176772"/>
            <a:ext cx="82296" cy="82296"/>
          </a:xfrm>
          <a:prstGeom prst="ellipse">
            <a:avLst/>
          </a:prstGeom>
          <a:solidFill>
            <a:srgbClr val="D3D9CC"/>
          </a:solidFill>
          <a:ln/>
        </p:spPr>
      </p:sp>
      <p:sp>
        <p:nvSpPr>
          <p:cNvPr id="37" name="Shape 34"/>
          <p:cNvSpPr/>
          <p:nvPr/>
        </p:nvSpPr>
        <p:spPr>
          <a:xfrm>
            <a:off x="9666008" y="6176772"/>
            <a:ext cx="82296" cy="82296"/>
          </a:xfrm>
          <a:prstGeom prst="ellipse">
            <a:avLst/>
          </a:prstGeom>
          <a:solidFill>
            <a:srgbClr val="D3D9CC"/>
          </a:solidFill>
          <a:ln/>
        </p:spPr>
      </p:sp>
      <p:sp>
        <p:nvSpPr>
          <p:cNvPr id="38" name="Shape 35"/>
          <p:cNvSpPr/>
          <p:nvPr/>
        </p:nvSpPr>
        <p:spPr>
          <a:xfrm>
            <a:off x="9818444" y="6176772"/>
            <a:ext cx="82296" cy="82296"/>
          </a:xfrm>
          <a:prstGeom prst="ellipse">
            <a:avLst/>
          </a:prstGeom>
          <a:solidFill>
            <a:srgbClr val="D3D9CC"/>
          </a:solidFill>
          <a:ln/>
        </p:spPr>
      </p:sp>
      <p:sp>
        <p:nvSpPr>
          <p:cNvPr id="39" name="Shape 36"/>
          <p:cNvSpPr/>
          <p:nvPr/>
        </p:nvSpPr>
        <p:spPr>
          <a:xfrm>
            <a:off x="9970881" y="6176772"/>
            <a:ext cx="82296" cy="82296"/>
          </a:xfrm>
          <a:prstGeom prst="ellipse">
            <a:avLst/>
          </a:prstGeom>
          <a:solidFill>
            <a:srgbClr val="D3D9CC"/>
          </a:solidFill>
          <a:ln/>
        </p:spPr>
      </p:sp>
      <p:sp>
        <p:nvSpPr>
          <p:cNvPr id="40" name="Shape 37"/>
          <p:cNvSpPr/>
          <p:nvPr/>
        </p:nvSpPr>
        <p:spPr>
          <a:xfrm>
            <a:off x="10123317" y="6176772"/>
            <a:ext cx="82296" cy="82296"/>
          </a:xfrm>
          <a:prstGeom prst="ellipse">
            <a:avLst/>
          </a:prstGeom>
          <a:solidFill>
            <a:srgbClr val="D3D9CC"/>
          </a:solidFill>
          <a:ln/>
        </p:spPr>
      </p:sp>
      <p:sp>
        <p:nvSpPr>
          <p:cNvPr id="41" name="Shape 38"/>
          <p:cNvSpPr/>
          <p:nvPr/>
        </p:nvSpPr>
        <p:spPr>
          <a:xfrm>
            <a:off x="10275754" y="6176772"/>
            <a:ext cx="82296" cy="82296"/>
          </a:xfrm>
          <a:prstGeom prst="ellipse">
            <a:avLst/>
          </a:prstGeom>
          <a:solidFill>
            <a:srgbClr val="D3D9CC"/>
          </a:solidFill>
          <a:ln/>
        </p:spPr>
      </p:sp>
      <p:sp>
        <p:nvSpPr>
          <p:cNvPr id="42" name="Shape 39"/>
          <p:cNvSpPr/>
          <p:nvPr/>
        </p:nvSpPr>
        <p:spPr>
          <a:xfrm>
            <a:off x="10428190" y="6176772"/>
            <a:ext cx="82296" cy="82296"/>
          </a:xfrm>
          <a:prstGeom prst="ellipse">
            <a:avLst/>
          </a:prstGeom>
          <a:solidFill>
            <a:srgbClr val="D3D9CC"/>
          </a:solidFill>
          <a:ln/>
        </p:spPr>
      </p:sp>
      <p:sp>
        <p:nvSpPr>
          <p:cNvPr id="43" name="Shape 40"/>
          <p:cNvSpPr/>
          <p:nvPr/>
        </p:nvSpPr>
        <p:spPr>
          <a:xfrm>
            <a:off x="10580627" y="6176772"/>
            <a:ext cx="82296" cy="82296"/>
          </a:xfrm>
          <a:prstGeom prst="ellipse">
            <a:avLst/>
          </a:prstGeom>
          <a:solidFill>
            <a:srgbClr val="D3D9CC"/>
          </a:solidFill>
          <a:ln/>
        </p:spPr>
      </p:sp>
      <p:sp>
        <p:nvSpPr>
          <p:cNvPr id="44" name="Shape 41"/>
          <p:cNvSpPr/>
          <p:nvPr/>
        </p:nvSpPr>
        <p:spPr>
          <a:xfrm>
            <a:off x="10733063" y="6176772"/>
            <a:ext cx="82296" cy="82296"/>
          </a:xfrm>
          <a:prstGeom prst="ellipse">
            <a:avLst/>
          </a:prstGeom>
          <a:solidFill>
            <a:srgbClr val="D3D9CC"/>
          </a:solidFill>
          <a:ln/>
        </p:spPr>
      </p:sp>
      <p:sp>
        <p:nvSpPr>
          <p:cNvPr id="45" name="Shape 42"/>
          <p:cNvSpPr/>
          <p:nvPr/>
        </p:nvSpPr>
        <p:spPr>
          <a:xfrm>
            <a:off x="10885500" y="6176772"/>
            <a:ext cx="82296" cy="82296"/>
          </a:xfrm>
          <a:prstGeom prst="ellipse">
            <a:avLst/>
          </a:prstGeom>
          <a:solidFill>
            <a:srgbClr val="D3D9CC"/>
          </a:solidFill>
          <a:ln/>
        </p:spPr>
      </p:sp>
      <p:sp>
        <p:nvSpPr>
          <p:cNvPr id="46" name="Shape 43"/>
          <p:cNvSpPr/>
          <p:nvPr/>
        </p:nvSpPr>
        <p:spPr>
          <a:xfrm>
            <a:off x="11037936" y="6176772"/>
            <a:ext cx="82296" cy="82296"/>
          </a:xfrm>
          <a:prstGeom prst="ellipse">
            <a:avLst/>
          </a:prstGeom>
          <a:solidFill>
            <a:srgbClr val="D3D9CC"/>
          </a:solidFill>
          <a:ln/>
        </p:spPr>
      </p:sp>
      <p:sp>
        <p:nvSpPr>
          <p:cNvPr id="47" name="Shape 44"/>
          <p:cNvSpPr/>
          <p:nvPr/>
        </p:nvSpPr>
        <p:spPr>
          <a:xfrm>
            <a:off x="11190373" y="6176772"/>
            <a:ext cx="82296" cy="82296"/>
          </a:xfrm>
          <a:prstGeom prst="ellipse">
            <a:avLst/>
          </a:prstGeom>
          <a:solidFill>
            <a:srgbClr val="D3D9CC"/>
          </a:solidFill>
          <a:ln/>
        </p:spPr>
      </p:sp>
      <p:sp>
        <p:nvSpPr>
          <p:cNvPr id="48" name="Shape 45"/>
          <p:cNvSpPr/>
          <p:nvPr/>
        </p:nvSpPr>
        <p:spPr>
          <a:xfrm>
            <a:off x="11342809" y="6176772"/>
            <a:ext cx="82296" cy="82296"/>
          </a:xfrm>
          <a:prstGeom prst="ellipse">
            <a:avLst/>
          </a:prstGeom>
          <a:solidFill>
            <a:srgbClr val="D3D9CC"/>
          </a:solidFill>
          <a:ln/>
        </p:spPr>
      </p:sp>
      <p:sp>
        <p:nvSpPr>
          <p:cNvPr id="25" name="Slide Number Placeholder 0"/>
          <p:cNvSpPr>
            <a:spLocks noGrp="1"/>
          </p:cNvSpPr>
          <p:nvPr>
            <p:ph type="sldNum" sz="quarter" idx="4294967295"/>
          </p:nvPr>
        </p:nvSpPr>
        <p:spPr>
          <a:xfrm>
            <a:off x="11155680" y="6510528"/>
            <a:ext cx="548640" cy="228600"/>
          </a:xfrm>
          <a:prstGeom prst="rect">
            <a:avLst/>
          </a:prstGeom>
          <a:extLst>
            <a:ext uri="{C572A759-6A51-4108-AA02-DFA0A04FC94B}">
              <ma14:wrappingTextBoxFlag xmlns:ma14="http://schemas.microsoft.com/office/mac/drawingml/2011/main" val="0"/>
            </a:ext>
          </a:extLst>
        </p:spPr>
        <p:txBody>
          <a:bodyPr/>
          <a:lstStyle>
            <a:lvl1pPr>
              <a:defRPr sz="1000">
                <a:solidFill>
                  <a:srgbClr val="6D7072"/>
                </a:solidFill>
              </a:defRPr>
            </a:lvl1pPr>
          </a:lstStyle>
          <a:p>
            <a:pPr algn="r"/>
            <a:fld id="{F7021451-1387-4CA6-816F-3879F97B5CBC}" type="slidenum">
              <a:rPr b="0"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pic>
        <p:nvPicPr>
          <p:cNvPr id="2" name="Step 15 image" descr="Step 15: First red dabs for the flower beds">    </p:cNvPr>
          <p:cNvPicPr>
            <a:picLocks noChangeAspect="1"/>
          </p:cNvPicPr>
          <p:nvPr/>
        </p:nvPicPr>
        <p:blipFill>
          <a:blip r:embed="rId1"/>
          <a:stretch>
            <a:fillRect/>
          </a:stretch>
        </p:blipFill>
        <p:spPr>
          <a:xfrm>
            <a:off x="457200" y="411480"/>
            <a:ext cx="5317216" cy="6035040"/>
          </a:xfrm>
          <a:prstGeom prst="rect">
            <a:avLst/>
          </a:prstGeom>
        </p:spPr>
      </p:pic>
      <p:sp>
        <p:nvSpPr>
          <p:cNvPr id="3" name="Stage chip"/>
          <p:cNvSpPr txBox="1"/>
          <p:nvPr/>
        </p:nvSpPr>
        <p:spPr>
          <a:xfrm>
            <a:off x="6277336" y="640080"/>
            <a:ext cx="2247595" cy="292608"/>
          </a:xfrm>
          <a:prstGeom prst="roundRect">
            <a:avLst>
              <a:gd name="adj" fmla="val 31250"/>
            </a:avLst>
          </a:prstGeom>
          <a:solidFill>
            <a:srgbClr val="B4531A"/>
          </a:solidFill>
          <a:ln/>
        </p:spPr>
        <p:txBody>
          <a:bodyPr wrap="square" lIns="0" tIns="0" rIns="0" bIns="0" rtlCol="0" anchor="ctr"/>
          <a:lstStyle/>
          <a:p>
            <a:pPr algn="ctr" indent="0" marL="0">
              <a:buNone/>
            </a:pPr>
            <a:r>
              <a:rPr lang="en-US" sz="1100" b="1" dirty="0">
                <a:solidFill>
                  <a:srgbClr val="FFFFFF"/>
                </a:solidFill>
              </a:rPr>
              <a:t>STAGE 5 · FLOWER BEDS</a:t>
            </a:r>
            <a:endParaRPr lang="en-US" sz="1100" dirty="0"/>
          </a:p>
        </p:txBody>
      </p:sp>
      <p:sp>
        <p:nvSpPr>
          <p:cNvPr id="4" name="Step counter"/>
          <p:cNvSpPr txBox="1"/>
          <p:nvPr/>
        </p:nvSpPr>
        <p:spPr>
          <a:xfrm>
            <a:off x="9905695" y="640080"/>
            <a:ext cx="1554480" cy="292608"/>
          </a:xfrm>
          <a:prstGeom prst="rect">
            <a:avLst/>
          </a:prstGeom>
          <a:noFill/>
          <a:ln/>
        </p:spPr>
        <p:txBody>
          <a:bodyPr wrap="square" lIns="0" tIns="0" rIns="0" bIns="0" rtlCol="0" anchor="ctr"/>
          <a:lstStyle/>
          <a:p>
            <a:pPr algn="r" indent="0" marL="0">
              <a:buNone/>
            </a:pPr>
            <a:r>
              <a:rPr lang="en-US" sz="1100" b="1" dirty="0">
                <a:solidFill>
                  <a:srgbClr val="6D7072"/>
                </a:solidFill>
              </a:rPr>
              <a:t>STEP 15 OF 34</a:t>
            </a:r>
            <a:endParaRPr lang="en-US" sz="1100" dirty="0"/>
          </a:p>
        </p:txBody>
      </p:sp>
      <p:sp>
        <p:nvSpPr>
          <p:cNvPr id="5" name="Text 1"/>
          <p:cNvSpPr/>
          <p:nvPr>
            <p:ph idx="101" type="title" hasCustomPrompt="1"/>
          </p:nvPr>
        </p:nvSpPr>
        <p:spPr>
          <a:xfrm>
            <a:off x="6277336" y="1051560"/>
            <a:ext cx="5182839" cy="868680"/>
          </a:xfrm>
          <a:prstGeom prst="rect">
            <a:avLst/>
          </a:prstGeom>
          <a:noFill/>
          <a:ln/>
        </p:spPr>
        <p:txBody>
          <a:bodyPr wrap="square" lIns="0" tIns="0" rIns="0" bIns="0" rtlCol="0" anchor="t"/>
          <a:lstStyle/>
          <a:p>
            <a:pPr algn="l" indent="0" marL="0">
              <a:buNone/>
            </a:pPr>
            <a:r>
              <a:rPr lang="en-US" sz="2600" b="1" dirty="0">
                <a:solidFill>
                  <a:schemeClr val="tx2"/>
                </a:solidFill>
              </a:rPr>
              <a:t>First red dabs for the flower beds</a:t>
            </a:r>
            <a:endParaRPr lang="en-US" sz="2600" dirty="0"/>
          </a:p>
        </p:txBody>
      </p:sp>
      <p:sp>
        <p:nvSpPr>
          <p:cNvPr id="6" name="Text 3"/>
          <p:cNvSpPr txBox="1"/>
          <p:nvPr/>
        </p:nvSpPr>
        <p:spPr>
          <a:xfrm>
            <a:off x="6277336" y="2011680"/>
            <a:ext cx="2743200" cy="228600"/>
          </a:xfrm>
          <a:prstGeom prst="rect">
            <a:avLst/>
          </a:prstGeom>
          <a:noFill/>
          <a:ln/>
        </p:spPr>
        <p:txBody>
          <a:bodyPr wrap="square" lIns="0" tIns="0" rIns="0" bIns="0" rtlCol="0" anchor="ctr"/>
          <a:lstStyle/>
          <a:p>
            <a:pPr indent="0" marL="0">
              <a:buNone/>
            </a:pPr>
            <a:r>
              <a:rPr lang="en-US" sz="1100" b="1" dirty="0">
                <a:solidFill>
                  <a:srgbClr val="6D7072"/>
                </a:solidFill>
              </a:rPr>
              <a:t>WHAT TO DO</a:t>
            </a:r>
            <a:endParaRPr lang="en-US" sz="1100" dirty="0"/>
          </a:p>
        </p:txBody>
      </p:sp>
      <p:sp>
        <p:nvSpPr>
          <p:cNvPr id="7" name="Instructions"/>
          <p:cNvSpPr txBox="1"/>
          <p:nvPr/>
        </p:nvSpPr>
        <p:spPr>
          <a:xfrm>
            <a:off x="6277336" y="2286000"/>
            <a:ext cx="5182839" cy="1874520"/>
          </a:xfrm>
          <a:prstGeom prst="rect">
            <a:avLst/>
          </a:prstGeom>
          <a:noFill/>
          <a:ln/>
        </p:spPr>
        <p:txBody>
          <a:bodyPr wrap="square" lIns="0" tIns="0" rIns="0" bIns="0" rtlCol="0" anchor="t"/>
          <a:lstStyle/>
          <a:p>
            <a:pPr marL="203200" indent="-203200">
              <a:spcAft>
                <a:spcPts val="600"/>
              </a:spcAft>
              <a:buSzPct val="100000"/>
              <a:buChar char="•"/>
            </a:pPr>
            <a:r>
              <a:rPr lang="en-US" sz="1500" dirty="0">
                <a:solidFill>
                  <a:schemeClr val="tx1"/>
                </a:solidFill>
              </a:rPr>
              <a:t>Load a small round brush with red and dab spots along the right flower-bed strip.</a:t>
            </a:r>
            <a:endParaRPr lang="en-US" sz="1500" dirty="0"/>
          </a:p>
          <a:p>
            <a:pPr marL="203200" indent="-203200">
              <a:spcAft>
                <a:spcPts val="600"/>
              </a:spcAft>
              <a:buSzPct val="100000"/>
              <a:buChar char="•"/>
            </a:pPr>
            <a:r>
              <a:rPr lang="en-US" sz="1500" dirty="0">
                <a:solidFill>
                  <a:schemeClr val="tx1"/>
                </a:solidFill>
              </a:rPr>
              <a:t>Keep the dabs random and uneven in size.</a:t>
            </a:r>
            <a:endParaRPr lang="en-US" sz="1500" dirty="0"/>
          </a:p>
        </p:txBody>
      </p:sp>
      <p:sp>
        <p:nvSpPr>
          <p:cNvPr id="8" name="Tip box"/>
          <p:cNvSpPr/>
          <p:nvPr/>
        </p:nvSpPr>
        <p:spPr>
          <a:xfrm>
            <a:off x="6277336" y="4224528"/>
            <a:ext cx="5182839" cy="932688"/>
          </a:xfrm>
          <a:prstGeom prst="roundRect">
            <a:avLst>
              <a:gd name="adj" fmla="val 7843"/>
            </a:avLst>
          </a:prstGeom>
          <a:solidFill>
            <a:srgbClr val="F2F4F0"/>
          </a:solidFill>
          <a:ln/>
        </p:spPr>
      </p:sp>
      <p:sp>
        <p:nvSpPr>
          <p:cNvPr id="9" name="Tip text"/>
          <p:cNvSpPr txBox="1"/>
          <p:nvPr/>
        </p:nvSpPr>
        <p:spPr>
          <a:xfrm>
            <a:off x="6414496" y="4261104"/>
            <a:ext cx="4908519" cy="859536"/>
          </a:xfrm>
          <a:prstGeom prst="rect">
            <a:avLst/>
          </a:prstGeom>
          <a:noFill/>
          <a:ln/>
        </p:spPr>
        <p:txBody>
          <a:bodyPr wrap="square" lIns="0" tIns="0" rIns="0" bIns="0" rtlCol="0" anchor="ctr"/>
          <a:lstStyle/>
          <a:p>
            <a:pPr indent="0" marL="0">
              <a:buNone/>
            </a:pPr>
            <a:r>
              <a:rPr lang="en-US" sz="1000" b="1" dirty="0">
                <a:solidFill>
                  <a:srgbClr val="B4531A"/>
                </a:solidFill>
              </a:rPr>
              <a:t>WATCH FOR</a:t>
            </a:r>
            <a:endParaRPr lang="en-US" sz="1000" dirty="0"/>
          </a:p>
          <a:p>
            <a:pPr indent="0" marL="0">
              <a:buNone/>
            </a:pPr>
            <a:r>
              <a:rPr lang="en-US" sz="1400" dirty="0">
                <a:solidFill>
                  <a:schemeClr val="tx1"/>
                </a:solidFill>
              </a:rPr>
              <a:t>Don't paint individual flowers. Loose dabs read as a bed of blooms.</a:t>
            </a:r>
            <a:endParaRPr lang="en-US" sz="1000" dirty="0"/>
          </a:p>
        </p:txBody>
      </p:sp>
      <p:sp>
        <p:nvSpPr>
          <p:cNvPr id="10" name="Text 7"/>
          <p:cNvSpPr txBox="1"/>
          <p:nvPr/>
        </p:nvSpPr>
        <p:spPr>
          <a:xfrm>
            <a:off x="6277336" y="5285232"/>
            <a:ext cx="5182839" cy="201168"/>
          </a:xfrm>
          <a:prstGeom prst="rect">
            <a:avLst/>
          </a:prstGeom>
          <a:noFill/>
          <a:ln/>
        </p:spPr>
        <p:txBody>
          <a:bodyPr wrap="square" lIns="0" tIns="0" rIns="0" bIns="0" rtlCol="0" anchor="ctr"/>
          <a:lstStyle/>
          <a:p>
            <a:pPr indent="0" marL="0">
              <a:buNone/>
            </a:pPr>
            <a:r>
              <a:rPr lang="en-US" sz="1000" b="1" dirty="0">
                <a:solidFill>
                  <a:srgbClr val="6D7072"/>
                </a:solidFill>
              </a:rPr>
              <a:t>COLORS IN THIS STEP</a:t>
            </a:r>
            <a:endParaRPr lang="en-US" sz="1000" dirty="0"/>
          </a:p>
        </p:txBody>
      </p:sp>
      <p:sp>
        <p:nvSpPr>
          <p:cNvPr id="11" name="Swatch Coral red"/>
          <p:cNvSpPr/>
          <p:nvPr/>
        </p:nvSpPr>
        <p:spPr>
          <a:xfrm>
            <a:off x="6277336" y="5532120"/>
            <a:ext cx="329184" cy="329184"/>
          </a:xfrm>
          <a:prstGeom prst="ellipse">
            <a:avLst/>
          </a:prstGeom>
          <a:solidFill>
            <a:srgbClr val="E3665D"/>
          </a:solidFill>
          <a:ln w="9525">
            <a:solidFill>
              <a:srgbClr val="D3D9CC"/>
            </a:solidFill>
            <a:prstDash val="solid"/>
          </a:ln>
        </p:spPr>
      </p:sp>
      <p:sp>
        <p:nvSpPr>
          <p:cNvPr id="12" name="Text 9"/>
          <p:cNvSpPr txBox="1"/>
          <p:nvPr/>
        </p:nvSpPr>
        <p:spPr>
          <a:xfrm>
            <a:off x="6688816" y="5504688"/>
            <a:ext cx="1270413" cy="384048"/>
          </a:xfrm>
          <a:prstGeom prst="rect">
            <a:avLst/>
          </a:prstGeom>
          <a:noFill/>
          <a:ln/>
        </p:spPr>
        <p:txBody>
          <a:bodyPr wrap="square" lIns="0" tIns="0" rIns="0" bIns="0" rtlCol="0" anchor="ctr"/>
          <a:lstStyle/>
          <a:p>
            <a:pPr indent="0" marL="0">
              <a:buNone/>
            </a:pPr>
            <a:r>
              <a:rPr lang="en-US" sz="1100" b="1" dirty="0">
                <a:solidFill>
                  <a:schemeClr val="tx1"/>
                </a:solidFill>
              </a:rPr>
              <a:t>Coral red</a:t>
            </a:r>
            <a:endParaRPr lang="en-US" sz="1100" dirty="0"/>
          </a:p>
          <a:p>
            <a:pPr indent="0" marL="0">
              <a:buNone/>
            </a:pPr>
            <a:r>
              <a:rPr lang="en-US" sz="1000" dirty="0">
                <a:solidFill>
                  <a:srgbClr val="4A5058"/>
                </a:solidFill>
              </a:rPr>
              <a:t>#E3665D</a:t>
            </a:r>
            <a:endParaRPr lang="en-US" sz="1100" dirty="0"/>
          </a:p>
        </p:txBody>
      </p:sp>
      <p:sp>
        <p:nvSpPr>
          <p:cNvPr id="13" name="Shape 10"/>
          <p:cNvSpPr/>
          <p:nvPr/>
        </p:nvSpPr>
        <p:spPr>
          <a:xfrm>
            <a:off x="6312406" y="6176772"/>
            <a:ext cx="82296" cy="82296"/>
          </a:xfrm>
          <a:prstGeom prst="ellipse">
            <a:avLst/>
          </a:prstGeom>
          <a:solidFill>
            <a:srgbClr val="8E9A82"/>
          </a:solidFill>
          <a:ln/>
        </p:spPr>
      </p:sp>
      <p:sp>
        <p:nvSpPr>
          <p:cNvPr id="14" name="Shape 11"/>
          <p:cNvSpPr/>
          <p:nvPr/>
        </p:nvSpPr>
        <p:spPr>
          <a:xfrm>
            <a:off x="6464843" y="6176772"/>
            <a:ext cx="82296" cy="82296"/>
          </a:xfrm>
          <a:prstGeom prst="ellipse">
            <a:avLst/>
          </a:prstGeom>
          <a:solidFill>
            <a:srgbClr val="8E9A82"/>
          </a:solidFill>
          <a:ln/>
        </p:spPr>
      </p:sp>
      <p:sp>
        <p:nvSpPr>
          <p:cNvPr id="15" name="Shape 12"/>
          <p:cNvSpPr/>
          <p:nvPr/>
        </p:nvSpPr>
        <p:spPr>
          <a:xfrm>
            <a:off x="6617279" y="6176772"/>
            <a:ext cx="82296" cy="82296"/>
          </a:xfrm>
          <a:prstGeom prst="ellipse">
            <a:avLst/>
          </a:prstGeom>
          <a:solidFill>
            <a:srgbClr val="8E9A82"/>
          </a:solidFill>
          <a:ln/>
        </p:spPr>
      </p:sp>
      <p:sp>
        <p:nvSpPr>
          <p:cNvPr id="16" name="Shape 13"/>
          <p:cNvSpPr/>
          <p:nvPr/>
        </p:nvSpPr>
        <p:spPr>
          <a:xfrm>
            <a:off x="6769715" y="6176772"/>
            <a:ext cx="82296" cy="82296"/>
          </a:xfrm>
          <a:prstGeom prst="ellipse">
            <a:avLst/>
          </a:prstGeom>
          <a:solidFill>
            <a:srgbClr val="8E9A82"/>
          </a:solidFill>
          <a:ln/>
        </p:spPr>
      </p:sp>
      <p:sp>
        <p:nvSpPr>
          <p:cNvPr id="17" name="Shape 14"/>
          <p:cNvSpPr/>
          <p:nvPr/>
        </p:nvSpPr>
        <p:spPr>
          <a:xfrm>
            <a:off x="6922152" y="6176772"/>
            <a:ext cx="82296" cy="82296"/>
          </a:xfrm>
          <a:prstGeom prst="ellipse">
            <a:avLst/>
          </a:prstGeom>
          <a:solidFill>
            <a:srgbClr val="8E9A82"/>
          </a:solidFill>
          <a:ln/>
        </p:spPr>
      </p:sp>
      <p:sp>
        <p:nvSpPr>
          <p:cNvPr id="18" name="Shape 15"/>
          <p:cNvSpPr/>
          <p:nvPr/>
        </p:nvSpPr>
        <p:spPr>
          <a:xfrm>
            <a:off x="7074588" y="6176772"/>
            <a:ext cx="82296" cy="82296"/>
          </a:xfrm>
          <a:prstGeom prst="ellipse">
            <a:avLst/>
          </a:prstGeom>
          <a:solidFill>
            <a:srgbClr val="8E9A82"/>
          </a:solidFill>
          <a:ln/>
        </p:spPr>
      </p:sp>
      <p:sp>
        <p:nvSpPr>
          <p:cNvPr id="19" name="Shape 16"/>
          <p:cNvSpPr/>
          <p:nvPr/>
        </p:nvSpPr>
        <p:spPr>
          <a:xfrm>
            <a:off x="7227025" y="6176772"/>
            <a:ext cx="82296" cy="82296"/>
          </a:xfrm>
          <a:prstGeom prst="ellipse">
            <a:avLst/>
          </a:prstGeom>
          <a:solidFill>
            <a:srgbClr val="8E9A82"/>
          </a:solidFill>
          <a:ln/>
        </p:spPr>
      </p:sp>
      <p:sp>
        <p:nvSpPr>
          <p:cNvPr id="20" name="Shape 17"/>
          <p:cNvSpPr/>
          <p:nvPr/>
        </p:nvSpPr>
        <p:spPr>
          <a:xfrm>
            <a:off x="7379461" y="6176772"/>
            <a:ext cx="82296" cy="82296"/>
          </a:xfrm>
          <a:prstGeom prst="ellipse">
            <a:avLst/>
          </a:prstGeom>
          <a:solidFill>
            <a:srgbClr val="8E9A82"/>
          </a:solidFill>
          <a:ln/>
        </p:spPr>
      </p:sp>
      <p:sp>
        <p:nvSpPr>
          <p:cNvPr id="21" name="Shape 18"/>
          <p:cNvSpPr/>
          <p:nvPr/>
        </p:nvSpPr>
        <p:spPr>
          <a:xfrm>
            <a:off x="7531898" y="6176772"/>
            <a:ext cx="82296" cy="82296"/>
          </a:xfrm>
          <a:prstGeom prst="ellipse">
            <a:avLst/>
          </a:prstGeom>
          <a:solidFill>
            <a:srgbClr val="8E9A82"/>
          </a:solidFill>
          <a:ln/>
        </p:spPr>
      </p:sp>
      <p:sp>
        <p:nvSpPr>
          <p:cNvPr id="22" name="Shape 19"/>
          <p:cNvSpPr/>
          <p:nvPr/>
        </p:nvSpPr>
        <p:spPr>
          <a:xfrm>
            <a:off x="7684334" y="6176772"/>
            <a:ext cx="82296" cy="82296"/>
          </a:xfrm>
          <a:prstGeom prst="ellipse">
            <a:avLst/>
          </a:prstGeom>
          <a:solidFill>
            <a:srgbClr val="8E9A82"/>
          </a:solidFill>
          <a:ln/>
        </p:spPr>
      </p:sp>
      <p:sp>
        <p:nvSpPr>
          <p:cNvPr id="23" name="Shape 20"/>
          <p:cNvSpPr/>
          <p:nvPr/>
        </p:nvSpPr>
        <p:spPr>
          <a:xfrm>
            <a:off x="7836771" y="6176772"/>
            <a:ext cx="82296" cy="82296"/>
          </a:xfrm>
          <a:prstGeom prst="ellipse">
            <a:avLst/>
          </a:prstGeom>
          <a:solidFill>
            <a:srgbClr val="8E9A82"/>
          </a:solidFill>
          <a:ln/>
        </p:spPr>
      </p:sp>
      <p:sp>
        <p:nvSpPr>
          <p:cNvPr id="24" name="Shape 21"/>
          <p:cNvSpPr/>
          <p:nvPr/>
        </p:nvSpPr>
        <p:spPr>
          <a:xfrm>
            <a:off x="7989207" y="6176772"/>
            <a:ext cx="82296" cy="82296"/>
          </a:xfrm>
          <a:prstGeom prst="ellipse">
            <a:avLst/>
          </a:prstGeom>
          <a:solidFill>
            <a:srgbClr val="8E9A82"/>
          </a:solidFill>
          <a:ln/>
        </p:spPr>
      </p:sp>
      <p:sp>
        <p:nvSpPr>
          <p:cNvPr id="25" name="Shape 22"/>
          <p:cNvSpPr/>
          <p:nvPr/>
        </p:nvSpPr>
        <p:spPr>
          <a:xfrm>
            <a:off x="8141643" y="6176772"/>
            <a:ext cx="82296" cy="82296"/>
          </a:xfrm>
          <a:prstGeom prst="ellipse">
            <a:avLst/>
          </a:prstGeom>
          <a:solidFill>
            <a:srgbClr val="8E9A82"/>
          </a:solidFill>
          <a:ln/>
        </p:spPr>
      </p:sp>
      <p:sp>
        <p:nvSpPr>
          <p:cNvPr id="26" name="Shape 23"/>
          <p:cNvSpPr/>
          <p:nvPr/>
        </p:nvSpPr>
        <p:spPr>
          <a:xfrm>
            <a:off x="8294080" y="6176772"/>
            <a:ext cx="82296" cy="82296"/>
          </a:xfrm>
          <a:prstGeom prst="ellipse">
            <a:avLst/>
          </a:prstGeom>
          <a:solidFill>
            <a:srgbClr val="8E9A82"/>
          </a:solidFill>
          <a:ln/>
        </p:spPr>
      </p:sp>
      <p:sp>
        <p:nvSpPr>
          <p:cNvPr id="27" name="Shape 24"/>
          <p:cNvSpPr/>
          <p:nvPr/>
        </p:nvSpPr>
        <p:spPr>
          <a:xfrm>
            <a:off x="8409940" y="6140196"/>
            <a:ext cx="155448" cy="155448"/>
          </a:xfrm>
          <a:prstGeom prst="ellipse">
            <a:avLst/>
          </a:prstGeom>
          <a:solidFill>
            <a:srgbClr val="B4531A"/>
          </a:solidFill>
          <a:ln/>
        </p:spPr>
      </p:sp>
      <p:sp>
        <p:nvSpPr>
          <p:cNvPr id="28" name="Shape 25"/>
          <p:cNvSpPr/>
          <p:nvPr/>
        </p:nvSpPr>
        <p:spPr>
          <a:xfrm>
            <a:off x="8598953" y="6176772"/>
            <a:ext cx="82296" cy="82296"/>
          </a:xfrm>
          <a:prstGeom prst="ellipse">
            <a:avLst/>
          </a:prstGeom>
          <a:solidFill>
            <a:srgbClr val="D3D9CC"/>
          </a:solidFill>
          <a:ln/>
        </p:spPr>
      </p:sp>
      <p:sp>
        <p:nvSpPr>
          <p:cNvPr id="29" name="Shape 26"/>
          <p:cNvSpPr/>
          <p:nvPr/>
        </p:nvSpPr>
        <p:spPr>
          <a:xfrm>
            <a:off x="8751389" y="6176772"/>
            <a:ext cx="82296" cy="82296"/>
          </a:xfrm>
          <a:prstGeom prst="ellipse">
            <a:avLst/>
          </a:prstGeom>
          <a:solidFill>
            <a:srgbClr val="D3D9CC"/>
          </a:solidFill>
          <a:ln/>
        </p:spPr>
      </p:sp>
      <p:sp>
        <p:nvSpPr>
          <p:cNvPr id="30" name="Shape 27"/>
          <p:cNvSpPr/>
          <p:nvPr/>
        </p:nvSpPr>
        <p:spPr>
          <a:xfrm>
            <a:off x="8903826" y="6176772"/>
            <a:ext cx="82296" cy="82296"/>
          </a:xfrm>
          <a:prstGeom prst="ellipse">
            <a:avLst/>
          </a:prstGeom>
          <a:solidFill>
            <a:srgbClr val="D3D9CC"/>
          </a:solidFill>
          <a:ln/>
        </p:spPr>
      </p:sp>
      <p:sp>
        <p:nvSpPr>
          <p:cNvPr id="31" name="Shape 28"/>
          <p:cNvSpPr/>
          <p:nvPr/>
        </p:nvSpPr>
        <p:spPr>
          <a:xfrm>
            <a:off x="9056262" y="6176772"/>
            <a:ext cx="82296" cy="82296"/>
          </a:xfrm>
          <a:prstGeom prst="ellipse">
            <a:avLst/>
          </a:prstGeom>
          <a:solidFill>
            <a:srgbClr val="D3D9CC"/>
          </a:solidFill>
          <a:ln/>
        </p:spPr>
      </p:sp>
      <p:sp>
        <p:nvSpPr>
          <p:cNvPr id="32" name="Shape 29"/>
          <p:cNvSpPr/>
          <p:nvPr/>
        </p:nvSpPr>
        <p:spPr>
          <a:xfrm>
            <a:off x="9208699" y="6176772"/>
            <a:ext cx="82296" cy="82296"/>
          </a:xfrm>
          <a:prstGeom prst="ellipse">
            <a:avLst/>
          </a:prstGeom>
          <a:solidFill>
            <a:srgbClr val="D3D9CC"/>
          </a:solidFill>
          <a:ln/>
        </p:spPr>
      </p:sp>
      <p:sp>
        <p:nvSpPr>
          <p:cNvPr id="33" name="Shape 30"/>
          <p:cNvSpPr/>
          <p:nvPr/>
        </p:nvSpPr>
        <p:spPr>
          <a:xfrm>
            <a:off x="9361135" y="6176772"/>
            <a:ext cx="82296" cy="82296"/>
          </a:xfrm>
          <a:prstGeom prst="ellipse">
            <a:avLst/>
          </a:prstGeom>
          <a:solidFill>
            <a:srgbClr val="D3D9CC"/>
          </a:solidFill>
          <a:ln/>
        </p:spPr>
      </p:sp>
      <p:sp>
        <p:nvSpPr>
          <p:cNvPr id="34" name="Shape 31"/>
          <p:cNvSpPr/>
          <p:nvPr/>
        </p:nvSpPr>
        <p:spPr>
          <a:xfrm>
            <a:off x="9513572" y="6176772"/>
            <a:ext cx="82296" cy="82296"/>
          </a:xfrm>
          <a:prstGeom prst="ellipse">
            <a:avLst/>
          </a:prstGeom>
          <a:solidFill>
            <a:srgbClr val="D3D9CC"/>
          </a:solidFill>
          <a:ln/>
        </p:spPr>
      </p:sp>
      <p:sp>
        <p:nvSpPr>
          <p:cNvPr id="35" name="Shape 32"/>
          <p:cNvSpPr/>
          <p:nvPr/>
        </p:nvSpPr>
        <p:spPr>
          <a:xfrm>
            <a:off x="9666008" y="6176772"/>
            <a:ext cx="82296" cy="82296"/>
          </a:xfrm>
          <a:prstGeom prst="ellipse">
            <a:avLst/>
          </a:prstGeom>
          <a:solidFill>
            <a:srgbClr val="D3D9CC"/>
          </a:solidFill>
          <a:ln/>
        </p:spPr>
      </p:sp>
      <p:sp>
        <p:nvSpPr>
          <p:cNvPr id="36" name="Shape 33"/>
          <p:cNvSpPr/>
          <p:nvPr/>
        </p:nvSpPr>
        <p:spPr>
          <a:xfrm>
            <a:off x="9818444" y="6176772"/>
            <a:ext cx="82296" cy="82296"/>
          </a:xfrm>
          <a:prstGeom prst="ellipse">
            <a:avLst/>
          </a:prstGeom>
          <a:solidFill>
            <a:srgbClr val="D3D9CC"/>
          </a:solidFill>
          <a:ln/>
        </p:spPr>
      </p:sp>
      <p:sp>
        <p:nvSpPr>
          <p:cNvPr id="37" name="Shape 34"/>
          <p:cNvSpPr/>
          <p:nvPr/>
        </p:nvSpPr>
        <p:spPr>
          <a:xfrm>
            <a:off x="9970881" y="6176772"/>
            <a:ext cx="82296" cy="82296"/>
          </a:xfrm>
          <a:prstGeom prst="ellipse">
            <a:avLst/>
          </a:prstGeom>
          <a:solidFill>
            <a:srgbClr val="D3D9CC"/>
          </a:solidFill>
          <a:ln/>
        </p:spPr>
      </p:sp>
      <p:sp>
        <p:nvSpPr>
          <p:cNvPr id="38" name="Shape 35"/>
          <p:cNvSpPr/>
          <p:nvPr/>
        </p:nvSpPr>
        <p:spPr>
          <a:xfrm>
            <a:off x="10123317" y="6176772"/>
            <a:ext cx="82296" cy="82296"/>
          </a:xfrm>
          <a:prstGeom prst="ellipse">
            <a:avLst/>
          </a:prstGeom>
          <a:solidFill>
            <a:srgbClr val="D3D9CC"/>
          </a:solidFill>
          <a:ln/>
        </p:spPr>
      </p:sp>
      <p:sp>
        <p:nvSpPr>
          <p:cNvPr id="39" name="Shape 36"/>
          <p:cNvSpPr/>
          <p:nvPr/>
        </p:nvSpPr>
        <p:spPr>
          <a:xfrm>
            <a:off x="10275754" y="6176772"/>
            <a:ext cx="82296" cy="82296"/>
          </a:xfrm>
          <a:prstGeom prst="ellipse">
            <a:avLst/>
          </a:prstGeom>
          <a:solidFill>
            <a:srgbClr val="D3D9CC"/>
          </a:solidFill>
          <a:ln/>
        </p:spPr>
      </p:sp>
      <p:sp>
        <p:nvSpPr>
          <p:cNvPr id="40" name="Shape 37"/>
          <p:cNvSpPr/>
          <p:nvPr/>
        </p:nvSpPr>
        <p:spPr>
          <a:xfrm>
            <a:off x="10428190" y="6176772"/>
            <a:ext cx="82296" cy="82296"/>
          </a:xfrm>
          <a:prstGeom prst="ellipse">
            <a:avLst/>
          </a:prstGeom>
          <a:solidFill>
            <a:srgbClr val="D3D9CC"/>
          </a:solidFill>
          <a:ln/>
        </p:spPr>
      </p:sp>
      <p:sp>
        <p:nvSpPr>
          <p:cNvPr id="41" name="Shape 38"/>
          <p:cNvSpPr/>
          <p:nvPr/>
        </p:nvSpPr>
        <p:spPr>
          <a:xfrm>
            <a:off x="10580627" y="6176772"/>
            <a:ext cx="82296" cy="82296"/>
          </a:xfrm>
          <a:prstGeom prst="ellipse">
            <a:avLst/>
          </a:prstGeom>
          <a:solidFill>
            <a:srgbClr val="D3D9CC"/>
          </a:solidFill>
          <a:ln/>
        </p:spPr>
      </p:sp>
      <p:sp>
        <p:nvSpPr>
          <p:cNvPr id="42" name="Shape 39"/>
          <p:cNvSpPr/>
          <p:nvPr/>
        </p:nvSpPr>
        <p:spPr>
          <a:xfrm>
            <a:off x="10733063" y="6176772"/>
            <a:ext cx="82296" cy="82296"/>
          </a:xfrm>
          <a:prstGeom prst="ellipse">
            <a:avLst/>
          </a:prstGeom>
          <a:solidFill>
            <a:srgbClr val="D3D9CC"/>
          </a:solidFill>
          <a:ln/>
        </p:spPr>
      </p:sp>
      <p:sp>
        <p:nvSpPr>
          <p:cNvPr id="43" name="Shape 40"/>
          <p:cNvSpPr/>
          <p:nvPr/>
        </p:nvSpPr>
        <p:spPr>
          <a:xfrm>
            <a:off x="10885500" y="6176772"/>
            <a:ext cx="82296" cy="82296"/>
          </a:xfrm>
          <a:prstGeom prst="ellipse">
            <a:avLst/>
          </a:prstGeom>
          <a:solidFill>
            <a:srgbClr val="D3D9CC"/>
          </a:solidFill>
          <a:ln/>
        </p:spPr>
      </p:sp>
      <p:sp>
        <p:nvSpPr>
          <p:cNvPr id="44" name="Shape 41"/>
          <p:cNvSpPr/>
          <p:nvPr/>
        </p:nvSpPr>
        <p:spPr>
          <a:xfrm>
            <a:off x="11037936" y="6176772"/>
            <a:ext cx="82296" cy="82296"/>
          </a:xfrm>
          <a:prstGeom prst="ellipse">
            <a:avLst/>
          </a:prstGeom>
          <a:solidFill>
            <a:srgbClr val="D3D9CC"/>
          </a:solidFill>
          <a:ln/>
        </p:spPr>
      </p:sp>
      <p:sp>
        <p:nvSpPr>
          <p:cNvPr id="45" name="Shape 42"/>
          <p:cNvSpPr/>
          <p:nvPr/>
        </p:nvSpPr>
        <p:spPr>
          <a:xfrm>
            <a:off x="11190373" y="6176772"/>
            <a:ext cx="82296" cy="82296"/>
          </a:xfrm>
          <a:prstGeom prst="ellipse">
            <a:avLst/>
          </a:prstGeom>
          <a:solidFill>
            <a:srgbClr val="D3D9CC"/>
          </a:solidFill>
          <a:ln/>
        </p:spPr>
      </p:sp>
      <p:sp>
        <p:nvSpPr>
          <p:cNvPr id="46" name="Shape 43"/>
          <p:cNvSpPr/>
          <p:nvPr/>
        </p:nvSpPr>
        <p:spPr>
          <a:xfrm>
            <a:off x="11342809" y="6176772"/>
            <a:ext cx="82296" cy="82296"/>
          </a:xfrm>
          <a:prstGeom prst="ellipse">
            <a:avLst/>
          </a:prstGeom>
          <a:solidFill>
            <a:srgbClr val="D3D9CC"/>
          </a:solidFill>
          <a:ln/>
        </p:spPr>
      </p:sp>
      <p:sp>
        <p:nvSpPr>
          <p:cNvPr id="25" name="Slide Number Placeholder 0"/>
          <p:cNvSpPr>
            <a:spLocks noGrp="1"/>
          </p:cNvSpPr>
          <p:nvPr>
            <p:ph type="sldNum" sz="quarter" idx="4294967295"/>
          </p:nvPr>
        </p:nvSpPr>
        <p:spPr>
          <a:xfrm>
            <a:off x="11155680" y="6510528"/>
            <a:ext cx="548640" cy="228600"/>
          </a:xfrm>
          <a:prstGeom prst="rect">
            <a:avLst/>
          </a:prstGeom>
          <a:extLst>
            <a:ext uri="{C572A759-6A51-4108-AA02-DFA0A04FC94B}">
              <ma14:wrappingTextBoxFlag xmlns:ma14="http://schemas.microsoft.com/office/mac/drawingml/2011/main" val="0"/>
            </a:ext>
          </a:extLst>
        </p:spPr>
        <p:txBody>
          <a:bodyPr/>
          <a:lstStyle>
            <a:lvl1pPr>
              <a:defRPr sz="1000">
                <a:solidFill>
                  <a:srgbClr val="6D7072"/>
                </a:solidFill>
              </a:defRPr>
            </a:lvl1pPr>
          </a:lstStyle>
          <a:p>
            <a:pPr algn="r"/>
            <a:fld id="{F7021451-1387-4CA6-816F-3879F97B5CBC}" type="slidenum">
              <a:rPr b="0" lang="en-US"/>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pic>
        <p:nvPicPr>
          <p:cNvPr id="2" name="Step 16 image" descr="Step 16: Spread the red along both beds">    </p:cNvPr>
          <p:cNvPicPr>
            <a:picLocks noChangeAspect="1"/>
          </p:cNvPicPr>
          <p:nvPr/>
        </p:nvPicPr>
        <p:blipFill>
          <a:blip r:embed="rId1"/>
          <a:stretch>
            <a:fillRect/>
          </a:stretch>
        </p:blipFill>
        <p:spPr>
          <a:xfrm>
            <a:off x="457200" y="411480"/>
            <a:ext cx="5317216" cy="6035040"/>
          </a:xfrm>
          <a:prstGeom prst="rect">
            <a:avLst/>
          </a:prstGeom>
        </p:spPr>
      </p:pic>
      <p:sp>
        <p:nvSpPr>
          <p:cNvPr id="3" name="Stage chip"/>
          <p:cNvSpPr txBox="1"/>
          <p:nvPr/>
        </p:nvSpPr>
        <p:spPr>
          <a:xfrm>
            <a:off x="6277336" y="640080"/>
            <a:ext cx="2247595" cy="292608"/>
          </a:xfrm>
          <a:prstGeom prst="roundRect">
            <a:avLst>
              <a:gd name="adj" fmla="val 31250"/>
            </a:avLst>
          </a:prstGeom>
          <a:solidFill>
            <a:srgbClr val="B4531A"/>
          </a:solidFill>
          <a:ln/>
        </p:spPr>
        <p:txBody>
          <a:bodyPr wrap="square" lIns="0" tIns="0" rIns="0" bIns="0" rtlCol="0" anchor="ctr"/>
          <a:lstStyle/>
          <a:p>
            <a:pPr algn="ctr" indent="0" marL="0">
              <a:buNone/>
            </a:pPr>
            <a:r>
              <a:rPr lang="en-US" sz="1100" b="1" dirty="0">
                <a:solidFill>
                  <a:srgbClr val="FFFFFF"/>
                </a:solidFill>
              </a:rPr>
              <a:t>STAGE 5 · FLOWER BEDS</a:t>
            </a:r>
            <a:endParaRPr lang="en-US" sz="1100" dirty="0"/>
          </a:p>
        </p:txBody>
      </p:sp>
      <p:sp>
        <p:nvSpPr>
          <p:cNvPr id="4" name="Step counter"/>
          <p:cNvSpPr txBox="1"/>
          <p:nvPr/>
        </p:nvSpPr>
        <p:spPr>
          <a:xfrm>
            <a:off x="9905695" y="640080"/>
            <a:ext cx="1554480" cy="292608"/>
          </a:xfrm>
          <a:prstGeom prst="rect">
            <a:avLst/>
          </a:prstGeom>
          <a:noFill/>
          <a:ln/>
        </p:spPr>
        <p:txBody>
          <a:bodyPr wrap="square" lIns="0" tIns="0" rIns="0" bIns="0" rtlCol="0" anchor="ctr"/>
          <a:lstStyle/>
          <a:p>
            <a:pPr algn="r" indent="0" marL="0">
              <a:buNone/>
            </a:pPr>
            <a:r>
              <a:rPr lang="en-US" sz="1100" b="1" dirty="0">
                <a:solidFill>
                  <a:srgbClr val="6D7072"/>
                </a:solidFill>
              </a:rPr>
              <a:t>STEP 16 OF 34</a:t>
            </a:r>
            <a:endParaRPr lang="en-US" sz="1100" dirty="0"/>
          </a:p>
        </p:txBody>
      </p:sp>
      <p:sp>
        <p:nvSpPr>
          <p:cNvPr id="5" name="Text 1"/>
          <p:cNvSpPr/>
          <p:nvPr>
            <p:ph idx="101" type="title" hasCustomPrompt="1"/>
          </p:nvPr>
        </p:nvSpPr>
        <p:spPr>
          <a:xfrm>
            <a:off x="6277336" y="1051560"/>
            <a:ext cx="5182839" cy="868680"/>
          </a:xfrm>
          <a:prstGeom prst="rect">
            <a:avLst/>
          </a:prstGeom>
          <a:noFill/>
          <a:ln/>
        </p:spPr>
        <p:txBody>
          <a:bodyPr wrap="square" lIns="0" tIns="0" rIns="0" bIns="0" rtlCol="0" anchor="t"/>
          <a:lstStyle/>
          <a:p>
            <a:pPr algn="l" indent="0" marL="0">
              <a:buNone/>
            </a:pPr>
            <a:r>
              <a:rPr lang="en-US" sz="2600" b="1" dirty="0">
                <a:solidFill>
                  <a:schemeClr val="tx2"/>
                </a:solidFill>
              </a:rPr>
              <a:t>Spread the red along both beds</a:t>
            </a:r>
            <a:endParaRPr lang="en-US" sz="2600" dirty="0"/>
          </a:p>
        </p:txBody>
      </p:sp>
      <p:sp>
        <p:nvSpPr>
          <p:cNvPr id="6" name="Text 3"/>
          <p:cNvSpPr txBox="1"/>
          <p:nvPr/>
        </p:nvSpPr>
        <p:spPr>
          <a:xfrm>
            <a:off x="6277336" y="2011680"/>
            <a:ext cx="2743200" cy="228600"/>
          </a:xfrm>
          <a:prstGeom prst="rect">
            <a:avLst/>
          </a:prstGeom>
          <a:noFill/>
          <a:ln/>
        </p:spPr>
        <p:txBody>
          <a:bodyPr wrap="square" lIns="0" tIns="0" rIns="0" bIns="0" rtlCol="0" anchor="ctr"/>
          <a:lstStyle/>
          <a:p>
            <a:pPr indent="0" marL="0">
              <a:buNone/>
            </a:pPr>
            <a:r>
              <a:rPr lang="en-US" sz="1100" b="1" dirty="0">
                <a:solidFill>
                  <a:srgbClr val="6D7072"/>
                </a:solidFill>
              </a:rPr>
              <a:t>WHAT TO DO</a:t>
            </a:r>
            <a:endParaRPr lang="en-US" sz="1100" dirty="0"/>
          </a:p>
        </p:txBody>
      </p:sp>
      <p:sp>
        <p:nvSpPr>
          <p:cNvPr id="7" name="Instructions"/>
          <p:cNvSpPr txBox="1"/>
          <p:nvPr/>
        </p:nvSpPr>
        <p:spPr>
          <a:xfrm>
            <a:off x="6277336" y="2286000"/>
            <a:ext cx="5182839" cy="1874520"/>
          </a:xfrm>
          <a:prstGeom prst="rect">
            <a:avLst/>
          </a:prstGeom>
          <a:noFill/>
          <a:ln/>
        </p:spPr>
        <p:txBody>
          <a:bodyPr wrap="square" lIns="0" tIns="0" rIns="0" bIns="0" rtlCol="0" anchor="t"/>
          <a:lstStyle/>
          <a:p>
            <a:pPr marL="203200" indent="-203200">
              <a:spcAft>
                <a:spcPts val="600"/>
              </a:spcAft>
              <a:buSzPct val="100000"/>
              <a:buChar char="•"/>
            </a:pPr>
            <a:r>
              <a:rPr lang="en-US" sz="1500" dirty="0">
                <a:solidFill>
                  <a:schemeClr val="tx1"/>
                </a:solidFill>
              </a:rPr>
              <a:t>Continue the red dabs up the right strip toward the vanishing point, smaller and paler as you go.</a:t>
            </a:r>
            <a:endParaRPr lang="en-US" sz="1500" dirty="0"/>
          </a:p>
          <a:p>
            <a:pPr marL="203200" indent="-203200">
              <a:spcAft>
                <a:spcPts val="600"/>
              </a:spcAft>
              <a:buSzPct val="100000"/>
              <a:buChar char="•"/>
            </a:pPr>
            <a:r>
              <a:rPr lang="en-US" sz="1500" dirty="0">
                <a:solidFill>
                  <a:schemeClr val="tx1"/>
                </a:solidFill>
              </a:rPr>
              <a:t>Start dabbing red on the left strip, near the bottom.</a:t>
            </a:r>
            <a:endParaRPr lang="en-US" sz="1500" dirty="0"/>
          </a:p>
        </p:txBody>
      </p:sp>
      <p:sp>
        <p:nvSpPr>
          <p:cNvPr id="8" name="Tip box"/>
          <p:cNvSpPr/>
          <p:nvPr/>
        </p:nvSpPr>
        <p:spPr>
          <a:xfrm>
            <a:off x="6277336" y="4224528"/>
            <a:ext cx="5182839" cy="932688"/>
          </a:xfrm>
          <a:prstGeom prst="roundRect">
            <a:avLst>
              <a:gd name="adj" fmla="val 7843"/>
            </a:avLst>
          </a:prstGeom>
          <a:solidFill>
            <a:srgbClr val="F2F4F0"/>
          </a:solidFill>
          <a:ln/>
        </p:spPr>
      </p:sp>
      <p:sp>
        <p:nvSpPr>
          <p:cNvPr id="9" name="Tip text"/>
          <p:cNvSpPr txBox="1"/>
          <p:nvPr/>
        </p:nvSpPr>
        <p:spPr>
          <a:xfrm>
            <a:off x="6414496" y="4261104"/>
            <a:ext cx="4908519" cy="859536"/>
          </a:xfrm>
          <a:prstGeom prst="rect">
            <a:avLst/>
          </a:prstGeom>
          <a:noFill/>
          <a:ln/>
        </p:spPr>
        <p:txBody>
          <a:bodyPr wrap="square" lIns="0" tIns="0" rIns="0" bIns="0" rtlCol="0" anchor="ctr"/>
          <a:lstStyle/>
          <a:p>
            <a:pPr indent="0" marL="0">
              <a:buNone/>
            </a:pPr>
            <a:r>
              <a:rPr lang="en-US" sz="1000" b="1" dirty="0">
                <a:solidFill>
                  <a:srgbClr val="B4531A"/>
                </a:solidFill>
              </a:rPr>
              <a:t>WATCH FOR</a:t>
            </a:r>
            <a:endParaRPr lang="en-US" sz="1000" dirty="0"/>
          </a:p>
          <a:p>
            <a:pPr indent="0" marL="0">
              <a:buNone/>
            </a:pPr>
            <a:r>
              <a:rPr lang="en-US" sz="1400" dirty="0">
                <a:solidFill>
                  <a:schemeClr val="tx1"/>
                </a:solidFill>
              </a:rPr>
              <a:t>Larger, stronger dabs near the bottom edge (close); small, pale dabs far away.</a:t>
            </a:r>
            <a:endParaRPr lang="en-US" sz="1000" dirty="0"/>
          </a:p>
        </p:txBody>
      </p:sp>
      <p:sp>
        <p:nvSpPr>
          <p:cNvPr id="10" name="Text 7"/>
          <p:cNvSpPr txBox="1"/>
          <p:nvPr/>
        </p:nvSpPr>
        <p:spPr>
          <a:xfrm>
            <a:off x="6277336" y="5285232"/>
            <a:ext cx="5182839" cy="201168"/>
          </a:xfrm>
          <a:prstGeom prst="rect">
            <a:avLst/>
          </a:prstGeom>
          <a:noFill/>
          <a:ln/>
        </p:spPr>
        <p:txBody>
          <a:bodyPr wrap="square" lIns="0" tIns="0" rIns="0" bIns="0" rtlCol="0" anchor="ctr"/>
          <a:lstStyle/>
          <a:p>
            <a:pPr indent="0" marL="0">
              <a:buNone/>
            </a:pPr>
            <a:r>
              <a:rPr lang="en-US" sz="1000" b="1" dirty="0">
                <a:solidFill>
                  <a:srgbClr val="6D7072"/>
                </a:solidFill>
              </a:rPr>
              <a:t>COLORS IN THIS STEP</a:t>
            </a:r>
            <a:endParaRPr lang="en-US" sz="1000" dirty="0"/>
          </a:p>
        </p:txBody>
      </p:sp>
      <p:sp>
        <p:nvSpPr>
          <p:cNvPr id="11" name="Swatch Coral red"/>
          <p:cNvSpPr/>
          <p:nvPr/>
        </p:nvSpPr>
        <p:spPr>
          <a:xfrm>
            <a:off x="6277336" y="5532120"/>
            <a:ext cx="329184" cy="329184"/>
          </a:xfrm>
          <a:prstGeom prst="ellipse">
            <a:avLst/>
          </a:prstGeom>
          <a:solidFill>
            <a:srgbClr val="E3665D"/>
          </a:solidFill>
          <a:ln w="9525">
            <a:solidFill>
              <a:srgbClr val="D3D9CC"/>
            </a:solidFill>
            <a:prstDash val="solid"/>
          </a:ln>
        </p:spPr>
      </p:sp>
      <p:sp>
        <p:nvSpPr>
          <p:cNvPr id="12" name="Text 9"/>
          <p:cNvSpPr txBox="1"/>
          <p:nvPr/>
        </p:nvSpPr>
        <p:spPr>
          <a:xfrm>
            <a:off x="6688816" y="5504688"/>
            <a:ext cx="1270413" cy="384048"/>
          </a:xfrm>
          <a:prstGeom prst="rect">
            <a:avLst/>
          </a:prstGeom>
          <a:noFill/>
          <a:ln/>
        </p:spPr>
        <p:txBody>
          <a:bodyPr wrap="square" lIns="0" tIns="0" rIns="0" bIns="0" rtlCol="0" anchor="ctr"/>
          <a:lstStyle/>
          <a:p>
            <a:pPr indent="0" marL="0">
              <a:buNone/>
            </a:pPr>
            <a:r>
              <a:rPr lang="en-US" sz="1100" b="1" dirty="0">
                <a:solidFill>
                  <a:schemeClr val="tx1"/>
                </a:solidFill>
              </a:rPr>
              <a:t>Coral red</a:t>
            </a:r>
            <a:endParaRPr lang="en-US" sz="1100" dirty="0"/>
          </a:p>
          <a:p>
            <a:pPr indent="0" marL="0">
              <a:buNone/>
            </a:pPr>
            <a:r>
              <a:rPr lang="en-US" sz="1000" dirty="0">
                <a:solidFill>
                  <a:srgbClr val="4A5058"/>
                </a:solidFill>
              </a:rPr>
              <a:t>#E3665D</a:t>
            </a:r>
            <a:endParaRPr lang="en-US" sz="1100" dirty="0"/>
          </a:p>
        </p:txBody>
      </p:sp>
      <p:sp>
        <p:nvSpPr>
          <p:cNvPr id="13" name="Shape 10"/>
          <p:cNvSpPr/>
          <p:nvPr/>
        </p:nvSpPr>
        <p:spPr>
          <a:xfrm>
            <a:off x="6312406" y="6176772"/>
            <a:ext cx="82296" cy="82296"/>
          </a:xfrm>
          <a:prstGeom prst="ellipse">
            <a:avLst/>
          </a:prstGeom>
          <a:solidFill>
            <a:srgbClr val="8E9A82"/>
          </a:solidFill>
          <a:ln/>
        </p:spPr>
      </p:sp>
      <p:sp>
        <p:nvSpPr>
          <p:cNvPr id="14" name="Shape 11"/>
          <p:cNvSpPr/>
          <p:nvPr/>
        </p:nvSpPr>
        <p:spPr>
          <a:xfrm>
            <a:off x="6464843" y="6176772"/>
            <a:ext cx="82296" cy="82296"/>
          </a:xfrm>
          <a:prstGeom prst="ellipse">
            <a:avLst/>
          </a:prstGeom>
          <a:solidFill>
            <a:srgbClr val="8E9A82"/>
          </a:solidFill>
          <a:ln/>
        </p:spPr>
      </p:sp>
      <p:sp>
        <p:nvSpPr>
          <p:cNvPr id="15" name="Shape 12"/>
          <p:cNvSpPr/>
          <p:nvPr/>
        </p:nvSpPr>
        <p:spPr>
          <a:xfrm>
            <a:off x="6617279" y="6176772"/>
            <a:ext cx="82296" cy="82296"/>
          </a:xfrm>
          <a:prstGeom prst="ellipse">
            <a:avLst/>
          </a:prstGeom>
          <a:solidFill>
            <a:srgbClr val="8E9A82"/>
          </a:solidFill>
          <a:ln/>
        </p:spPr>
      </p:sp>
      <p:sp>
        <p:nvSpPr>
          <p:cNvPr id="16" name="Shape 13"/>
          <p:cNvSpPr/>
          <p:nvPr/>
        </p:nvSpPr>
        <p:spPr>
          <a:xfrm>
            <a:off x="6769715" y="6176772"/>
            <a:ext cx="82296" cy="82296"/>
          </a:xfrm>
          <a:prstGeom prst="ellipse">
            <a:avLst/>
          </a:prstGeom>
          <a:solidFill>
            <a:srgbClr val="8E9A82"/>
          </a:solidFill>
          <a:ln/>
        </p:spPr>
      </p:sp>
      <p:sp>
        <p:nvSpPr>
          <p:cNvPr id="17" name="Shape 14"/>
          <p:cNvSpPr/>
          <p:nvPr/>
        </p:nvSpPr>
        <p:spPr>
          <a:xfrm>
            <a:off x="6922152" y="6176772"/>
            <a:ext cx="82296" cy="82296"/>
          </a:xfrm>
          <a:prstGeom prst="ellipse">
            <a:avLst/>
          </a:prstGeom>
          <a:solidFill>
            <a:srgbClr val="8E9A82"/>
          </a:solidFill>
          <a:ln/>
        </p:spPr>
      </p:sp>
      <p:sp>
        <p:nvSpPr>
          <p:cNvPr id="18" name="Shape 15"/>
          <p:cNvSpPr/>
          <p:nvPr/>
        </p:nvSpPr>
        <p:spPr>
          <a:xfrm>
            <a:off x="7074588" y="6176772"/>
            <a:ext cx="82296" cy="82296"/>
          </a:xfrm>
          <a:prstGeom prst="ellipse">
            <a:avLst/>
          </a:prstGeom>
          <a:solidFill>
            <a:srgbClr val="8E9A82"/>
          </a:solidFill>
          <a:ln/>
        </p:spPr>
      </p:sp>
      <p:sp>
        <p:nvSpPr>
          <p:cNvPr id="19" name="Shape 16"/>
          <p:cNvSpPr/>
          <p:nvPr/>
        </p:nvSpPr>
        <p:spPr>
          <a:xfrm>
            <a:off x="7227025" y="6176772"/>
            <a:ext cx="82296" cy="82296"/>
          </a:xfrm>
          <a:prstGeom prst="ellipse">
            <a:avLst/>
          </a:prstGeom>
          <a:solidFill>
            <a:srgbClr val="8E9A82"/>
          </a:solidFill>
          <a:ln/>
        </p:spPr>
      </p:sp>
      <p:sp>
        <p:nvSpPr>
          <p:cNvPr id="20" name="Shape 17"/>
          <p:cNvSpPr/>
          <p:nvPr/>
        </p:nvSpPr>
        <p:spPr>
          <a:xfrm>
            <a:off x="7379461" y="6176772"/>
            <a:ext cx="82296" cy="82296"/>
          </a:xfrm>
          <a:prstGeom prst="ellipse">
            <a:avLst/>
          </a:prstGeom>
          <a:solidFill>
            <a:srgbClr val="8E9A82"/>
          </a:solidFill>
          <a:ln/>
        </p:spPr>
      </p:sp>
      <p:sp>
        <p:nvSpPr>
          <p:cNvPr id="21" name="Shape 18"/>
          <p:cNvSpPr/>
          <p:nvPr/>
        </p:nvSpPr>
        <p:spPr>
          <a:xfrm>
            <a:off x="7531898" y="6176772"/>
            <a:ext cx="82296" cy="82296"/>
          </a:xfrm>
          <a:prstGeom prst="ellipse">
            <a:avLst/>
          </a:prstGeom>
          <a:solidFill>
            <a:srgbClr val="8E9A82"/>
          </a:solidFill>
          <a:ln/>
        </p:spPr>
      </p:sp>
      <p:sp>
        <p:nvSpPr>
          <p:cNvPr id="22" name="Shape 19"/>
          <p:cNvSpPr/>
          <p:nvPr/>
        </p:nvSpPr>
        <p:spPr>
          <a:xfrm>
            <a:off x="7684334" y="6176772"/>
            <a:ext cx="82296" cy="82296"/>
          </a:xfrm>
          <a:prstGeom prst="ellipse">
            <a:avLst/>
          </a:prstGeom>
          <a:solidFill>
            <a:srgbClr val="8E9A82"/>
          </a:solidFill>
          <a:ln/>
        </p:spPr>
      </p:sp>
      <p:sp>
        <p:nvSpPr>
          <p:cNvPr id="23" name="Shape 20"/>
          <p:cNvSpPr/>
          <p:nvPr/>
        </p:nvSpPr>
        <p:spPr>
          <a:xfrm>
            <a:off x="7836771" y="6176772"/>
            <a:ext cx="82296" cy="82296"/>
          </a:xfrm>
          <a:prstGeom prst="ellipse">
            <a:avLst/>
          </a:prstGeom>
          <a:solidFill>
            <a:srgbClr val="8E9A82"/>
          </a:solidFill>
          <a:ln/>
        </p:spPr>
      </p:sp>
      <p:sp>
        <p:nvSpPr>
          <p:cNvPr id="24" name="Shape 21"/>
          <p:cNvSpPr/>
          <p:nvPr/>
        </p:nvSpPr>
        <p:spPr>
          <a:xfrm>
            <a:off x="7989207" y="6176772"/>
            <a:ext cx="82296" cy="82296"/>
          </a:xfrm>
          <a:prstGeom prst="ellipse">
            <a:avLst/>
          </a:prstGeom>
          <a:solidFill>
            <a:srgbClr val="8E9A82"/>
          </a:solidFill>
          <a:ln/>
        </p:spPr>
      </p:sp>
      <p:sp>
        <p:nvSpPr>
          <p:cNvPr id="25" name="Shape 22"/>
          <p:cNvSpPr/>
          <p:nvPr/>
        </p:nvSpPr>
        <p:spPr>
          <a:xfrm>
            <a:off x="8141643" y="6176772"/>
            <a:ext cx="82296" cy="82296"/>
          </a:xfrm>
          <a:prstGeom prst="ellipse">
            <a:avLst/>
          </a:prstGeom>
          <a:solidFill>
            <a:srgbClr val="8E9A82"/>
          </a:solidFill>
          <a:ln/>
        </p:spPr>
      </p:sp>
      <p:sp>
        <p:nvSpPr>
          <p:cNvPr id="26" name="Shape 23"/>
          <p:cNvSpPr/>
          <p:nvPr/>
        </p:nvSpPr>
        <p:spPr>
          <a:xfrm>
            <a:off x="8294080" y="6176772"/>
            <a:ext cx="82296" cy="82296"/>
          </a:xfrm>
          <a:prstGeom prst="ellipse">
            <a:avLst/>
          </a:prstGeom>
          <a:solidFill>
            <a:srgbClr val="8E9A82"/>
          </a:solidFill>
          <a:ln/>
        </p:spPr>
      </p:sp>
      <p:sp>
        <p:nvSpPr>
          <p:cNvPr id="27" name="Shape 24"/>
          <p:cNvSpPr/>
          <p:nvPr/>
        </p:nvSpPr>
        <p:spPr>
          <a:xfrm>
            <a:off x="8446516" y="6176772"/>
            <a:ext cx="82296" cy="82296"/>
          </a:xfrm>
          <a:prstGeom prst="ellipse">
            <a:avLst/>
          </a:prstGeom>
          <a:solidFill>
            <a:srgbClr val="8E9A82"/>
          </a:solidFill>
          <a:ln/>
        </p:spPr>
      </p:sp>
      <p:sp>
        <p:nvSpPr>
          <p:cNvPr id="28" name="Shape 25"/>
          <p:cNvSpPr/>
          <p:nvPr/>
        </p:nvSpPr>
        <p:spPr>
          <a:xfrm>
            <a:off x="8562377" y="6140196"/>
            <a:ext cx="155448" cy="155448"/>
          </a:xfrm>
          <a:prstGeom prst="ellipse">
            <a:avLst/>
          </a:prstGeom>
          <a:solidFill>
            <a:srgbClr val="B4531A"/>
          </a:solidFill>
          <a:ln/>
        </p:spPr>
      </p:sp>
      <p:sp>
        <p:nvSpPr>
          <p:cNvPr id="29" name="Shape 26"/>
          <p:cNvSpPr/>
          <p:nvPr/>
        </p:nvSpPr>
        <p:spPr>
          <a:xfrm>
            <a:off x="8751389" y="6176772"/>
            <a:ext cx="82296" cy="82296"/>
          </a:xfrm>
          <a:prstGeom prst="ellipse">
            <a:avLst/>
          </a:prstGeom>
          <a:solidFill>
            <a:srgbClr val="D3D9CC"/>
          </a:solidFill>
          <a:ln/>
        </p:spPr>
      </p:sp>
      <p:sp>
        <p:nvSpPr>
          <p:cNvPr id="30" name="Shape 27"/>
          <p:cNvSpPr/>
          <p:nvPr/>
        </p:nvSpPr>
        <p:spPr>
          <a:xfrm>
            <a:off x="8903826" y="6176772"/>
            <a:ext cx="82296" cy="82296"/>
          </a:xfrm>
          <a:prstGeom prst="ellipse">
            <a:avLst/>
          </a:prstGeom>
          <a:solidFill>
            <a:srgbClr val="D3D9CC"/>
          </a:solidFill>
          <a:ln/>
        </p:spPr>
      </p:sp>
      <p:sp>
        <p:nvSpPr>
          <p:cNvPr id="31" name="Shape 28"/>
          <p:cNvSpPr/>
          <p:nvPr/>
        </p:nvSpPr>
        <p:spPr>
          <a:xfrm>
            <a:off x="9056262" y="6176772"/>
            <a:ext cx="82296" cy="82296"/>
          </a:xfrm>
          <a:prstGeom prst="ellipse">
            <a:avLst/>
          </a:prstGeom>
          <a:solidFill>
            <a:srgbClr val="D3D9CC"/>
          </a:solidFill>
          <a:ln/>
        </p:spPr>
      </p:sp>
      <p:sp>
        <p:nvSpPr>
          <p:cNvPr id="32" name="Shape 29"/>
          <p:cNvSpPr/>
          <p:nvPr/>
        </p:nvSpPr>
        <p:spPr>
          <a:xfrm>
            <a:off x="9208699" y="6176772"/>
            <a:ext cx="82296" cy="82296"/>
          </a:xfrm>
          <a:prstGeom prst="ellipse">
            <a:avLst/>
          </a:prstGeom>
          <a:solidFill>
            <a:srgbClr val="D3D9CC"/>
          </a:solidFill>
          <a:ln/>
        </p:spPr>
      </p:sp>
      <p:sp>
        <p:nvSpPr>
          <p:cNvPr id="33" name="Shape 30"/>
          <p:cNvSpPr/>
          <p:nvPr/>
        </p:nvSpPr>
        <p:spPr>
          <a:xfrm>
            <a:off x="9361135" y="6176772"/>
            <a:ext cx="82296" cy="82296"/>
          </a:xfrm>
          <a:prstGeom prst="ellipse">
            <a:avLst/>
          </a:prstGeom>
          <a:solidFill>
            <a:srgbClr val="D3D9CC"/>
          </a:solidFill>
          <a:ln/>
        </p:spPr>
      </p:sp>
      <p:sp>
        <p:nvSpPr>
          <p:cNvPr id="34" name="Shape 31"/>
          <p:cNvSpPr/>
          <p:nvPr/>
        </p:nvSpPr>
        <p:spPr>
          <a:xfrm>
            <a:off x="9513572" y="6176772"/>
            <a:ext cx="82296" cy="82296"/>
          </a:xfrm>
          <a:prstGeom prst="ellipse">
            <a:avLst/>
          </a:prstGeom>
          <a:solidFill>
            <a:srgbClr val="D3D9CC"/>
          </a:solidFill>
          <a:ln/>
        </p:spPr>
      </p:sp>
      <p:sp>
        <p:nvSpPr>
          <p:cNvPr id="35" name="Shape 32"/>
          <p:cNvSpPr/>
          <p:nvPr/>
        </p:nvSpPr>
        <p:spPr>
          <a:xfrm>
            <a:off x="9666008" y="6176772"/>
            <a:ext cx="82296" cy="82296"/>
          </a:xfrm>
          <a:prstGeom prst="ellipse">
            <a:avLst/>
          </a:prstGeom>
          <a:solidFill>
            <a:srgbClr val="D3D9CC"/>
          </a:solidFill>
          <a:ln/>
        </p:spPr>
      </p:sp>
      <p:sp>
        <p:nvSpPr>
          <p:cNvPr id="36" name="Shape 33"/>
          <p:cNvSpPr/>
          <p:nvPr/>
        </p:nvSpPr>
        <p:spPr>
          <a:xfrm>
            <a:off x="9818444" y="6176772"/>
            <a:ext cx="82296" cy="82296"/>
          </a:xfrm>
          <a:prstGeom prst="ellipse">
            <a:avLst/>
          </a:prstGeom>
          <a:solidFill>
            <a:srgbClr val="D3D9CC"/>
          </a:solidFill>
          <a:ln/>
        </p:spPr>
      </p:sp>
      <p:sp>
        <p:nvSpPr>
          <p:cNvPr id="37" name="Shape 34"/>
          <p:cNvSpPr/>
          <p:nvPr/>
        </p:nvSpPr>
        <p:spPr>
          <a:xfrm>
            <a:off x="9970881" y="6176772"/>
            <a:ext cx="82296" cy="82296"/>
          </a:xfrm>
          <a:prstGeom prst="ellipse">
            <a:avLst/>
          </a:prstGeom>
          <a:solidFill>
            <a:srgbClr val="D3D9CC"/>
          </a:solidFill>
          <a:ln/>
        </p:spPr>
      </p:sp>
      <p:sp>
        <p:nvSpPr>
          <p:cNvPr id="38" name="Shape 35"/>
          <p:cNvSpPr/>
          <p:nvPr/>
        </p:nvSpPr>
        <p:spPr>
          <a:xfrm>
            <a:off x="10123317" y="6176772"/>
            <a:ext cx="82296" cy="82296"/>
          </a:xfrm>
          <a:prstGeom prst="ellipse">
            <a:avLst/>
          </a:prstGeom>
          <a:solidFill>
            <a:srgbClr val="D3D9CC"/>
          </a:solidFill>
          <a:ln/>
        </p:spPr>
      </p:sp>
      <p:sp>
        <p:nvSpPr>
          <p:cNvPr id="39" name="Shape 36"/>
          <p:cNvSpPr/>
          <p:nvPr/>
        </p:nvSpPr>
        <p:spPr>
          <a:xfrm>
            <a:off x="10275754" y="6176772"/>
            <a:ext cx="82296" cy="82296"/>
          </a:xfrm>
          <a:prstGeom prst="ellipse">
            <a:avLst/>
          </a:prstGeom>
          <a:solidFill>
            <a:srgbClr val="D3D9CC"/>
          </a:solidFill>
          <a:ln/>
        </p:spPr>
      </p:sp>
      <p:sp>
        <p:nvSpPr>
          <p:cNvPr id="40" name="Shape 37"/>
          <p:cNvSpPr/>
          <p:nvPr/>
        </p:nvSpPr>
        <p:spPr>
          <a:xfrm>
            <a:off x="10428190" y="6176772"/>
            <a:ext cx="82296" cy="82296"/>
          </a:xfrm>
          <a:prstGeom prst="ellipse">
            <a:avLst/>
          </a:prstGeom>
          <a:solidFill>
            <a:srgbClr val="D3D9CC"/>
          </a:solidFill>
          <a:ln/>
        </p:spPr>
      </p:sp>
      <p:sp>
        <p:nvSpPr>
          <p:cNvPr id="41" name="Shape 38"/>
          <p:cNvSpPr/>
          <p:nvPr/>
        </p:nvSpPr>
        <p:spPr>
          <a:xfrm>
            <a:off x="10580627" y="6176772"/>
            <a:ext cx="82296" cy="82296"/>
          </a:xfrm>
          <a:prstGeom prst="ellipse">
            <a:avLst/>
          </a:prstGeom>
          <a:solidFill>
            <a:srgbClr val="D3D9CC"/>
          </a:solidFill>
          <a:ln/>
        </p:spPr>
      </p:sp>
      <p:sp>
        <p:nvSpPr>
          <p:cNvPr id="42" name="Shape 39"/>
          <p:cNvSpPr/>
          <p:nvPr/>
        </p:nvSpPr>
        <p:spPr>
          <a:xfrm>
            <a:off x="10733063" y="6176772"/>
            <a:ext cx="82296" cy="82296"/>
          </a:xfrm>
          <a:prstGeom prst="ellipse">
            <a:avLst/>
          </a:prstGeom>
          <a:solidFill>
            <a:srgbClr val="D3D9CC"/>
          </a:solidFill>
          <a:ln/>
        </p:spPr>
      </p:sp>
      <p:sp>
        <p:nvSpPr>
          <p:cNvPr id="43" name="Shape 40"/>
          <p:cNvSpPr/>
          <p:nvPr/>
        </p:nvSpPr>
        <p:spPr>
          <a:xfrm>
            <a:off x="10885500" y="6176772"/>
            <a:ext cx="82296" cy="82296"/>
          </a:xfrm>
          <a:prstGeom prst="ellipse">
            <a:avLst/>
          </a:prstGeom>
          <a:solidFill>
            <a:srgbClr val="D3D9CC"/>
          </a:solidFill>
          <a:ln/>
        </p:spPr>
      </p:sp>
      <p:sp>
        <p:nvSpPr>
          <p:cNvPr id="44" name="Shape 41"/>
          <p:cNvSpPr/>
          <p:nvPr/>
        </p:nvSpPr>
        <p:spPr>
          <a:xfrm>
            <a:off x="11037936" y="6176772"/>
            <a:ext cx="82296" cy="82296"/>
          </a:xfrm>
          <a:prstGeom prst="ellipse">
            <a:avLst/>
          </a:prstGeom>
          <a:solidFill>
            <a:srgbClr val="D3D9CC"/>
          </a:solidFill>
          <a:ln/>
        </p:spPr>
      </p:sp>
      <p:sp>
        <p:nvSpPr>
          <p:cNvPr id="45" name="Shape 42"/>
          <p:cNvSpPr/>
          <p:nvPr/>
        </p:nvSpPr>
        <p:spPr>
          <a:xfrm>
            <a:off x="11190373" y="6176772"/>
            <a:ext cx="82296" cy="82296"/>
          </a:xfrm>
          <a:prstGeom prst="ellipse">
            <a:avLst/>
          </a:prstGeom>
          <a:solidFill>
            <a:srgbClr val="D3D9CC"/>
          </a:solidFill>
          <a:ln/>
        </p:spPr>
      </p:sp>
      <p:sp>
        <p:nvSpPr>
          <p:cNvPr id="46" name="Shape 43"/>
          <p:cNvSpPr/>
          <p:nvPr/>
        </p:nvSpPr>
        <p:spPr>
          <a:xfrm>
            <a:off x="11342809" y="6176772"/>
            <a:ext cx="82296" cy="82296"/>
          </a:xfrm>
          <a:prstGeom prst="ellipse">
            <a:avLst/>
          </a:prstGeom>
          <a:solidFill>
            <a:srgbClr val="D3D9CC"/>
          </a:solidFill>
          <a:ln/>
        </p:spPr>
      </p:sp>
      <p:sp>
        <p:nvSpPr>
          <p:cNvPr id="25" name="Slide Number Placeholder 0"/>
          <p:cNvSpPr>
            <a:spLocks noGrp="1"/>
          </p:cNvSpPr>
          <p:nvPr>
            <p:ph type="sldNum" sz="quarter" idx="4294967295"/>
          </p:nvPr>
        </p:nvSpPr>
        <p:spPr>
          <a:xfrm>
            <a:off x="11155680" y="6510528"/>
            <a:ext cx="548640" cy="228600"/>
          </a:xfrm>
          <a:prstGeom prst="rect">
            <a:avLst/>
          </a:prstGeom>
          <a:extLst>
            <a:ext uri="{C572A759-6A51-4108-AA02-DFA0A04FC94B}">
              <ma14:wrappingTextBoxFlag xmlns:ma14="http://schemas.microsoft.com/office/mac/drawingml/2011/main" val="0"/>
            </a:ext>
          </a:extLst>
        </p:spPr>
        <p:txBody>
          <a:bodyPr/>
          <a:lstStyle>
            <a:lvl1pPr>
              <a:defRPr sz="1000">
                <a:solidFill>
                  <a:srgbClr val="6D7072"/>
                </a:solidFill>
              </a:defRPr>
            </a:lvl1pPr>
          </a:lstStyle>
          <a:p>
            <a:pPr algn="r"/>
            <a:fld id="{F7021451-1387-4CA6-816F-3879F97B5CBC}" type="slidenum">
              <a:rPr b="0" lang="en-US"/>
              <a:t>21</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pic>
        <p:nvPicPr>
          <p:cNvPr id="2" name="Step 17 image" descr="Step 17: Finish the red on the left bed">    </p:cNvPr>
          <p:cNvPicPr>
            <a:picLocks noChangeAspect="1"/>
          </p:cNvPicPr>
          <p:nvPr/>
        </p:nvPicPr>
        <p:blipFill>
          <a:blip r:embed="rId1"/>
          <a:stretch>
            <a:fillRect/>
          </a:stretch>
        </p:blipFill>
        <p:spPr>
          <a:xfrm>
            <a:off x="457200" y="411480"/>
            <a:ext cx="5317216" cy="6035040"/>
          </a:xfrm>
          <a:prstGeom prst="rect">
            <a:avLst/>
          </a:prstGeom>
        </p:spPr>
      </p:pic>
      <p:sp>
        <p:nvSpPr>
          <p:cNvPr id="3" name="Stage chip"/>
          <p:cNvSpPr txBox="1"/>
          <p:nvPr/>
        </p:nvSpPr>
        <p:spPr>
          <a:xfrm>
            <a:off x="6277336" y="640080"/>
            <a:ext cx="2247595" cy="292608"/>
          </a:xfrm>
          <a:prstGeom prst="roundRect">
            <a:avLst>
              <a:gd name="adj" fmla="val 31250"/>
            </a:avLst>
          </a:prstGeom>
          <a:solidFill>
            <a:srgbClr val="B4531A"/>
          </a:solidFill>
          <a:ln/>
        </p:spPr>
        <p:txBody>
          <a:bodyPr wrap="square" lIns="0" tIns="0" rIns="0" bIns="0" rtlCol="0" anchor="ctr"/>
          <a:lstStyle/>
          <a:p>
            <a:pPr algn="ctr" indent="0" marL="0">
              <a:buNone/>
            </a:pPr>
            <a:r>
              <a:rPr lang="en-US" sz="1100" b="1" dirty="0">
                <a:solidFill>
                  <a:srgbClr val="FFFFFF"/>
                </a:solidFill>
              </a:rPr>
              <a:t>STAGE 5 · FLOWER BEDS</a:t>
            </a:r>
            <a:endParaRPr lang="en-US" sz="1100" dirty="0"/>
          </a:p>
        </p:txBody>
      </p:sp>
      <p:sp>
        <p:nvSpPr>
          <p:cNvPr id="4" name="Step counter"/>
          <p:cNvSpPr txBox="1"/>
          <p:nvPr/>
        </p:nvSpPr>
        <p:spPr>
          <a:xfrm>
            <a:off x="9905695" y="640080"/>
            <a:ext cx="1554480" cy="292608"/>
          </a:xfrm>
          <a:prstGeom prst="rect">
            <a:avLst/>
          </a:prstGeom>
          <a:noFill/>
          <a:ln/>
        </p:spPr>
        <p:txBody>
          <a:bodyPr wrap="square" lIns="0" tIns="0" rIns="0" bIns="0" rtlCol="0" anchor="ctr"/>
          <a:lstStyle/>
          <a:p>
            <a:pPr algn="r" indent="0" marL="0">
              <a:buNone/>
            </a:pPr>
            <a:r>
              <a:rPr lang="en-US" sz="1100" b="1" dirty="0">
                <a:solidFill>
                  <a:srgbClr val="6D7072"/>
                </a:solidFill>
              </a:rPr>
              <a:t>STEP 17 OF 34</a:t>
            </a:r>
            <a:endParaRPr lang="en-US" sz="1100" dirty="0"/>
          </a:p>
        </p:txBody>
      </p:sp>
      <p:sp>
        <p:nvSpPr>
          <p:cNvPr id="5" name="Text 1"/>
          <p:cNvSpPr/>
          <p:nvPr>
            <p:ph idx="101" type="title" hasCustomPrompt="1"/>
          </p:nvPr>
        </p:nvSpPr>
        <p:spPr>
          <a:xfrm>
            <a:off x="6277336" y="1051560"/>
            <a:ext cx="5182839" cy="868680"/>
          </a:xfrm>
          <a:prstGeom prst="rect">
            <a:avLst/>
          </a:prstGeom>
          <a:noFill/>
          <a:ln/>
        </p:spPr>
        <p:txBody>
          <a:bodyPr wrap="square" lIns="0" tIns="0" rIns="0" bIns="0" rtlCol="0" anchor="t"/>
          <a:lstStyle/>
          <a:p>
            <a:pPr algn="l" indent="0" marL="0">
              <a:buNone/>
            </a:pPr>
            <a:r>
              <a:rPr lang="en-US" sz="2600" b="1" dirty="0">
                <a:solidFill>
                  <a:schemeClr val="tx2"/>
                </a:solidFill>
              </a:rPr>
              <a:t>Finish the red on the left bed</a:t>
            </a:r>
            <a:endParaRPr lang="en-US" sz="2600" dirty="0"/>
          </a:p>
        </p:txBody>
      </p:sp>
      <p:sp>
        <p:nvSpPr>
          <p:cNvPr id="6" name="Text 3"/>
          <p:cNvSpPr txBox="1"/>
          <p:nvPr/>
        </p:nvSpPr>
        <p:spPr>
          <a:xfrm>
            <a:off x="6277336" y="2011680"/>
            <a:ext cx="2743200" cy="228600"/>
          </a:xfrm>
          <a:prstGeom prst="rect">
            <a:avLst/>
          </a:prstGeom>
          <a:noFill/>
          <a:ln/>
        </p:spPr>
        <p:txBody>
          <a:bodyPr wrap="square" lIns="0" tIns="0" rIns="0" bIns="0" rtlCol="0" anchor="ctr"/>
          <a:lstStyle/>
          <a:p>
            <a:pPr indent="0" marL="0">
              <a:buNone/>
            </a:pPr>
            <a:r>
              <a:rPr lang="en-US" sz="1100" b="1" dirty="0">
                <a:solidFill>
                  <a:srgbClr val="6D7072"/>
                </a:solidFill>
              </a:rPr>
              <a:t>WHAT TO DO</a:t>
            </a:r>
            <a:endParaRPr lang="en-US" sz="1100" dirty="0"/>
          </a:p>
        </p:txBody>
      </p:sp>
      <p:sp>
        <p:nvSpPr>
          <p:cNvPr id="7" name="Instructions"/>
          <p:cNvSpPr txBox="1"/>
          <p:nvPr/>
        </p:nvSpPr>
        <p:spPr>
          <a:xfrm>
            <a:off x="6277336" y="2286000"/>
            <a:ext cx="5182839" cy="1874520"/>
          </a:xfrm>
          <a:prstGeom prst="rect">
            <a:avLst/>
          </a:prstGeom>
          <a:noFill/>
          <a:ln/>
        </p:spPr>
        <p:txBody>
          <a:bodyPr wrap="square" lIns="0" tIns="0" rIns="0" bIns="0" rtlCol="0" anchor="t"/>
          <a:lstStyle/>
          <a:p>
            <a:pPr marL="203200" indent="-203200">
              <a:spcAft>
                <a:spcPts val="600"/>
              </a:spcAft>
              <a:buSzPct val="100000"/>
              <a:buChar char="•"/>
            </a:pPr>
            <a:r>
              <a:rPr lang="en-US" sz="1500" dirty="0">
                <a:solidFill>
                  <a:schemeClr val="tx1"/>
                </a:solidFill>
              </a:rPr>
              <a:t>Work up the left strip with the same loose dabs.</a:t>
            </a:r>
            <a:endParaRPr lang="en-US" sz="1500" dirty="0"/>
          </a:p>
          <a:p>
            <a:pPr marL="203200" indent="-203200">
              <a:spcAft>
                <a:spcPts val="600"/>
              </a:spcAft>
              <a:buSzPct val="100000"/>
              <a:buChar char="•"/>
            </a:pPr>
            <a:r>
              <a:rPr lang="en-US" sz="1500" dirty="0">
                <a:solidFill>
                  <a:schemeClr val="tx1"/>
                </a:solidFill>
              </a:rPr>
              <a:t>Match the size and spacing to the right bed so both sides feel balanced.</a:t>
            </a:r>
            <a:endParaRPr lang="en-US" sz="1500" dirty="0"/>
          </a:p>
        </p:txBody>
      </p:sp>
      <p:sp>
        <p:nvSpPr>
          <p:cNvPr id="8" name="Tip box"/>
          <p:cNvSpPr/>
          <p:nvPr/>
        </p:nvSpPr>
        <p:spPr>
          <a:xfrm>
            <a:off x="6277336" y="4224528"/>
            <a:ext cx="5182839" cy="932688"/>
          </a:xfrm>
          <a:prstGeom prst="roundRect">
            <a:avLst>
              <a:gd name="adj" fmla="val 7843"/>
            </a:avLst>
          </a:prstGeom>
          <a:solidFill>
            <a:srgbClr val="F2F4F0"/>
          </a:solidFill>
          <a:ln/>
        </p:spPr>
      </p:sp>
      <p:sp>
        <p:nvSpPr>
          <p:cNvPr id="9" name="Tip text"/>
          <p:cNvSpPr txBox="1"/>
          <p:nvPr/>
        </p:nvSpPr>
        <p:spPr>
          <a:xfrm>
            <a:off x="6414496" y="4261104"/>
            <a:ext cx="4908519" cy="859536"/>
          </a:xfrm>
          <a:prstGeom prst="rect">
            <a:avLst/>
          </a:prstGeom>
          <a:noFill/>
          <a:ln/>
        </p:spPr>
        <p:txBody>
          <a:bodyPr wrap="square" lIns="0" tIns="0" rIns="0" bIns="0" rtlCol="0" anchor="ctr"/>
          <a:lstStyle/>
          <a:p>
            <a:pPr indent="0" marL="0">
              <a:buNone/>
            </a:pPr>
            <a:r>
              <a:rPr lang="en-US" sz="1000" b="1" dirty="0">
                <a:solidFill>
                  <a:srgbClr val="B4531A"/>
                </a:solidFill>
              </a:rPr>
              <a:t>WATCH FOR</a:t>
            </a:r>
            <a:endParaRPr lang="en-US" sz="1000" dirty="0"/>
          </a:p>
          <a:p>
            <a:pPr indent="0" marL="0">
              <a:buNone/>
            </a:pPr>
            <a:r>
              <a:rPr lang="en-US" sz="1400" dirty="0">
                <a:solidFill>
                  <a:schemeClr val="tx1"/>
                </a:solidFill>
              </a:rPr>
              <a:t>Leave gaps between the dabs. Orange and yellow fill them next.</a:t>
            </a:r>
            <a:endParaRPr lang="en-US" sz="1000" dirty="0"/>
          </a:p>
        </p:txBody>
      </p:sp>
      <p:sp>
        <p:nvSpPr>
          <p:cNvPr id="10" name="Text 7"/>
          <p:cNvSpPr txBox="1"/>
          <p:nvPr/>
        </p:nvSpPr>
        <p:spPr>
          <a:xfrm>
            <a:off x="6277336" y="5285232"/>
            <a:ext cx="5182839" cy="201168"/>
          </a:xfrm>
          <a:prstGeom prst="rect">
            <a:avLst/>
          </a:prstGeom>
          <a:noFill/>
          <a:ln/>
        </p:spPr>
        <p:txBody>
          <a:bodyPr wrap="square" lIns="0" tIns="0" rIns="0" bIns="0" rtlCol="0" anchor="ctr"/>
          <a:lstStyle/>
          <a:p>
            <a:pPr indent="0" marL="0">
              <a:buNone/>
            </a:pPr>
            <a:r>
              <a:rPr lang="en-US" sz="1000" b="1" dirty="0">
                <a:solidFill>
                  <a:srgbClr val="6D7072"/>
                </a:solidFill>
              </a:rPr>
              <a:t>COLORS IN THIS STEP</a:t>
            </a:r>
            <a:endParaRPr lang="en-US" sz="1000" dirty="0"/>
          </a:p>
        </p:txBody>
      </p:sp>
      <p:sp>
        <p:nvSpPr>
          <p:cNvPr id="11" name="Swatch Coral red"/>
          <p:cNvSpPr/>
          <p:nvPr/>
        </p:nvSpPr>
        <p:spPr>
          <a:xfrm>
            <a:off x="6277336" y="5532120"/>
            <a:ext cx="329184" cy="329184"/>
          </a:xfrm>
          <a:prstGeom prst="ellipse">
            <a:avLst/>
          </a:prstGeom>
          <a:solidFill>
            <a:srgbClr val="E3665D"/>
          </a:solidFill>
          <a:ln w="9525">
            <a:solidFill>
              <a:srgbClr val="D3D9CC"/>
            </a:solidFill>
            <a:prstDash val="solid"/>
          </a:ln>
        </p:spPr>
      </p:sp>
      <p:sp>
        <p:nvSpPr>
          <p:cNvPr id="12" name="Text 9"/>
          <p:cNvSpPr txBox="1"/>
          <p:nvPr/>
        </p:nvSpPr>
        <p:spPr>
          <a:xfrm>
            <a:off x="6688816" y="5504688"/>
            <a:ext cx="1270413" cy="384048"/>
          </a:xfrm>
          <a:prstGeom prst="rect">
            <a:avLst/>
          </a:prstGeom>
          <a:noFill/>
          <a:ln/>
        </p:spPr>
        <p:txBody>
          <a:bodyPr wrap="square" lIns="0" tIns="0" rIns="0" bIns="0" rtlCol="0" anchor="ctr"/>
          <a:lstStyle/>
          <a:p>
            <a:pPr indent="0" marL="0">
              <a:buNone/>
            </a:pPr>
            <a:r>
              <a:rPr lang="en-US" sz="1100" b="1" dirty="0">
                <a:solidFill>
                  <a:schemeClr val="tx1"/>
                </a:solidFill>
              </a:rPr>
              <a:t>Coral red</a:t>
            </a:r>
            <a:endParaRPr lang="en-US" sz="1100" dirty="0"/>
          </a:p>
          <a:p>
            <a:pPr indent="0" marL="0">
              <a:buNone/>
            </a:pPr>
            <a:r>
              <a:rPr lang="en-US" sz="1000" dirty="0">
                <a:solidFill>
                  <a:srgbClr val="4A5058"/>
                </a:solidFill>
              </a:rPr>
              <a:t>#E3665D</a:t>
            </a:r>
            <a:endParaRPr lang="en-US" sz="1100" dirty="0"/>
          </a:p>
        </p:txBody>
      </p:sp>
      <p:sp>
        <p:nvSpPr>
          <p:cNvPr id="13" name="Shape 10"/>
          <p:cNvSpPr/>
          <p:nvPr/>
        </p:nvSpPr>
        <p:spPr>
          <a:xfrm>
            <a:off x="6312406" y="6176772"/>
            <a:ext cx="82296" cy="82296"/>
          </a:xfrm>
          <a:prstGeom prst="ellipse">
            <a:avLst/>
          </a:prstGeom>
          <a:solidFill>
            <a:srgbClr val="8E9A82"/>
          </a:solidFill>
          <a:ln/>
        </p:spPr>
      </p:sp>
      <p:sp>
        <p:nvSpPr>
          <p:cNvPr id="14" name="Shape 11"/>
          <p:cNvSpPr/>
          <p:nvPr/>
        </p:nvSpPr>
        <p:spPr>
          <a:xfrm>
            <a:off x="6464843" y="6176772"/>
            <a:ext cx="82296" cy="82296"/>
          </a:xfrm>
          <a:prstGeom prst="ellipse">
            <a:avLst/>
          </a:prstGeom>
          <a:solidFill>
            <a:srgbClr val="8E9A82"/>
          </a:solidFill>
          <a:ln/>
        </p:spPr>
      </p:sp>
      <p:sp>
        <p:nvSpPr>
          <p:cNvPr id="15" name="Shape 12"/>
          <p:cNvSpPr/>
          <p:nvPr/>
        </p:nvSpPr>
        <p:spPr>
          <a:xfrm>
            <a:off x="6617279" y="6176772"/>
            <a:ext cx="82296" cy="82296"/>
          </a:xfrm>
          <a:prstGeom prst="ellipse">
            <a:avLst/>
          </a:prstGeom>
          <a:solidFill>
            <a:srgbClr val="8E9A82"/>
          </a:solidFill>
          <a:ln/>
        </p:spPr>
      </p:sp>
      <p:sp>
        <p:nvSpPr>
          <p:cNvPr id="16" name="Shape 13"/>
          <p:cNvSpPr/>
          <p:nvPr/>
        </p:nvSpPr>
        <p:spPr>
          <a:xfrm>
            <a:off x="6769715" y="6176772"/>
            <a:ext cx="82296" cy="82296"/>
          </a:xfrm>
          <a:prstGeom prst="ellipse">
            <a:avLst/>
          </a:prstGeom>
          <a:solidFill>
            <a:srgbClr val="8E9A82"/>
          </a:solidFill>
          <a:ln/>
        </p:spPr>
      </p:sp>
      <p:sp>
        <p:nvSpPr>
          <p:cNvPr id="17" name="Shape 14"/>
          <p:cNvSpPr/>
          <p:nvPr/>
        </p:nvSpPr>
        <p:spPr>
          <a:xfrm>
            <a:off x="6922152" y="6176772"/>
            <a:ext cx="82296" cy="82296"/>
          </a:xfrm>
          <a:prstGeom prst="ellipse">
            <a:avLst/>
          </a:prstGeom>
          <a:solidFill>
            <a:srgbClr val="8E9A82"/>
          </a:solidFill>
          <a:ln/>
        </p:spPr>
      </p:sp>
      <p:sp>
        <p:nvSpPr>
          <p:cNvPr id="18" name="Shape 15"/>
          <p:cNvSpPr/>
          <p:nvPr/>
        </p:nvSpPr>
        <p:spPr>
          <a:xfrm>
            <a:off x="7074588" y="6176772"/>
            <a:ext cx="82296" cy="82296"/>
          </a:xfrm>
          <a:prstGeom prst="ellipse">
            <a:avLst/>
          </a:prstGeom>
          <a:solidFill>
            <a:srgbClr val="8E9A82"/>
          </a:solidFill>
          <a:ln/>
        </p:spPr>
      </p:sp>
      <p:sp>
        <p:nvSpPr>
          <p:cNvPr id="19" name="Shape 16"/>
          <p:cNvSpPr/>
          <p:nvPr/>
        </p:nvSpPr>
        <p:spPr>
          <a:xfrm>
            <a:off x="7227025" y="6176772"/>
            <a:ext cx="82296" cy="82296"/>
          </a:xfrm>
          <a:prstGeom prst="ellipse">
            <a:avLst/>
          </a:prstGeom>
          <a:solidFill>
            <a:srgbClr val="8E9A82"/>
          </a:solidFill>
          <a:ln/>
        </p:spPr>
      </p:sp>
      <p:sp>
        <p:nvSpPr>
          <p:cNvPr id="20" name="Shape 17"/>
          <p:cNvSpPr/>
          <p:nvPr/>
        </p:nvSpPr>
        <p:spPr>
          <a:xfrm>
            <a:off x="7379461" y="6176772"/>
            <a:ext cx="82296" cy="82296"/>
          </a:xfrm>
          <a:prstGeom prst="ellipse">
            <a:avLst/>
          </a:prstGeom>
          <a:solidFill>
            <a:srgbClr val="8E9A82"/>
          </a:solidFill>
          <a:ln/>
        </p:spPr>
      </p:sp>
      <p:sp>
        <p:nvSpPr>
          <p:cNvPr id="21" name="Shape 18"/>
          <p:cNvSpPr/>
          <p:nvPr/>
        </p:nvSpPr>
        <p:spPr>
          <a:xfrm>
            <a:off x="7531898" y="6176772"/>
            <a:ext cx="82296" cy="82296"/>
          </a:xfrm>
          <a:prstGeom prst="ellipse">
            <a:avLst/>
          </a:prstGeom>
          <a:solidFill>
            <a:srgbClr val="8E9A82"/>
          </a:solidFill>
          <a:ln/>
        </p:spPr>
      </p:sp>
      <p:sp>
        <p:nvSpPr>
          <p:cNvPr id="22" name="Shape 19"/>
          <p:cNvSpPr/>
          <p:nvPr/>
        </p:nvSpPr>
        <p:spPr>
          <a:xfrm>
            <a:off x="7684334" y="6176772"/>
            <a:ext cx="82296" cy="82296"/>
          </a:xfrm>
          <a:prstGeom prst="ellipse">
            <a:avLst/>
          </a:prstGeom>
          <a:solidFill>
            <a:srgbClr val="8E9A82"/>
          </a:solidFill>
          <a:ln/>
        </p:spPr>
      </p:sp>
      <p:sp>
        <p:nvSpPr>
          <p:cNvPr id="23" name="Shape 20"/>
          <p:cNvSpPr/>
          <p:nvPr/>
        </p:nvSpPr>
        <p:spPr>
          <a:xfrm>
            <a:off x="7836771" y="6176772"/>
            <a:ext cx="82296" cy="82296"/>
          </a:xfrm>
          <a:prstGeom prst="ellipse">
            <a:avLst/>
          </a:prstGeom>
          <a:solidFill>
            <a:srgbClr val="8E9A82"/>
          </a:solidFill>
          <a:ln/>
        </p:spPr>
      </p:sp>
      <p:sp>
        <p:nvSpPr>
          <p:cNvPr id="24" name="Shape 21"/>
          <p:cNvSpPr/>
          <p:nvPr/>
        </p:nvSpPr>
        <p:spPr>
          <a:xfrm>
            <a:off x="7989207" y="6176772"/>
            <a:ext cx="82296" cy="82296"/>
          </a:xfrm>
          <a:prstGeom prst="ellipse">
            <a:avLst/>
          </a:prstGeom>
          <a:solidFill>
            <a:srgbClr val="8E9A82"/>
          </a:solidFill>
          <a:ln/>
        </p:spPr>
      </p:sp>
      <p:sp>
        <p:nvSpPr>
          <p:cNvPr id="25" name="Shape 22"/>
          <p:cNvSpPr/>
          <p:nvPr/>
        </p:nvSpPr>
        <p:spPr>
          <a:xfrm>
            <a:off x="8141643" y="6176772"/>
            <a:ext cx="82296" cy="82296"/>
          </a:xfrm>
          <a:prstGeom prst="ellipse">
            <a:avLst/>
          </a:prstGeom>
          <a:solidFill>
            <a:srgbClr val="8E9A82"/>
          </a:solidFill>
          <a:ln/>
        </p:spPr>
      </p:sp>
      <p:sp>
        <p:nvSpPr>
          <p:cNvPr id="26" name="Shape 23"/>
          <p:cNvSpPr/>
          <p:nvPr/>
        </p:nvSpPr>
        <p:spPr>
          <a:xfrm>
            <a:off x="8294080" y="6176772"/>
            <a:ext cx="82296" cy="82296"/>
          </a:xfrm>
          <a:prstGeom prst="ellipse">
            <a:avLst/>
          </a:prstGeom>
          <a:solidFill>
            <a:srgbClr val="8E9A82"/>
          </a:solidFill>
          <a:ln/>
        </p:spPr>
      </p:sp>
      <p:sp>
        <p:nvSpPr>
          <p:cNvPr id="27" name="Shape 24"/>
          <p:cNvSpPr/>
          <p:nvPr/>
        </p:nvSpPr>
        <p:spPr>
          <a:xfrm>
            <a:off x="8446516" y="6176772"/>
            <a:ext cx="82296" cy="82296"/>
          </a:xfrm>
          <a:prstGeom prst="ellipse">
            <a:avLst/>
          </a:prstGeom>
          <a:solidFill>
            <a:srgbClr val="8E9A82"/>
          </a:solidFill>
          <a:ln/>
        </p:spPr>
      </p:sp>
      <p:sp>
        <p:nvSpPr>
          <p:cNvPr id="28" name="Shape 25"/>
          <p:cNvSpPr/>
          <p:nvPr/>
        </p:nvSpPr>
        <p:spPr>
          <a:xfrm>
            <a:off x="8598953" y="6176772"/>
            <a:ext cx="82296" cy="82296"/>
          </a:xfrm>
          <a:prstGeom prst="ellipse">
            <a:avLst/>
          </a:prstGeom>
          <a:solidFill>
            <a:srgbClr val="8E9A82"/>
          </a:solidFill>
          <a:ln/>
        </p:spPr>
      </p:sp>
      <p:sp>
        <p:nvSpPr>
          <p:cNvPr id="29" name="Shape 26"/>
          <p:cNvSpPr/>
          <p:nvPr/>
        </p:nvSpPr>
        <p:spPr>
          <a:xfrm>
            <a:off x="8714813" y="6140196"/>
            <a:ext cx="155448" cy="155448"/>
          </a:xfrm>
          <a:prstGeom prst="ellipse">
            <a:avLst/>
          </a:prstGeom>
          <a:solidFill>
            <a:srgbClr val="B4531A"/>
          </a:solidFill>
          <a:ln/>
        </p:spPr>
      </p:sp>
      <p:sp>
        <p:nvSpPr>
          <p:cNvPr id="30" name="Shape 27"/>
          <p:cNvSpPr/>
          <p:nvPr/>
        </p:nvSpPr>
        <p:spPr>
          <a:xfrm>
            <a:off x="8903826" y="6176772"/>
            <a:ext cx="82296" cy="82296"/>
          </a:xfrm>
          <a:prstGeom prst="ellipse">
            <a:avLst/>
          </a:prstGeom>
          <a:solidFill>
            <a:srgbClr val="D3D9CC"/>
          </a:solidFill>
          <a:ln/>
        </p:spPr>
      </p:sp>
      <p:sp>
        <p:nvSpPr>
          <p:cNvPr id="31" name="Shape 28"/>
          <p:cNvSpPr/>
          <p:nvPr/>
        </p:nvSpPr>
        <p:spPr>
          <a:xfrm>
            <a:off x="9056262" y="6176772"/>
            <a:ext cx="82296" cy="82296"/>
          </a:xfrm>
          <a:prstGeom prst="ellipse">
            <a:avLst/>
          </a:prstGeom>
          <a:solidFill>
            <a:srgbClr val="D3D9CC"/>
          </a:solidFill>
          <a:ln/>
        </p:spPr>
      </p:sp>
      <p:sp>
        <p:nvSpPr>
          <p:cNvPr id="32" name="Shape 29"/>
          <p:cNvSpPr/>
          <p:nvPr/>
        </p:nvSpPr>
        <p:spPr>
          <a:xfrm>
            <a:off x="9208699" y="6176772"/>
            <a:ext cx="82296" cy="82296"/>
          </a:xfrm>
          <a:prstGeom prst="ellipse">
            <a:avLst/>
          </a:prstGeom>
          <a:solidFill>
            <a:srgbClr val="D3D9CC"/>
          </a:solidFill>
          <a:ln/>
        </p:spPr>
      </p:sp>
      <p:sp>
        <p:nvSpPr>
          <p:cNvPr id="33" name="Shape 30"/>
          <p:cNvSpPr/>
          <p:nvPr/>
        </p:nvSpPr>
        <p:spPr>
          <a:xfrm>
            <a:off x="9361135" y="6176772"/>
            <a:ext cx="82296" cy="82296"/>
          </a:xfrm>
          <a:prstGeom prst="ellipse">
            <a:avLst/>
          </a:prstGeom>
          <a:solidFill>
            <a:srgbClr val="D3D9CC"/>
          </a:solidFill>
          <a:ln/>
        </p:spPr>
      </p:sp>
      <p:sp>
        <p:nvSpPr>
          <p:cNvPr id="34" name="Shape 31"/>
          <p:cNvSpPr/>
          <p:nvPr/>
        </p:nvSpPr>
        <p:spPr>
          <a:xfrm>
            <a:off x="9513572" y="6176772"/>
            <a:ext cx="82296" cy="82296"/>
          </a:xfrm>
          <a:prstGeom prst="ellipse">
            <a:avLst/>
          </a:prstGeom>
          <a:solidFill>
            <a:srgbClr val="D3D9CC"/>
          </a:solidFill>
          <a:ln/>
        </p:spPr>
      </p:sp>
      <p:sp>
        <p:nvSpPr>
          <p:cNvPr id="35" name="Shape 32"/>
          <p:cNvSpPr/>
          <p:nvPr/>
        </p:nvSpPr>
        <p:spPr>
          <a:xfrm>
            <a:off x="9666008" y="6176772"/>
            <a:ext cx="82296" cy="82296"/>
          </a:xfrm>
          <a:prstGeom prst="ellipse">
            <a:avLst/>
          </a:prstGeom>
          <a:solidFill>
            <a:srgbClr val="D3D9CC"/>
          </a:solidFill>
          <a:ln/>
        </p:spPr>
      </p:sp>
      <p:sp>
        <p:nvSpPr>
          <p:cNvPr id="36" name="Shape 33"/>
          <p:cNvSpPr/>
          <p:nvPr/>
        </p:nvSpPr>
        <p:spPr>
          <a:xfrm>
            <a:off x="9818444" y="6176772"/>
            <a:ext cx="82296" cy="82296"/>
          </a:xfrm>
          <a:prstGeom prst="ellipse">
            <a:avLst/>
          </a:prstGeom>
          <a:solidFill>
            <a:srgbClr val="D3D9CC"/>
          </a:solidFill>
          <a:ln/>
        </p:spPr>
      </p:sp>
      <p:sp>
        <p:nvSpPr>
          <p:cNvPr id="37" name="Shape 34"/>
          <p:cNvSpPr/>
          <p:nvPr/>
        </p:nvSpPr>
        <p:spPr>
          <a:xfrm>
            <a:off x="9970881" y="6176772"/>
            <a:ext cx="82296" cy="82296"/>
          </a:xfrm>
          <a:prstGeom prst="ellipse">
            <a:avLst/>
          </a:prstGeom>
          <a:solidFill>
            <a:srgbClr val="D3D9CC"/>
          </a:solidFill>
          <a:ln/>
        </p:spPr>
      </p:sp>
      <p:sp>
        <p:nvSpPr>
          <p:cNvPr id="38" name="Shape 35"/>
          <p:cNvSpPr/>
          <p:nvPr/>
        </p:nvSpPr>
        <p:spPr>
          <a:xfrm>
            <a:off x="10123317" y="6176772"/>
            <a:ext cx="82296" cy="82296"/>
          </a:xfrm>
          <a:prstGeom prst="ellipse">
            <a:avLst/>
          </a:prstGeom>
          <a:solidFill>
            <a:srgbClr val="D3D9CC"/>
          </a:solidFill>
          <a:ln/>
        </p:spPr>
      </p:sp>
      <p:sp>
        <p:nvSpPr>
          <p:cNvPr id="39" name="Shape 36"/>
          <p:cNvSpPr/>
          <p:nvPr/>
        </p:nvSpPr>
        <p:spPr>
          <a:xfrm>
            <a:off x="10275754" y="6176772"/>
            <a:ext cx="82296" cy="82296"/>
          </a:xfrm>
          <a:prstGeom prst="ellipse">
            <a:avLst/>
          </a:prstGeom>
          <a:solidFill>
            <a:srgbClr val="D3D9CC"/>
          </a:solidFill>
          <a:ln/>
        </p:spPr>
      </p:sp>
      <p:sp>
        <p:nvSpPr>
          <p:cNvPr id="40" name="Shape 37"/>
          <p:cNvSpPr/>
          <p:nvPr/>
        </p:nvSpPr>
        <p:spPr>
          <a:xfrm>
            <a:off x="10428190" y="6176772"/>
            <a:ext cx="82296" cy="82296"/>
          </a:xfrm>
          <a:prstGeom prst="ellipse">
            <a:avLst/>
          </a:prstGeom>
          <a:solidFill>
            <a:srgbClr val="D3D9CC"/>
          </a:solidFill>
          <a:ln/>
        </p:spPr>
      </p:sp>
      <p:sp>
        <p:nvSpPr>
          <p:cNvPr id="41" name="Shape 38"/>
          <p:cNvSpPr/>
          <p:nvPr/>
        </p:nvSpPr>
        <p:spPr>
          <a:xfrm>
            <a:off x="10580627" y="6176772"/>
            <a:ext cx="82296" cy="82296"/>
          </a:xfrm>
          <a:prstGeom prst="ellipse">
            <a:avLst/>
          </a:prstGeom>
          <a:solidFill>
            <a:srgbClr val="D3D9CC"/>
          </a:solidFill>
          <a:ln/>
        </p:spPr>
      </p:sp>
      <p:sp>
        <p:nvSpPr>
          <p:cNvPr id="42" name="Shape 39"/>
          <p:cNvSpPr/>
          <p:nvPr/>
        </p:nvSpPr>
        <p:spPr>
          <a:xfrm>
            <a:off x="10733063" y="6176772"/>
            <a:ext cx="82296" cy="82296"/>
          </a:xfrm>
          <a:prstGeom prst="ellipse">
            <a:avLst/>
          </a:prstGeom>
          <a:solidFill>
            <a:srgbClr val="D3D9CC"/>
          </a:solidFill>
          <a:ln/>
        </p:spPr>
      </p:sp>
      <p:sp>
        <p:nvSpPr>
          <p:cNvPr id="43" name="Shape 40"/>
          <p:cNvSpPr/>
          <p:nvPr/>
        </p:nvSpPr>
        <p:spPr>
          <a:xfrm>
            <a:off x="10885500" y="6176772"/>
            <a:ext cx="82296" cy="82296"/>
          </a:xfrm>
          <a:prstGeom prst="ellipse">
            <a:avLst/>
          </a:prstGeom>
          <a:solidFill>
            <a:srgbClr val="D3D9CC"/>
          </a:solidFill>
          <a:ln/>
        </p:spPr>
      </p:sp>
      <p:sp>
        <p:nvSpPr>
          <p:cNvPr id="44" name="Shape 41"/>
          <p:cNvSpPr/>
          <p:nvPr/>
        </p:nvSpPr>
        <p:spPr>
          <a:xfrm>
            <a:off x="11037936" y="6176772"/>
            <a:ext cx="82296" cy="82296"/>
          </a:xfrm>
          <a:prstGeom prst="ellipse">
            <a:avLst/>
          </a:prstGeom>
          <a:solidFill>
            <a:srgbClr val="D3D9CC"/>
          </a:solidFill>
          <a:ln/>
        </p:spPr>
      </p:sp>
      <p:sp>
        <p:nvSpPr>
          <p:cNvPr id="45" name="Shape 42"/>
          <p:cNvSpPr/>
          <p:nvPr/>
        </p:nvSpPr>
        <p:spPr>
          <a:xfrm>
            <a:off x="11190373" y="6176772"/>
            <a:ext cx="82296" cy="82296"/>
          </a:xfrm>
          <a:prstGeom prst="ellipse">
            <a:avLst/>
          </a:prstGeom>
          <a:solidFill>
            <a:srgbClr val="D3D9CC"/>
          </a:solidFill>
          <a:ln/>
        </p:spPr>
      </p:sp>
      <p:sp>
        <p:nvSpPr>
          <p:cNvPr id="46" name="Shape 43"/>
          <p:cNvSpPr/>
          <p:nvPr/>
        </p:nvSpPr>
        <p:spPr>
          <a:xfrm>
            <a:off x="11342809" y="6176772"/>
            <a:ext cx="82296" cy="82296"/>
          </a:xfrm>
          <a:prstGeom prst="ellipse">
            <a:avLst/>
          </a:prstGeom>
          <a:solidFill>
            <a:srgbClr val="D3D9CC"/>
          </a:solidFill>
          <a:ln/>
        </p:spPr>
      </p:sp>
      <p:sp>
        <p:nvSpPr>
          <p:cNvPr id="25" name="Slide Number Placeholder 0"/>
          <p:cNvSpPr>
            <a:spLocks noGrp="1"/>
          </p:cNvSpPr>
          <p:nvPr>
            <p:ph type="sldNum" sz="quarter" idx="4294967295"/>
          </p:nvPr>
        </p:nvSpPr>
        <p:spPr>
          <a:xfrm>
            <a:off x="11155680" y="6510528"/>
            <a:ext cx="548640" cy="228600"/>
          </a:xfrm>
          <a:prstGeom prst="rect">
            <a:avLst/>
          </a:prstGeom>
          <a:extLst>
            <a:ext uri="{C572A759-6A51-4108-AA02-DFA0A04FC94B}">
              <ma14:wrappingTextBoxFlag xmlns:ma14="http://schemas.microsoft.com/office/mac/drawingml/2011/main" val="0"/>
            </a:ext>
          </a:extLst>
        </p:spPr>
        <p:txBody>
          <a:bodyPr/>
          <a:lstStyle>
            <a:lvl1pPr>
              <a:defRPr sz="1000">
                <a:solidFill>
                  <a:srgbClr val="6D7072"/>
                </a:solidFill>
              </a:defRPr>
            </a:lvl1pPr>
          </a:lstStyle>
          <a:p>
            <a:pPr algn="r"/>
            <a:fld id="{F7021451-1387-4CA6-816F-3879F97B5CBC}" type="slidenum">
              <a:rPr b="0" lang="en-US"/>
              <a:t>22</a:t>
            </a:fld>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pic>
        <p:nvPicPr>
          <p:cNvPr id="2" name="Step 18 image" descr="Step 18: Fill the gaps with orange and yellow">    </p:cNvPr>
          <p:cNvPicPr>
            <a:picLocks noChangeAspect="1"/>
          </p:cNvPicPr>
          <p:nvPr/>
        </p:nvPicPr>
        <p:blipFill>
          <a:blip r:embed="rId1"/>
          <a:stretch>
            <a:fillRect/>
          </a:stretch>
        </p:blipFill>
        <p:spPr>
          <a:xfrm>
            <a:off x="457200" y="411480"/>
            <a:ext cx="5317216" cy="6035040"/>
          </a:xfrm>
          <a:prstGeom prst="rect">
            <a:avLst/>
          </a:prstGeom>
        </p:spPr>
      </p:pic>
      <p:sp>
        <p:nvSpPr>
          <p:cNvPr id="3" name="Stage chip"/>
          <p:cNvSpPr txBox="1"/>
          <p:nvPr/>
        </p:nvSpPr>
        <p:spPr>
          <a:xfrm>
            <a:off x="6277336" y="640080"/>
            <a:ext cx="2247595" cy="292608"/>
          </a:xfrm>
          <a:prstGeom prst="roundRect">
            <a:avLst>
              <a:gd name="adj" fmla="val 31250"/>
            </a:avLst>
          </a:prstGeom>
          <a:solidFill>
            <a:srgbClr val="B4531A"/>
          </a:solidFill>
          <a:ln/>
        </p:spPr>
        <p:txBody>
          <a:bodyPr wrap="square" lIns="0" tIns="0" rIns="0" bIns="0" rtlCol="0" anchor="ctr"/>
          <a:lstStyle/>
          <a:p>
            <a:pPr algn="ctr" indent="0" marL="0">
              <a:buNone/>
            </a:pPr>
            <a:r>
              <a:rPr lang="en-US" sz="1100" b="1" dirty="0">
                <a:solidFill>
                  <a:srgbClr val="FFFFFF"/>
                </a:solidFill>
              </a:rPr>
              <a:t>STAGE 5 · FLOWER BEDS</a:t>
            </a:r>
            <a:endParaRPr lang="en-US" sz="1100" dirty="0"/>
          </a:p>
        </p:txBody>
      </p:sp>
      <p:sp>
        <p:nvSpPr>
          <p:cNvPr id="4" name="Step counter"/>
          <p:cNvSpPr txBox="1"/>
          <p:nvPr/>
        </p:nvSpPr>
        <p:spPr>
          <a:xfrm>
            <a:off x="9905695" y="640080"/>
            <a:ext cx="1554480" cy="292608"/>
          </a:xfrm>
          <a:prstGeom prst="rect">
            <a:avLst/>
          </a:prstGeom>
          <a:noFill/>
          <a:ln/>
        </p:spPr>
        <p:txBody>
          <a:bodyPr wrap="square" lIns="0" tIns="0" rIns="0" bIns="0" rtlCol="0" anchor="ctr"/>
          <a:lstStyle/>
          <a:p>
            <a:pPr algn="r" indent="0" marL="0">
              <a:buNone/>
            </a:pPr>
            <a:r>
              <a:rPr lang="en-US" sz="1100" b="1" dirty="0">
                <a:solidFill>
                  <a:srgbClr val="6D7072"/>
                </a:solidFill>
              </a:rPr>
              <a:t>STEP 18 OF 34</a:t>
            </a:r>
            <a:endParaRPr lang="en-US" sz="1100" dirty="0"/>
          </a:p>
        </p:txBody>
      </p:sp>
      <p:sp>
        <p:nvSpPr>
          <p:cNvPr id="5" name="Text 1"/>
          <p:cNvSpPr/>
          <p:nvPr>
            <p:ph idx="101" type="title" hasCustomPrompt="1"/>
          </p:nvPr>
        </p:nvSpPr>
        <p:spPr>
          <a:xfrm>
            <a:off x="6277336" y="1051560"/>
            <a:ext cx="5182839" cy="868680"/>
          </a:xfrm>
          <a:prstGeom prst="rect">
            <a:avLst/>
          </a:prstGeom>
          <a:noFill/>
          <a:ln/>
        </p:spPr>
        <p:txBody>
          <a:bodyPr wrap="square" lIns="0" tIns="0" rIns="0" bIns="0" rtlCol="0" anchor="t"/>
          <a:lstStyle/>
          <a:p>
            <a:pPr algn="l" indent="0" marL="0">
              <a:buNone/>
            </a:pPr>
            <a:r>
              <a:rPr lang="en-US" sz="2600" b="1" dirty="0">
                <a:solidFill>
                  <a:schemeClr val="tx2"/>
                </a:solidFill>
              </a:rPr>
              <a:t>Fill the gaps with orange and yellow</a:t>
            </a:r>
            <a:endParaRPr lang="en-US" sz="2600" dirty="0"/>
          </a:p>
        </p:txBody>
      </p:sp>
      <p:sp>
        <p:nvSpPr>
          <p:cNvPr id="6" name="Text 3"/>
          <p:cNvSpPr txBox="1"/>
          <p:nvPr/>
        </p:nvSpPr>
        <p:spPr>
          <a:xfrm>
            <a:off x="6277336" y="2011680"/>
            <a:ext cx="2743200" cy="228600"/>
          </a:xfrm>
          <a:prstGeom prst="rect">
            <a:avLst/>
          </a:prstGeom>
          <a:noFill/>
          <a:ln/>
        </p:spPr>
        <p:txBody>
          <a:bodyPr wrap="square" lIns="0" tIns="0" rIns="0" bIns="0" rtlCol="0" anchor="ctr"/>
          <a:lstStyle/>
          <a:p>
            <a:pPr indent="0" marL="0">
              <a:buNone/>
            </a:pPr>
            <a:r>
              <a:rPr lang="en-US" sz="1100" b="1" dirty="0">
                <a:solidFill>
                  <a:srgbClr val="6D7072"/>
                </a:solidFill>
              </a:rPr>
              <a:t>WHAT TO DO</a:t>
            </a:r>
            <a:endParaRPr lang="en-US" sz="1100" dirty="0"/>
          </a:p>
        </p:txBody>
      </p:sp>
      <p:sp>
        <p:nvSpPr>
          <p:cNvPr id="7" name="Instructions"/>
          <p:cNvSpPr txBox="1"/>
          <p:nvPr/>
        </p:nvSpPr>
        <p:spPr>
          <a:xfrm>
            <a:off x="6277336" y="2286000"/>
            <a:ext cx="5182839" cy="1874520"/>
          </a:xfrm>
          <a:prstGeom prst="rect">
            <a:avLst/>
          </a:prstGeom>
          <a:noFill/>
          <a:ln/>
        </p:spPr>
        <p:txBody>
          <a:bodyPr wrap="square" lIns="0" tIns="0" rIns="0" bIns="0" rtlCol="0" anchor="t"/>
          <a:lstStyle/>
          <a:p>
            <a:pPr marL="203200" indent="-203200">
              <a:spcAft>
                <a:spcPts val="600"/>
              </a:spcAft>
              <a:buSzPct val="100000"/>
              <a:buChar char="•"/>
            </a:pPr>
            <a:r>
              <a:rPr lang="en-US" sz="1500" dirty="0">
                <a:solidFill>
                  <a:schemeClr val="tx1"/>
                </a:solidFill>
              </a:rPr>
              <a:t>Switch to orange, then yellow-orange, and dab between and over the red spots.</a:t>
            </a:r>
            <a:endParaRPr lang="en-US" sz="1500" dirty="0"/>
          </a:p>
          <a:p>
            <a:pPr marL="203200" indent="-203200">
              <a:spcAft>
                <a:spcPts val="600"/>
              </a:spcAft>
              <a:buSzPct val="100000"/>
              <a:buChar char="•"/>
            </a:pPr>
            <a:r>
              <a:rPr lang="en-US" sz="1500" dirty="0">
                <a:solidFill>
                  <a:schemeClr val="tx1"/>
                </a:solidFill>
              </a:rPr>
              <a:t>Let the colors overlap so they mix on the paper.</a:t>
            </a:r>
            <a:endParaRPr lang="en-US" sz="1500" dirty="0"/>
          </a:p>
        </p:txBody>
      </p:sp>
      <p:sp>
        <p:nvSpPr>
          <p:cNvPr id="8" name="Tip box"/>
          <p:cNvSpPr/>
          <p:nvPr/>
        </p:nvSpPr>
        <p:spPr>
          <a:xfrm>
            <a:off x="6277336" y="4224528"/>
            <a:ext cx="5182839" cy="932688"/>
          </a:xfrm>
          <a:prstGeom prst="roundRect">
            <a:avLst>
              <a:gd name="adj" fmla="val 7843"/>
            </a:avLst>
          </a:prstGeom>
          <a:solidFill>
            <a:srgbClr val="F2F4F0"/>
          </a:solidFill>
          <a:ln/>
        </p:spPr>
      </p:sp>
      <p:sp>
        <p:nvSpPr>
          <p:cNvPr id="9" name="Tip text"/>
          <p:cNvSpPr txBox="1"/>
          <p:nvPr/>
        </p:nvSpPr>
        <p:spPr>
          <a:xfrm>
            <a:off x="6414496" y="4261104"/>
            <a:ext cx="4908519" cy="859536"/>
          </a:xfrm>
          <a:prstGeom prst="rect">
            <a:avLst/>
          </a:prstGeom>
          <a:noFill/>
          <a:ln/>
        </p:spPr>
        <p:txBody>
          <a:bodyPr wrap="square" lIns="0" tIns="0" rIns="0" bIns="0" rtlCol="0" anchor="ctr"/>
          <a:lstStyle/>
          <a:p>
            <a:pPr indent="0" marL="0">
              <a:buNone/>
            </a:pPr>
            <a:r>
              <a:rPr lang="en-US" sz="1000" b="1" dirty="0">
                <a:solidFill>
                  <a:srgbClr val="B4531A"/>
                </a:solidFill>
              </a:rPr>
              <a:t>WATCH FOR</a:t>
            </a:r>
            <a:endParaRPr lang="en-US" sz="1000" dirty="0"/>
          </a:p>
          <a:p>
            <a:pPr indent="0" marL="0">
              <a:buNone/>
            </a:pPr>
            <a:r>
              <a:rPr lang="en-US" sz="1400" dirty="0">
                <a:solidFill>
                  <a:schemeClr val="tx1"/>
                </a:solidFill>
              </a:rPr>
              <a:t>Overlapping, see-through dabs create a warm, glowing mass of flowers.</a:t>
            </a:r>
            <a:endParaRPr lang="en-US" sz="1000" dirty="0"/>
          </a:p>
        </p:txBody>
      </p:sp>
      <p:sp>
        <p:nvSpPr>
          <p:cNvPr id="10" name="Text 7"/>
          <p:cNvSpPr txBox="1"/>
          <p:nvPr/>
        </p:nvSpPr>
        <p:spPr>
          <a:xfrm>
            <a:off x="6277336" y="5285232"/>
            <a:ext cx="5182839" cy="201168"/>
          </a:xfrm>
          <a:prstGeom prst="rect">
            <a:avLst/>
          </a:prstGeom>
          <a:noFill/>
          <a:ln/>
        </p:spPr>
        <p:txBody>
          <a:bodyPr wrap="square" lIns="0" tIns="0" rIns="0" bIns="0" rtlCol="0" anchor="ctr"/>
          <a:lstStyle/>
          <a:p>
            <a:pPr indent="0" marL="0">
              <a:buNone/>
            </a:pPr>
            <a:r>
              <a:rPr lang="en-US" sz="1000" b="1" dirty="0">
                <a:solidFill>
                  <a:srgbClr val="6D7072"/>
                </a:solidFill>
              </a:rPr>
              <a:t>COLORS IN THIS STEP</a:t>
            </a:r>
            <a:endParaRPr lang="en-US" sz="1000" dirty="0"/>
          </a:p>
        </p:txBody>
      </p:sp>
      <p:sp>
        <p:nvSpPr>
          <p:cNvPr id="11" name="Swatch Orange"/>
          <p:cNvSpPr/>
          <p:nvPr/>
        </p:nvSpPr>
        <p:spPr>
          <a:xfrm>
            <a:off x="6277336" y="5532120"/>
            <a:ext cx="329184" cy="329184"/>
          </a:xfrm>
          <a:prstGeom prst="ellipse">
            <a:avLst/>
          </a:prstGeom>
          <a:solidFill>
            <a:srgbClr val="E8853E"/>
          </a:solidFill>
          <a:ln w="9525">
            <a:solidFill>
              <a:srgbClr val="D3D9CC"/>
            </a:solidFill>
            <a:prstDash val="solid"/>
          </a:ln>
        </p:spPr>
      </p:sp>
      <p:sp>
        <p:nvSpPr>
          <p:cNvPr id="12" name="Text 9"/>
          <p:cNvSpPr txBox="1"/>
          <p:nvPr/>
        </p:nvSpPr>
        <p:spPr>
          <a:xfrm>
            <a:off x="6688816" y="5504688"/>
            <a:ext cx="1270413" cy="384048"/>
          </a:xfrm>
          <a:prstGeom prst="rect">
            <a:avLst/>
          </a:prstGeom>
          <a:noFill/>
          <a:ln/>
        </p:spPr>
        <p:txBody>
          <a:bodyPr wrap="square" lIns="0" tIns="0" rIns="0" bIns="0" rtlCol="0" anchor="ctr"/>
          <a:lstStyle/>
          <a:p>
            <a:pPr indent="0" marL="0">
              <a:buNone/>
            </a:pPr>
            <a:r>
              <a:rPr lang="en-US" sz="1100" b="1" dirty="0">
                <a:solidFill>
                  <a:schemeClr val="tx1"/>
                </a:solidFill>
              </a:rPr>
              <a:t>Orange</a:t>
            </a:r>
            <a:endParaRPr lang="en-US" sz="1100" dirty="0"/>
          </a:p>
          <a:p>
            <a:pPr indent="0" marL="0">
              <a:buNone/>
            </a:pPr>
            <a:r>
              <a:rPr lang="en-US" sz="1000" dirty="0">
                <a:solidFill>
                  <a:srgbClr val="4A5058"/>
                </a:solidFill>
              </a:rPr>
              <a:t>#E8853E</a:t>
            </a:r>
            <a:endParaRPr lang="en-US" sz="1100" dirty="0"/>
          </a:p>
        </p:txBody>
      </p:sp>
      <p:sp>
        <p:nvSpPr>
          <p:cNvPr id="13" name="Swatch Golden yellow"/>
          <p:cNvSpPr/>
          <p:nvPr/>
        </p:nvSpPr>
        <p:spPr>
          <a:xfrm>
            <a:off x="8004949" y="5532120"/>
            <a:ext cx="329184" cy="329184"/>
          </a:xfrm>
          <a:prstGeom prst="ellipse">
            <a:avLst/>
          </a:prstGeom>
          <a:solidFill>
            <a:srgbClr val="E1AE42"/>
          </a:solidFill>
          <a:ln w="9525">
            <a:solidFill>
              <a:srgbClr val="D3D9CC"/>
            </a:solidFill>
            <a:prstDash val="solid"/>
          </a:ln>
        </p:spPr>
      </p:sp>
      <p:sp>
        <p:nvSpPr>
          <p:cNvPr id="14" name="Text 11"/>
          <p:cNvSpPr txBox="1"/>
          <p:nvPr/>
        </p:nvSpPr>
        <p:spPr>
          <a:xfrm>
            <a:off x="8416429" y="5504688"/>
            <a:ext cx="1270413" cy="384048"/>
          </a:xfrm>
          <a:prstGeom prst="rect">
            <a:avLst/>
          </a:prstGeom>
          <a:noFill/>
          <a:ln/>
        </p:spPr>
        <p:txBody>
          <a:bodyPr wrap="square" lIns="0" tIns="0" rIns="0" bIns="0" rtlCol="0" anchor="ctr"/>
          <a:lstStyle/>
          <a:p>
            <a:pPr indent="0" marL="0">
              <a:buNone/>
            </a:pPr>
            <a:r>
              <a:rPr lang="en-US" sz="1100" b="1" dirty="0">
                <a:solidFill>
                  <a:schemeClr val="tx1"/>
                </a:solidFill>
              </a:rPr>
              <a:t>Golden yellow</a:t>
            </a:r>
            <a:endParaRPr lang="en-US" sz="1100" dirty="0"/>
          </a:p>
          <a:p>
            <a:pPr indent="0" marL="0">
              <a:buNone/>
            </a:pPr>
            <a:r>
              <a:rPr lang="en-US" sz="1000" dirty="0">
                <a:solidFill>
                  <a:srgbClr val="4A5058"/>
                </a:solidFill>
              </a:rPr>
              <a:t>#E1AE42</a:t>
            </a:r>
            <a:endParaRPr lang="en-US" sz="1100" dirty="0"/>
          </a:p>
        </p:txBody>
      </p:sp>
      <p:sp>
        <p:nvSpPr>
          <p:cNvPr id="15" name="Swatch Coral red"/>
          <p:cNvSpPr/>
          <p:nvPr/>
        </p:nvSpPr>
        <p:spPr>
          <a:xfrm>
            <a:off x="9732562" y="5532120"/>
            <a:ext cx="329184" cy="329184"/>
          </a:xfrm>
          <a:prstGeom prst="ellipse">
            <a:avLst/>
          </a:prstGeom>
          <a:solidFill>
            <a:srgbClr val="E3665D"/>
          </a:solidFill>
          <a:ln w="9525">
            <a:solidFill>
              <a:srgbClr val="D3D9CC"/>
            </a:solidFill>
            <a:prstDash val="solid"/>
          </a:ln>
        </p:spPr>
      </p:sp>
      <p:sp>
        <p:nvSpPr>
          <p:cNvPr id="16" name="Text 13"/>
          <p:cNvSpPr txBox="1"/>
          <p:nvPr/>
        </p:nvSpPr>
        <p:spPr>
          <a:xfrm>
            <a:off x="10144042" y="5504688"/>
            <a:ext cx="1270413" cy="384048"/>
          </a:xfrm>
          <a:prstGeom prst="rect">
            <a:avLst/>
          </a:prstGeom>
          <a:noFill/>
          <a:ln/>
        </p:spPr>
        <p:txBody>
          <a:bodyPr wrap="square" lIns="0" tIns="0" rIns="0" bIns="0" rtlCol="0" anchor="ctr"/>
          <a:lstStyle/>
          <a:p>
            <a:pPr indent="0" marL="0">
              <a:buNone/>
            </a:pPr>
            <a:r>
              <a:rPr lang="en-US" sz="1100" b="1" dirty="0">
                <a:solidFill>
                  <a:schemeClr val="tx1"/>
                </a:solidFill>
              </a:rPr>
              <a:t>Coral red</a:t>
            </a:r>
            <a:endParaRPr lang="en-US" sz="1100" dirty="0"/>
          </a:p>
          <a:p>
            <a:pPr indent="0" marL="0">
              <a:buNone/>
            </a:pPr>
            <a:r>
              <a:rPr lang="en-US" sz="1000" dirty="0">
                <a:solidFill>
                  <a:srgbClr val="4A5058"/>
                </a:solidFill>
              </a:rPr>
              <a:t>#E3665D</a:t>
            </a:r>
            <a:endParaRPr lang="en-US" sz="1100" dirty="0"/>
          </a:p>
        </p:txBody>
      </p:sp>
      <p:sp>
        <p:nvSpPr>
          <p:cNvPr id="17" name="Shape 14"/>
          <p:cNvSpPr/>
          <p:nvPr/>
        </p:nvSpPr>
        <p:spPr>
          <a:xfrm>
            <a:off x="6312406" y="6176772"/>
            <a:ext cx="82296" cy="82296"/>
          </a:xfrm>
          <a:prstGeom prst="ellipse">
            <a:avLst/>
          </a:prstGeom>
          <a:solidFill>
            <a:srgbClr val="8E9A82"/>
          </a:solidFill>
          <a:ln/>
        </p:spPr>
      </p:sp>
      <p:sp>
        <p:nvSpPr>
          <p:cNvPr id="18" name="Shape 15"/>
          <p:cNvSpPr/>
          <p:nvPr/>
        </p:nvSpPr>
        <p:spPr>
          <a:xfrm>
            <a:off x="6464843" y="6176772"/>
            <a:ext cx="82296" cy="82296"/>
          </a:xfrm>
          <a:prstGeom prst="ellipse">
            <a:avLst/>
          </a:prstGeom>
          <a:solidFill>
            <a:srgbClr val="8E9A82"/>
          </a:solidFill>
          <a:ln/>
        </p:spPr>
      </p:sp>
      <p:sp>
        <p:nvSpPr>
          <p:cNvPr id="19" name="Shape 16"/>
          <p:cNvSpPr/>
          <p:nvPr/>
        </p:nvSpPr>
        <p:spPr>
          <a:xfrm>
            <a:off x="6617279" y="6176772"/>
            <a:ext cx="82296" cy="82296"/>
          </a:xfrm>
          <a:prstGeom prst="ellipse">
            <a:avLst/>
          </a:prstGeom>
          <a:solidFill>
            <a:srgbClr val="8E9A82"/>
          </a:solidFill>
          <a:ln/>
        </p:spPr>
      </p:sp>
      <p:sp>
        <p:nvSpPr>
          <p:cNvPr id="20" name="Shape 17"/>
          <p:cNvSpPr/>
          <p:nvPr/>
        </p:nvSpPr>
        <p:spPr>
          <a:xfrm>
            <a:off x="6769715" y="6176772"/>
            <a:ext cx="82296" cy="82296"/>
          </a:xfrm>
          <a:prstGeom prst="ellipse">
            <a:avLst/>
          </a:prstGeom>
          <a:solidFill>
            <a:srgbClr val="8E9A82"/>
          </a:solidFill>
          <a:ln/>
        </p:spPr>
      </p:sp>
      <p:sp>
        <p:nvSpPr>
          <p:cNvPr id="21" name="Shape 18"/>
          <p:cNvSpPr/>
          <p:nvPr/>
        </p:nvSpPr>
        <p:spPr>
          <a:xfrm>
            <a:off x="6922152" y="6176772"/>
            <a:ext cx="82296" cy="82296"/>
          </a:xfrm>
          <a:prstGeom prst="ellipse">
            <a:avLst/>
          </a:prstGeom>
          <a:solidFill>
            <a:srgbClr val="8E9A82"/>
          </a:solidFill>
          <a:ln/>
        </p:spPr>
      </p:sp>
      <p:sp>
        <p:nvSpPr>
          <p:cNvPr id="22" name="Shape 19"/>
          <p:cNvSpPr/>
          <p:nvPr/>
        </p:nvSpPr>
        <p:spPr>
          <a:xfrm>
            <a:off x="7074588" y="6176772"/>
            <a:ext cx="82296" cy="82296"/>
          </a:xfrm>
          <a:prstGeom prst="ellipse">
            <a:avLst/>
          </a:prstGeom>
          <a:solidFill>
            <a:srgbClr val="8E9A82"/>
          </a:solidFill>
          <a:ln/>
        </p:spPr>
      </p:sp>
      <p:sp>
        <p:nvSpPr>
          <p:cNvPr id="23" name="Shape 20"/>
          <p:cNvSpPr/>
          <p:nvPr/>
        </p:nvSpPr>
        <p:spPr>
          <a:xfrm>
            <a:off x="7227025" y="6176772"/>
            <a:ext cx="82296" cy="82296"/>
          </a:xfrm>
          <a:prstGeom prst="ellipse">
            <a:avLst/>
          </a:prstGeom>
          <a:solidFill>
            <a:srgbClr val="8E9A82"/>
          </a:solidFill>
          <a:ln/>
        </p:spPr>
      </p:sp>
      <p:sp>
        <p:nvSpPr>
          <p:cNvPr id="24" name="Shape 21"/>
          <p:cNvSpPr/>
          <p:nvPr/>
        </p:nvSpPr>
        <p:spPr>
          <a:xfrm>
            <a:off x="7379461" y="6176772"/>
            <a:ext cx="82296" cy="82296"/>
          </a:xfrm>
          <a:prstGeom prst="ellipse">
            <a:avLst/>
          </a:prstGeom>
          <a:solidFill>
            <a:srgbClr val="8E9A82"/>
          </a:solidFill>
          <a:ln/>
        </p:spPr>
      </p:sp>
      <p:sp>
        <p:nvSpPr>
          <p:cNvPr id="25" name="Shape 22"/>
          <p:cNvSpPr/>
          <p:nvPr/>
        </p:nvSpPr>
        <p:spPr>
          <a:xfrm>
            <a:off x="7531898" y="6176772"/>
            <a:ext cx="82296" cy="82296"/>
          </a:xfrm>
          <a:prstGeom prst="ellipse">
            <a:avLst/>
          </a:prstGeom>
          <a:solidFill>
            <a:srgbClr val="8E9A82"/>
          </a:solidFill>
          <a:ln/>
        </p:spPr>
      </p:sp>
      <p:sp>
        <p:nvSpPr>
          <p:cNvPr id="26" name="Shape 23"/>
          <p:cNvSpPr/>
          <p:nvPr/>
        </p:nvSpPr>
        <p:spPr>
          <a:xfrm>
            <a:off x="7684334" y="6176772"/>
            <a:ext cx="82296" cy="82296"/>
          </a:xfrm>
          <a:prstGeom prst="ellipse">
            <a:avLst/>
          </a:prstGeom>
          <a:solidFill>
            <a:srgbClr val="8E9A82"/>
          </a:solidFill>
          <a:ln/>
        </p:spPr>
      </p:sp>
      <p:sp>
        <p:nvSpPr>
          <p:cNvPr id="27" name="Shape 24"/>
          <p:cNvSpPr/>
          <p:nvPr/>
        </p:nvSpPr>
        <p:spPr>
          <a:xfrm>
            <a:off x="7836771" y="6176772"/>
            <a:ext cx="82296" cy="82296"/>
          </a:xfrm>
          <a:prstGeom prst="ellipse">
            <a:avLst/>
          </a:prstGeom>
          <a:solidFill>
            <a:srgbClr val="8E9A82"/>
          </a:solidFill>
          <a:ln/>
        </p:spPr>
      </p:sp>
      <p:sp>
        <p:nvSpPr>
          <p:cNvPr id="28" name="Shape 25"/>
          <p:cNvSpPr/>
          <p:nvPr/>
        </p:nvSpPr>
        <p:spPr>
          <a:xfrm>
            <a:off x="7989207" y="6176772"/>
            <a:ext cx="82296" cy="82296"/>
          </a:xfrm>
          <a:prstGeom prst="ellipse">
            <a:avLst/>
          </a:prstGeom>
          <a:solidFill>
            <a:srgbClr val="8E9A82"/>
          </a:solidFill>
          <a:ln/>
        </p:spPr>
      </p:sp>
      <p:sp>
        <p:nvSpPr>
          <p:cNvPr id="29" name="Shape 26"/>
          <p:cNvSpPr/>
          <p:nvPr/>
        </p:nvSpPr>
        <p:spPr>
          <a:xfrm>
            <a:off x="8141643" y="6176772"/>
            <a:ext cx="82296" cy="82296"/>
          </a:xfrm>
          <a:prstGeom prst="ellipse">
            <a:avLst/>
          </a:prstGeom>
          <a:solidFill>
            <a:srgbClr val="8E9A82"/>
          </a:solidFill>
          <a:ln/>
        </p:spPr>
      </p:sp>
      <p:sp>
        <p:nvSpPr>
          <p:cNvPr id="30" name="Shape 27"/>
          <p:cNvSpPr/>
          <p:nvPr/>
        </p:nvSpPr>
        <p:spPr>
          <a:xfrm>
            <a:off x="8294080" y="6176772"/>
            <a:ext cx="82296" cy="82296"/>
          </a:xfrm>
          <a:prstGeom prst="ellipse">
            <a:avLst/>
          </a:prstGeom>
          <a:solidFill>
            <a:srgbClr val="8E9A82"/>
          </a:solidFill>
          <a:ln/>
        </p:spPr>
      </p:sp>
      <p:sp>
        <p:nvSpPr>
          <p:cNvPr id="31" name="Shape 28"/>
          <p:cNvSpPr/>
          <p:nvPr/>
        </p:nvSpPr>
        <p:spPr>
          <a:xfrm>
            <a:off x="8446516" y="6176772"/>
            <a:ext cx="82296" cy="82296"/>
          </a:xfrm>
          <a:prstGeom prst="ellipse">
            <a:avLst/>
          </a:prstGeom>
          <a:solidFill>
            <a:srgbClr val="8E9A82"/>
          </a:solidFill>
          <a:ln/>
        </p:spPr>
      </p:sp>
      <p:sp>
        <p:nvSpPr>
          <p:cNvPr id="32" name="Shape 29"/>
          <p:cNvSpPr/>
          <p:nvPr/>
        </p:nvSpPr>
        <p:spPr>
          <a:xfrm>
            <a:off x="8598953" y="6176772"/>
            <a:ext cx="82296" cy="82296"/>
          </a:xfrm>
          <a:prstGeom prst="ellipse">
            <a:avLst/>
          </a:prstGeom>
          <a:solidFill>
            <a:srgbClr val="8E9A82"/>
          </a:solidFill>
          <a:ln/>
        </p:spPr>
      </p:sp>
      <p:sp>
        <p:nvSpPr>
          <p:cNvPr id="33" name="Shape 30"/>
          <p:cNvSpPr/>
          <p:nvPr/>
        </p:nvSpPr>
        <p:spPr>
          <a:xfrm>
            <a:off x="8751389" y="6176772"/>
            <a:ext cx="82296" cy="82296"/>
          </a:xfrm>
          <a:prstGeom prst="ellipse">
            <a:avLst/>
          </a:prstGeom>
          <a:solidFill>
            <a:srgbClr val="8E9A82"/>
          </a:solidFill>
          <a:ln/>
        </p:spPr>
      </p:sp>
      <p:sp>
        <p:nvSpPr>
          <p:cNvPr id="34" name="Shape 31"/>
          <p:cNvSpPr/>
          <p:nvPr/>
        </p:nvSpPr>
        <p:spPr>
          <a:xfrm>
            <a:off x="8867250" y="6140196"/>
            <a:ext cx="155448" cy="155448"/>
          </a:xfrm>
          <a:prstGeom prst="ellipse">
            <a:avLst/>
          </a:prstGeom>
          <a:solidFill>
            <a:srgbClr val="B4531A"/>
          </a:solidFill>
          <a:ln/>
        </p:spPr>
      </p:sp>
      <p:sp>
        <p:nvSpPr>
          <p:cNvPr id="35" name="Shape 32"/>
          <p:cNvSpPr/>
          <p:nvPr/>
        </p:nvSpPr>
        <p:spPr>
          <a:xfrm>
            <a:off x="9056262" y="6176772"/>
            <a:ext cx="82296" cy="82296"/>
          </a:xfrm>
          <a:prstGeom prst="ellipse">
            <a:avLst/>
          </a:prstGeom>
          <a:solidFill>
            <a:srgbClr val="D3D9CC"/>
          </a:solidFill>
          <a:ln/>
        </p:spPr>
      </p:sp>
      <p:sp>
        <p:nvSpPr>
          <p:cNvPr id="36" name="Shape 33"/>
          <p:cNvSpPr/>
          <p:nvPr/>
        </p:nvSpPr>
        <p:spPr>
          <a:xfrm>
            <a:off x="9208699" y="6176772"/>
            <a:ext cx="82296" cy="82296"/>
          </a:xfrm>
          <a:prstGeom prst="ellipse">
            <a:avLst/>
          </a:prstGeom>
          <a:solidFill>
            <a:srgbClr val="D3D9CC"/>
          </a:solidFill>
          <a:ln/>
        </p:spPr>
      </p:sp>
      <p:sp>
        <p:nvSpPr>
          <p:cNvPr id="37" name="Shape 34"/>
          <p:cNvSpPr/>
          <p:nvPr/>
        </p:nvSpPr>
        <p:spPr>
          <a:xfrm>
            <a:off x="9361135" y="6176772"/>
            <a:ext cx="82296" cy="82296"/>
          </a:xfrm>
          <a:prstGeom prst="ellipse">
            <a:avLst/>
          </a:prstGeom>
          <a:solidFill>
            <a:srgbClr val="D3D9CC"/>
          </a:solidFill>
          <a:ln/>
        </p:spPr>
      </p:sp>
      <p:sp>
        <p:nvSpPr>
          <p:cNvPr id="38" name="Shape 35"/>
          <p:cNvSpPr/>
          <p:nvPr/>
        </p:nvSpPr>
        <p:spPr>
          <a:xfrm>
            <a:off x="9513572" y="6176772"/>
            <a:ext cx="82296" cy="82296"/>
          </a:xfrm>
          <a:prstGeom prst="ellipse">
            <a:avLst/>
          </a:prstGeom>
          <a:solidFill>
            <a:srgbClr val="D3D9CC"/>
          </a:solidFill>
          <a:ln/>
        </p:spPr>
      </p:sp>
      <p:sp>
        <p:nvSpPr>
          <p:cNvPr id="39" name="Shape 36"/>
          <p:cNvSpPr/>
          <p:nvPr/>
        </p:nvSpPr>
        <p:spPr>
          <a:xfrm>
            <a:off x="9666008" y="6176772"/>
            <a:ext cx="82296" cy="82296"/>
          </a:xfrm>
          <a:prstGeom prst="ellipse">
            <a:avLst/>
          </a:prstGeom>
          <a:solidFill>
            <a:srgbClr val="D3D9CC"/>
          </a:solidFill>
          <a:ln/>
        </p:spPr>
      </p:sp>
      <p:sp>
        <p:nvSpPr>
          <p:cNvPr id="40" name="Shape 37"/>
          <p:cNvSpPr/>
          <p:nvPr/>
        </p:nvSpPr>
        <p:spPr>
          <a:xfrm>
            <a:off x="9818444" y="6176772"/>
            <a:ext cx="82296" cy="82296"/>
          </a:xfrm>
          <a:prstGeom prst="ellipse">
            <a:avLst/>
          </a:prstGeom>
          <a:solidFill>
            <a:srgbClr val="D3D9CC"/>
          </a:solidFill>
          <a:ln/>
        </p:spPr>
      </p:sp>
      <p:sp>
        <p:nvSpPr>
          <p:cNvPr id="41" name="Shape 38"/>
          <p:cNvSpPr/>
          <p:nvPr/>
        </p:nvSpPr>
        <p:spPr>
          <a:xfrm>
            <a:off x="9970881" y="6176772"/>
            <a:ext cx="82296" cy="82296"/>
          </a:xfrm>
          <a:prstGeom prst="ellipse">
            <a:avLst/>
          </a:prstGeom>
          <a:solidFill>
            <a:srgbClr val="D3D9CC"/>
          </a:solidFill>
          <a:ln/>
        </p:spPr>
      </p:sp>
      <p:sp>
        <p:nvSpPr>
          <p:cNvPr id="42" name="Shape 39"/>
          <p:cNvSpPr/>
          <p:nvPr/>
        </p:nvSpPr>
        <p:spPr>
          <a:xfrm>
            <a:off x="10123317" y="6176772"/>
            <a:ext cx="82296" cy="82296"/>
          </a:xfrm>
          <a:prstGeom prst="ellipse">
            <a:avLst/>
          </a:prstGeom>
          <a:solidFill>
            <a:srgbClr val="D3D9CC"/>
          </a:solidFill>
          <a:ln/>
        </p:spPr>
      </p:sp>
      <p:sp>
        <p:nvSpPr>
          <p:cNvPr id="43" name="Shape 40"/>
          <p:cNvSpPr/>
          <p:nvPr/>
        </p:nvSpPr>
        <p:spPr>
          <a:xfrm>
            <a:off x="10275754" y="6176772"/>
            <a:ext cx="82296" cy="82296"/>
          </a:xfrm>
          <a:prstGeom prst="ellipse">
            <a:avLst/>
          </a:prstGeom>
          <a:solidFill>
            <a:srgbClr val="D3D9CC"/>
          </a:solidFill>
          <a:ln/>
        </p:spPr>
      </p:sp>
      <p:sp>
        <p:nvSpPr>
          <p:cNvPr id="44" name="Shape 41"/>
          <p:cNvSpPr/>
          <p:nvPr/>
        </p:nvSpPr>
        <p:spPr>
          <a:xfrm>
            <a:off x="10428190" y="6176772"/>
            <a:ext cx="82296" cy="82296"/>
          </a:xfrm>
          <a:prstGeom prst="ellipse">
            <a:avLst/>
          </a:prstGeom>
          <a:solidFill>
            <a:srgbClr val="D3D9CC"/>
          </a:solidFill>
          <a:ln/>
        </p:spPr>
      </p:sp>
      <p:sp>
        <p:nvSpPr>
          <p:cNvPr id="45" name="Shape 42"/>
          <p:cNvSpPr/>
          <p:nvPr/>
        </p:nvSpPr>
        <p:spPr>
          <a:xfrm>
            <a:off x="10580627" y="6176772"/>
            <a:ext cx="82296" cy="82296"/>
          </a:xfrm>
          <a:prstGeom prst="ellipse">
            <a:avLst/>
          </a:prstGeom>
          <a:solidFill>
            <a:srgbClr val="D3D9CC"/>
          </a:solidFill>
          <a:ln/>
        </p:spPr>
      </p:sp>
      <p:sp>
        <p:nvSpPr>
          <p:cNvPr id="46" name="Shape 43"/>
          <p:cNvSpPr/>
          <p:nvPr/>
        </p:nvSpPr>
        <p:spPr>
          <a:xfrm>
            <a:off x="10733063" y="6176772"/>
            <a:ext cx="82296" cy="82296"/>
          </a:xfrm>
          <a:prstGeom prst="ellipse">
            <a:avLst/>
          </a:prstGeom>
          <a:solidFill>
            <a:srgbClr val="D3D9CC"/>
          </a:solidFill>
          <a:ln/>
        </p:spPr>
      </p:sp>
      <p:sp>
        <p:nvSpPr>
          <p:cNvPr id="47" name="Shape 44"/>
          <p:cNvSpPr/>
          <p:nvPr/>
        </p:nvSpPr>
        <p:spPr>
          <a:xfrm>
            <a:off x="10885500" y="6176772"/>
            <a:ext cx="82296" cy="82296"/>
          </a:xfrm>
          <a:prstGeom prst="ellipse">
            <a:avLst/>
          </a:prstGeom>
          <a:solidFill>
            <a:srgbClr val="D3D9CC"/>
          </a:solidFill>
          <a:ln/>
        </p:spPr>
      </p:sp>
      <p:sp>
        <p:nvSpPr>
          <p:cNvPr id="48" name="Shape 45"/>
          <p:cNvSpPr/>
          <p:nvPr/>
        </p:nvSpPr>
        <p:spPr>
          <a:xfrm>
            <a:off x="11037936" y="6176772"/>
            <a:ext cx="82296" cy="82296"/>
          </a:xfrm>
          <a:prstGeom prst="ellipse">
            <a:avLst/>
          </a:prstGeom>
          <a:solidFill>
            <a:srgbClr val="D3D9CC"/>
          </a:solidFill>
          <a:ln/>
        </p:spPr>
      </p:sp>
      <p:sp>
        <p:nvSpPr>
          <p:cNvPr id="49" name="Shape 46"/>
          <p:cNvSpPr/>
          <p:nvPr/>
        </p:nvSpPr>
        <p:spPr>
          <a:xfrm>
            <a:off x="11190373" y="6176772"/>
            <a:ext cx="82296" cy="82296"/>
          </a:xfrm>
          <a:prstGeom prst="ellipse">
            <a:avLst/>
          </a:prstGeom>
          <a:solidFill>
            <a:srgbClr val="D3D9CC"/>
          </a:solidFill>
          <a:ln/>
        </p:spPr>
      </p:sp>
      <p:sp>
        <p:nvSpPr>
          <p:cNvPr id="50" name="Shape 47"/>
          <p:cNvSpPr/>
          <p:nvPr/>
        </p:nvSpPr>
        <p:spPr>
          <a:xfrm>
            <a:off x="11342809" y="6176772"/>
            <a:ext cx="82296" cy="82296"/>
          </a:xfrm>
          <a:prstGeom prst="ellipse">
            <a:avLst/>
          </a:prstGeom>
          <a:solidFill>
            <a:srgbClr val="D3D9CC"/>
          </a:solidFill>
          <a:ln/>
        </p:spPr>
      </p:sp>
      <p:sp>
        <p:nvSpPr>
          <p:cNvPr id="25" name="Slide Number Placeholder 0"/>
          <p:cNvSpPr>
            <a:spLocks noGrp="1"/>
          </p:cNvSpPr>
          <p:nvPr>
            <p:ph type="sldNum" sz="quarter" idx="4294967295"/>
          </p:nvPr>
        </p:nvSpPr>
        <p:spPr>
          <a:xfrm>
            <a:off x="11155680" y="6510528"/>
            <a:ext cx="548640" cy="228600"/>
          </a:xfrm>
          <a:prstGeom prst="rect">
            <a:avLst/>
          </a:prstGeom>
          <a:extLst>
            <a:ext uri="{C572A759-6A51-4108-AA02-DFA0A04FC94B}">
              <ma14:wrappingTextBoxFlag xmlns:ma14="http://schemas.microsoft.com/office/mac/drawingml/2011/main" val="0"/>
            </a:ext>
          </a:extLst>
        </p:spPr>
        <p:txBody>
          <a:bodyPr/>
          <a:lstStyle>
            <a:lvl1pPr>
              <a:defRPr sz="1000">
                <a:solidFill>
                  <a:srgbClr val="6D7072"/>
                </a:solidFill>
              </a:defRPr>
            </a:lvl1pPr>
          </a:lstStyle>
          <a:p>
            <a:pPr algn="r"/>
            <a:fld id="{F7021451-1387-4CA6-816F-3879F97B5CBC}" type="slidenum">
              <a:rPr b="0" lang="en-US"/>
              <a:t>23</a:t>
            </a:fld>
            <a:endParaRPr 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pic>
        <p:nvPicPr>
          <p:cNvPr id="2" name="Step 19 image" descr="Step 19: Add leaf-green touches to the beds">    </p:cNvPr>
          <p:cNvPicPr>
            <a:picLocks noChangeAspect="1"/>
          </p:cNvPicPr>
          <p:nvPr/>
        </p:nvPicPr>
        <p:blipFill>
          <a:blip r:embed="rId1"/>
          <a:stretch>
            <a:fillRect/>
          </a:stretch>
        </p:blipFill>
        <p:spPr>
          <a:xfrm>
            <a:off x="457200" y="411480"/>
            <a:ext cx="5317216" cy="6035040"/>
          </a:xfrm>
          <a:prstGeom prst="rect">
            <a:avLst/>
          </a:prstGeom>
        </p:spPr>
      </p:pic>
      <p:sp>
        <p:nvSpPr>
          <p:cNvPr id="3" name="Stage chip"/>
          <p:cNvSpPr txBox="1"/>
          <p:nvPr/>
        </p:nvSpPr>
        <p:spPr>
          <a:xfrm>
            <a:off x="6277336" y="640080"/>
            <a:ext cx="2247595" cy="292608"/>
          </a:xfrm>
          <a:prstGeom prst="roundRect">
            <a:avLst>
              <a:gd name="adj" fmla="val 31250"/>
            </a:avLst>
          </a:prstGeom>
          <a:solidFill>
            <a:srgbClr val="B4531A"/>
          </a:solidFill>
          <a:ln/>
        </p:spPr>
        <p:txBody>
          <a:bodyPr wrap="square" lIns="0" tIns="0" rIns="0" bIns="0" rtlCol="0" anchor="ctr"/>
          <a:lstStyle/>
          <a:p>
            <a:pPr algn="ctr" indent="0" marL="0">
              <a:buNone/>
            </a:pPr>
            <a:r>
              <a:rPr lang="en-US" sz="1100" b="1" dirty="0">
                <a:solidFill>
                  <a:srgbClr val="FFFFFF"/>
                </a:solidFill>
              </a:rPr>
              <a:t>STAGE 5 · FLOWER BEDS</a:t>
            </a:r>
            <a:endParaRPr lang="en-US" sz="1100" dirty="0"/>
          </a:p>
        </p:txBody>
      </p:sp>
      <p:sp>
        <p:nvSpPr>
          <p:cNvPr id="4" name="Step counter"/>
          <p:cNvSpPr txBox="1"/>
          <p:nvPr/>
        </p:nvSpPr>
        <p:spPr>
          <a:xfrm>
            <a:off x="9905695" y="640080"/>
            <a:ext cx="1554480" cy="292608"/>
          </a:xfrm>
          <a:prstGeom prst="rect">
            <a:avLst/>
          </a:prstGeom>
          <a:noFill/>
          <a:ln/>
        </p:spPr>
        <p:txBody>
          <a:bodyPr wrap="square" lIns="0" tIns="0" rIns="0" bIns="0" rtlCol="0" anchor="ctr"/>
          <a:lstStyle/>
          <a:p>
            <a:pPr algn="r" indent="0" marL="0">
              <a:buNone/>
            </a:pPr>
            <a:r>
              <a:rPr lang="en-US" sz="1100" b="1" dirty="0">
                <a:solidFill>
                  <a:srgbClr val="6D7072"/>
                </a:solidFill>
              </a:rPr>
              <a:t>STEP 19 OF 34</a:t>
            </a:r>
            <a:endParaRPr lang="en-US" sz="1100" dirty="0"/>
          </a:p>
        </p:txBody>
      </p:sp>
      <p:sp>
        <p:nvSpPr>
          <p:cNvPr id="5" name="Text 1"/>
          <p:cNvSpPr/>
          <p:nvPr>
            <p:ph idx="101" type="title" hasCustomPrompt="1"/>
          </p:nvPr>
        </p:nvSpPr>
        <p:spPr>
          <a:xfrm>
            <a:off x="6277336" y="1051560"/>
            <a:ext cx="5182839" cy="868680"/>
          </a:xfrm>
          <a:prstGeom prst="rect">
            <a:avLst/>
          </a:prstGeom>
          <a:noFill/>
          <a:ln/>
        </p:spPr>
        <p:txBody>
          <a:bodyPr wrap="square" lIns="0" tIns="0" rIns="0" bIns="0" rtlCol="0" anchor="t"/>
          <a:lstStyle/>
          <a:p>
            <a:pPr algn="l" indent="0" marL="0">
              <a:buNone/>
            </a:pPr>
            <a:r>
              <a:rPr lang="en-US" sz="2600" b="1" dirty="0">
                <a:solidFill>
                  <a:schemeClr val="tx2"/>
                </a:solidFill>
              </a:rPr>
              <a:t>Add leaf-green touches to the beds</a:t>
            </a:r>
            <a:endParaRPr lang="en-US" sz="2600" dirty="0"/>
          </a:p>
        </p:txBody>
      </p:sp>
      <p:sp>
        <p:nvSpPr>
          <p:cNvPr id="6" name="Text 3"/>
          <p:cNvSpPr txBox="1"/>
          <p:nvPr/>
        </p:nvSpPr>
        <p:spPr>
          <a:xfrm>
            <a:off x="6277336" y="2011680"/>
            <a:ext cx="2743200" cy="228600"/>
          </a:xfrm>
          <a:prstGeom prst="rect">
            <a:avLst/>
          </a:prstGeom>
          <a:noFill/>
          <a:ln/>
        </p:spPr>
        <p:txBody>
          <a:bodyPr wrap="square" lIns="0" tIns="0" rIns="0" bIns="0" rtlCol="0" anchor="ctr"/>
          <a:lstStyle/>
          <a:p>
            <a:pPr indent="0" marL="0">
              <a:buNone/>
            </a:pPr>
            <a:r>
              <a:rPr lang="en-US" sz="1100" b="1" dirty="0">
                <a:solidFill>
                  <a:srgbClr val="6D7072"/>
                </a:solidFill>
              </a:rPr>
              <a:t>WHAT TO DO</a:t>
            </a:r>
            <a:endParaRPr lang="en-US" sz="1100" dirty="0"/>
          </a:p>
        </p:txBody>
      </p:sp>
      <p:sp>
        <p:nvSpPr>
          <p:cNvPr id="7" name="Instructions"/>
          <p:cNvSpPr txBox="1"/>
          <p:nvPr/>
        </p:nvSpPr>
        <p:spPr>
          <a:xfrm>
            <a:off x="6277336" y="2286000"/>
            <a:ext cx="5182839" cy="1874520"/>
          </a:xfrm>
          <a:prstGeom prst="rect">
            <a:avLst/>
          </a:prstGeom>
          <a:noFill/>
          <a:ln/>
        </p:spPr>
        <p:txBody>
          <a:bodyPr wrap="square" lIns="0" tIns="0" rIns="0" bIns="0" rtlCol="0" anchor="t"/>
          <a:lstStyle/>
          <a:p>
            <a:pPr marL="203200" indent="-203200">
              <a:spcAft>
                <a:spcPts val="600"/>
              </a:spcAft>
              <a:buSzPct val="100000"/>
              <a:buChar char="•"/>
            </a:pPr>
            <a:r>
              <a:rPr lang="en-US" sz="1500" dirty="0">
                <a:solidFill>
                  <a:schemeClr val="tx1"/>
                </a:solidFill>
              </a:rPr>
              <a:t>Pick up dark green and dab small leaf shapes among the flowers, starting at the bottom of the right bed.</a:t>
            </a:r>
            <a:endParaRPr lang="en-US" sz="1500" dirty="0"/>
          </a:p>
          <a:p>
            <a:pPr marL="203200" indent="-203200">
              <a:spcAft>
                <a:spcPts val="600"/>
              </a:spcAft>
              <a:buSzPct val="100000"/>
              <a:buChar char="•"/>
            </a:pPr>
            <a:r>
              <a:rPr lang="en-US" sz="1500" dirty="0">
                <a:solidFill>
                  <a:schemeClr val="tx1"/>
                </a:solidFill>
              </a:rPr>
              <a:t>Keep plenty of orange showing.</a:t>
            </a:r>
            <a:endParaRPr lang="en-US" sz="1500" dirty="0"/>
          </a:p>
        </p:txBody>
      </p:sp>
      <p:sp>
        <p:nvSpPr>
          <p:cNvPr id="8" name="Tip box"/>
          <p:cNvSpPr/>
          <p:nvPr/>
        </p:nvSpPr>
        <p:spPr>
          <a:xfrm>
            <a:off x="6277336" y="4224528"/>
            <a:ext cx="5182839" cy="932688"/>
          </a:xfrm>
          <a:prstGeom prst="roundRect">
            <a:avLst>
              <a:gd name="adj" fmla="val 7843"/>
            </a:avLst>
          </a:prstGeom>
          <a:solidFill>
            <a:srgbClr val="F2F4F0"/>
          </a:solidFill>
          <a:ln/>
        </p:spPr>
      </p:sp>
      <p:sp>
        <p:nvSpPr>
          <p:cNvPr id="9" name="Tip text"/>
          <p:cNvSpPr txBox="1"/>
          <p:nvPr/>
        </p:nvSpPr>
        <p:spPr>
          <a:xfrm>
            <a:off x="6414496" y="4261104"/>
            <a:ext cx="4908519" cy="859536"/>
          </a:xfrm>
          <a:prstGeom prst="rect">
            <a:avLst/>
          </a:prstGeom>
          <a:noFill/>
          <a:ln/>
        </p:spPr>
        <p:txBody>
          <a:bodyPr wrap="square" lIns="0" tIns="0" rIns="0" bIns="0" rtlCol="0" anchor="ctr"/>
          <a:lstStyle/>
          <a:p>
            <a:pPr indent="0" marL="0">
              <a:buNone/>
            </a:pPr>
            <a:r>
              <a:rPr lang="en-US" sz="1000" b="1" dirty="0">
                <a:solidFill>
                  <a:srgbClr val="B4531A"/>
                </a:solidFill>
              </a:rPr>
              <a:t>WATCH FOR</a:t>
            </a:r>
            <a:endParaRPr lang="en-US" sz="1000" dirty="0"/>
          </a:p>
          <a:p>
            <a:pPr indent="0" marL="0">
              <a:buNone/>
            </a:pPr>
            <a:r>
              <a:rPr lang="en-US" sz="1400" dirty="0">
                <a:solidFill>
                  <a:schemeClr val="tx1"/>
                </a:solidFill>
              </a:rPr>
              <a:t>Go easy with the dark green at first. It is easy to add more and hard to take away.</a:t>
            </a:r>
            <a:endParaRPr lang="en-US" sz="1000" dirty="0"/>
          </a:p>
        </p:txBody>
      </p:sp>
      <p:sp>
        <p:nvSpPr>
          <p:cNvPr id="10" name="Text 7"/>
          <p:cNvSpPr txBox="1"/>
          <p:nvPr/>
        </p:nvSpPr>
        <p:spPr>
          <a:xfrm>
            <a:off x="6277336" y="5285232"/>
            <a:ext cx="5182839" cy="201168"/>
          </a:xfrm>
          <a:prstGeom prst="rect">
            <a:avLst/>
          </a:prstGeom>
          <a:noFill/>
          <a:ln/>
        </p:spPr>
        <p:txBody>
          <a:bodyPr wrap="square" lIns="0" tIns="0" rIns="0" bIns="0" rtlCol="0" anchor="ctr"/>
          <a:lstStyle/>
          <a:p>
            <a:pPr indent="0" marL="0">
              <a:buNone/>
            </a:pPr>
            <a:r>
              <a:rPr lang="en-US" sz="1000" b="1" dirty="0">
                <a:solidFill>
                  <a:srgbClr val="6D7072"/>
                </a:solidFill>
              </a:rPr>
              <a:t>COLORS IN THIS STEP</a:t>
            </a:r>
            <a:endParaRPr lang="en-US" sz="1000" dirty="0"/>
          </a:p>
        </p:txBody>
      </p:sp>
      <p:sp>
        <p:nvSpPr>
          <p:cNvPr id="11" name="Swatch Dark leaf green"/>
          <p:cNvSpPr/>
          <p:nvPr/>
        </p:nvSpPr>
        <p:spPr>
          <a:xfrm>
            <a:off x="6277336" y="5532120"/>
            <a:ext cx="329184" cy="329184"/>
          </a:xfrm>
          <a:prstGeom prst="ellipse">
            <a:avLst/>
          </a:prstGeom>
          <a:solidFill>
            <a:srgbClr val="2D4216"/>
          </a:solidFill>
          <a:ln w="9525">
            <a:solidFill>
              <a:srgbClr val="D3D9CC"/>
            </a:solidFill>
            <a:prstDash val="solid"/>
          </a:ln>
        </p:spPr>
      </p:sp>
      <p:sp>
        <p:nvSpPr>
          <p:cNvPr id="12" name="Text 9"/>
          <p:cNvSpPr txBox="1"/>
          <p:nvPr/>
        </p:nvSpPr>
        <p:spPr>
          <a:xfrm>
            <a:off x="6688816" y="5504688"/>
            <a:ext cx="1270413" cy="384048"/>
          </a:xfrm>
          <a:prstGeom prst="rect">
            <a:avLst/>
          </a:prstGeom>
          <a:noFill/>
          <a:ln/>
        </p:spPr>
        <p:txBody>
          <a:bodyPr wrap="square" lIns="0" tIns="0" rIns="0" bIns="0" rtlCol="0" anchor="ctr"/>
          <a:lstStyle/>
          <a:p>
            <a:pPr indent="0" marL="0">
              <a:buNone/>
            </a:pPr>
            <a:r>
              <a:rPr lang="en-US" sz="1100" b="1" dirty="0">
                <a:solidFill>
                  <a:schemeClr val="tx1"/>
                </a:solidFill>
              </a:rPr>
              <a:t>Dark leaf green</a:t>
            </a:r>
            <a:endParaRPr lang="en-US" sz="1100" dirty="0"/>
          </a:p>
          <a:p>
            <a:pPr indent="0" marL="0">
              <a:buNone/>
            </a:pPr>
            <a:r>
              <a:rPr lang="en-US" sz="1000" dirty="0">
                <a:solidFill>
                  <a:srgbClr val="4A5058"/>
                </a:solidFill>
              </a:rPr>
              <a:t>#2D4216</a:t>
            </a:r>
            <a:endParaRPr lang="en-US" sz="1100" dirty="0"/>
          </a:p>
        </p:txBody>
      </p:sp>
      <p:sp>
        <p:nvSpPr>
          <p:cNvPr id="13" name="Shape 10"/>
          <p:cNvSpPr/>
          <p:nvPr/>
        </p:nvSpPr>
        <p:spPr>
          <a:xfrm>
            <a:off x="6312406" y="6176772"/>
            <a:ext cx="82296" cy="82296"/>
          </a:xfrm>
          <a:prstGeom prst="ellipse">
            <a:avLst/>
          </a:prstGeom>
          <a:solidFill>
            <a:srgbClr val="8E9A82"/>
          </a:solidFill>
          <a:ln/>
        </p:spPr>
      </p:sp>
      <p:sp>
        <p:nvSpPr>
          <p:cNvPr id="14" name="Shape 11"/>
          <p:cNvSpPr/>
          <p:nvPr/>
        </p:nvSpPr>
        <p:spPr>
          <a:xfrm>
            <a:off x="6464843" y="6176772"/>
            <a:ext cx="82296" cy="82296"/>
          </a:xfrm>
          <a:prstGeom prst="ellipse">
            <a:avLst/>
          </a:prstGeom>
          <a:solidFill>
            <a:srgbClr val="8E9A82"/>
          </a:solidFill>
          <a:ln/>
        </p:spPr>
      </p:sp>
      <p:sp>
        <p:nvSpPr>
          <p:cNvPr id="15" name="Shape 12"/>
          <p:cNvSpPr/>
          <p:nvPr/>
        </p:nvSpPr>
        <p:spPr>
          <a:xfrm>
            <a:off x="6617279" y="6176772"/>
            <a:ext cx="82296" cy="82296"/>
          </a:xfrm>
          <a:prstGeom prst="ellipse">
            <a:avLst/>
          </a:prstGeom>
          <a:solidFill>
            <a:srgbClr val="8E9A82"/>
          </a:solidFill>
          <a:ln/>
        </p:spPr>
      </p:sp>
      <p:sp>
        <p:nvSpPr>
          <p:cNvPr id="16" name="Shape 13"/>
          <p:cNvSpPr/>
          <p:nvPr/>
        </p:nvSpPr>
        <p:spPr>
          <a:xfrm>
            <a:off x="6769715" y="6176772"/>
            <a:ext cx="82296" cy="82296"/>
          </a:xfrm>
          <a:prstGeom prst="ellipse">
            <a:avLst/>
          </a:prstGeom>
          <a:solidFill>
            <a:srgbClr val="8E9A82"/>
          </a:solidFill>
          <a:ln/>
        </p:spPr>
      </p:sp>
      <p:sp>
        <p:nvSpPr>
          <p:cNvPr id="17" name="Shape 14"/>
          <p:cNvSpPr/>
          <p:nvPr/>
        </p:nvSpPr>
        <p:spPr>
          <a:xfrm>
            <a:off x="6922152" y="6176772"/>
            <a:ext cx="82296" cy="82296"/>
          </a:xfrm>
          <a:prstGeom prst="ellipse">
            <a:avLst/>
          </a:prstGeom>
          <a:solidFill>
            <a:srgbClr val="8E9A82"/>
          </a:solidFill>
          <a:ln/>
        </p:spPr>
      </p:sp>
      <p:sp>
        <p:nvSpPr>
          <p:cNvPr id="18" name="Shape 15"/>
          <p:cNvSpPr/>
          <p:nvPr/>
        </p:nvSpPr>
        <p:spPr>
          <a:xfrm>
            <a:off x="7074588" y="6176772"/>
            <a:ext cx="82296" cy="82296"/>
          </a:xfrm>
          <a:prstGeom prst="ellipse">
            <a:avLst/>
          </a:prstGeom>
          <a:solidFill>
            <a:srgbClr val="8E9A82"/>
          </a:solidFill>
          <a:ln/>
        </p:spPr>
      </p:sp>
      <p:sp>
        <p:nvSpPr>
          <p:cNvPr id="19" name="Shape 16"/>
          <p:cNvSpPr/>
          <p:nvPr/>
        </p:nvSpPr>
        <p:spPr>
          <a:xfrm>
            <a:off x="7227025" y="6176772"/>
            <a:ext cx="82296" cy="82296"/>
          </a:xfrm>
          <a:prstGeom prst="ellipse">
            <a:avLst/>
          </a:prstGeom>
          <a:solidFill>
            <a:srgbClr val="8E9A82"/>
          </a:solidFill>
          <a:ln/>
        </p:spPr>
      </p:sp>
      <p:sp>
        <p:nvSpPr>
          <p:cNvPr id="20" name="Shape 17"/>
          <p:cNvSpPr/>
          <p:nvPr/>
        </p:nvSpPr>
        <p:spPr>
          <a:xfrm>
            <a:off x="7379461" y="6176772"/>
            <a:ext cx="82296" cy="82296"/>
          </a:xfrm>
          <a:prstGeom prst="ellipse">
            <a:avLst/>
          </a:prstGeom>
          <a:solidFill>
            <a:srgbClr val="8E9A82"/>
          </a:solidFill>
          <a:ln/>
        </p:spPr>
      </p:sp>
      <p:sp>
        <p:nvSpPr>
          <p:cNvPr id="21" name="Shape 18"/>
          <p:cNvSpPr/>
          <p:nvPr/>
        </p:nvSpPr>
        <p:spPr>
          <a:xfrm>
            <a:off x="7531898" y="6176772"/>
            <a:ext cx="82296" cy="82296"/>
          </a:xfrm>
          <a:prstGeom prst="ellipse">
            <a:avLst/>
          </a:prstGeom>
          <a:solidFill>
            <a:srgbClr val="8E9A82"/>
          </a:solidFill>
          <a:ln/>
        </p:spPr>
      </p:sp>
      <p:sp>
        <p:nvSpPr>
          <p:cNvPr id="22" name="Shape 19"/>
          <p:cNvSpPr/>
          <p:nvPr/>
        </p:nvSpPr>
        <p:spPr>
          <a:xfrm>
            <a:off x="7684334" y="6176772"/>
            <a:ext cx="82296" cy="82296"/>
          </a:xfrm>
          <a:prstGeom prst="ellipse">
            <a:avLst/>
          </a:prstGeom>
          <a:solidFill>
            <a:srgbClr val="8E9A82"/>
          </a:solidFill>
          <a:ln/>
        </p:spPr>
      </p:sp>
      <p:sp>
        <p:nvSpPr>
          <p:cNvPr id="23" name="Shape 20"/>
          <p:cNvSpPr/>
          <p:nvPr/>
        </p:nvSpPr>
        <p:spPr>
          <a:xfrm>
            <a:off x="7836771" y="6176772"/>
            <a:ext cx="82296" cy="82296"/>
          </a:xfrm>
          <a:prstGeom prst="ellipse">
            <a:avLst/>
          </a:prstGeom>
          <a:solidFill>
            <a:srgbClr val="8E9A82"/>
          </a:solidFill>
          <a:ln/>
        </p:spPr>
      </p:sp>
      <p:sp>
        <p:nvSpPr>
          <p:cNvPr id="24" name="Shape 21"/>
          <p:cNvSpPr/>
          <p:nvPr/>
        </p:nvSpPr>
        <p:spPr>
          <a:xfrm>
            <a:off x="7989207" y="6176772"/>
            <a:ext cx="82296" cy="82296"/>
          </a:xfrm>
          <a:prstGeom prst="ellipse">
            <a:avLst/>
          </a:prstGeom>
          <a:solidFill>
            <a:srgbClr val="8E9A82"/>
          </a:solidFill>
          <a:ln/>
        </p:spPr>
      </p:sp>
      <p:sp>
        <p:nvSpPr>
          <p:cNvPr id="25" name="Shape 22"/>
          <p:cNvSpPr/>
          <p:nvPr/>
        </p:nvSpPr>
        <p:spPr>
          <a:xfrm>
            <a:off x="8141643" y="6176772"/>
            <a:ext cx="82296" cy="82296"/>
          </a:xfrm>
          <a:prstGeom prst="ellipse">
            <a:avLst/>
          </a:prstGeom>
          <a:solidFill>
            <a:srgbClr val="8E9A82"/>
          </a:solidFill>
          <a:ln/>
        </p:spPr>
      </p:sp>
      <p:sp>
        <p:nvSpPr>
          <p:cNvPr id="26" name="Shape 23"/>
          <p:cNvSpPr/>
          <p:nvPr/>
        </p:nvSpPr>
        <p:spPr>
          <a:xfrm>
            <a:off x="8294080" y="6176772"/>
            <a:ext cx="82296" cy="82296"/>
          </a:xfrm>
          <a:prstGeom prst="ellipse">
            <a:avLst/>
          </a:prstGeom>
          <a:solidFill>
            <a:srgbClr val="8E9A82"/>
          </a:solidFill>
          <a:ln/>
        </p:spPr>
      </p:sp>
      <p:sp>
        <p:nvSpPr>
          <p:cNvPr id="27" name="Shape 24"/>
          <p:cNvSpPr/>
          <p:nvPr/>
        </p:nvSpPr>
        <p:spPr>
          <a:xfrm>
            <a:off x="8446516" y="6176772"/>
            <a:ext cx="82296" cy="82296"/>
          </a:xfrm>
          <a:prstGeom prst="ellipse">
            <a:avLst/>
          </a:prstGeom>
          <a:solidFill>
            <a:srgbClr val="8E9A82"/>
          </a:solidFill>
          <a:ln/>
        </p:spPr>
      </p:sp>
      <p:sp>
        <p:nvSpPr>
          <p:cNvPr id="28" name="Shape 25"/>
          <p:cNvSpPr/>
          <p:nvPr/>
        </p:nvSpPr>
        <p:spPr>
          <a:xfrm>
            <a:off x="8598953" y="6176772"/>
            <a:ext cx="82296" cy="82296"/>
          </a:xfrm>
          <a:prstGeom prst="ellipse">
            <a:avLst/>
          </a:prstGeom>
          <a:solidFill>
            <a:srgbClr val="8E9A82"/>
          </a:solidFill>
          <a:ln/>
        </p:spPr>
      </p:sp>
      <p:sp>
        <p:nvSpPr>
          <p:cNvPr id="29" name="Shape 26"/>
          <p:cNvSpPr/>
          <p:nvPr/>
        </p:nvSpPr>
        <p:spPr>
          <a:xfrm>
            <a:off x="8751389" y="6176772"/>
            <a:ext cx="82296" cy="82296"/>
          </a:xfrm>
          <a:prstGeom prst="ellipse">
            <a:avLst/>
          </a:prstGeom>
          <a:solidFill>
            <a:srgbClr val="8E9A82"/>
          </a:solidFill>
          <a:ln/>
        </p:spPr>
      </p:sp>
      <p:sp>
        <p:nvSpPr>
          <p:cNvPr id="30" name="Shape 27"/>
          <p:cNvSpPr/>
          <p:nvPr/>
        </p:nvSpPr>
        <p:spPr>
          <a:xfrm>
            <a:off x="8903826" y="6176772"/>
            <a:ext cx="82296" cy="82296"/>
          </a:xfrm>
          <a:prstGeom prst="ellipse">
            <a:avLst/>
          </a:prstGeom>
          <a:solidFill>
            <a:srgbClr val="8E9A82"/>
          </a:solidFill>
          <a:ln/>
        </p:spPr>
      </p:sp>
      <p:sp>
        <p:nvSpPr>
          <p:cNvPr id="31" name="Shape 28"/>
          <p:cNvSpPr/>
          <p:nvPr/>
        </p:nvSpPr>
        <p:spPr>
          <a:xfrm>
            <a:off x="9019686" y="6140196"/>
            <a:ext cx="155448" cy="155448"/>
          </a:xfrm>
          <a:prstGeom prst="ellipse">
            <a:avLst/>
          </a:prstGeom>
          <a:solidFill>
            <a:srgbClr val="B4531A"/>
          </a:solidFill>
          <a:ln/>
        </p:spPr>
      </p:sp>
      <p:sp>
        <p:nvSpPr>
          <p:cNvPr id="32" name="Shape 29"/>
          <p:cNvSpPr/>
          <p:nvPr/>
        </p:nvSpPr>
        <p:spPr>
          <a:xfrm>
            <a:off x="9208699" y="6176772"/>
            <a:ext cx="82296" cy="82296"/>
          </a:xfrm>
          <a:prstGeom prst="ellipse">
            <a:avLst/>
          </a:prstGeom>
          <a:solidFill>
            <a:srgbClr val="D3D9CC"/>
          </a:solidFill>
          <a:ln/>
        </p:spPr>
      </p:sp>
      <p:sp>
        <p:nvSpPr>
          <p:cNvPr id="33" name="Shape 30"/>
          <p:cNvSpPr/>
          <p:nvPr/>
        </p:nvSpPr>
        <p:spPr>
          <a:xfrm>
            <a:off x="9361135" y="6176772"/>
            <a:ext cx="82296" cy="82296"/>
          </a:xfrm>
          <a:prstGeom prst="ellipse">
            <a:avLst/>
          </a:prstGeom>
          <a:solidFill>
            <a:srgbClr val="D3D9CC"/>
          </a:solidFill>
          <a:ln/>
        </p:spPr>
      </p:sp>
      <p:sp>
        <p:nvSpPr>
          <p:cNvPr id="34" name="Shape 31"/>
          <p:cNvSpPr/>
          <p:nvPr/>
        </p:nvSpPr>
        <p:spPr>
          <a:xfrm>
            <a:off x="9513572" y="6176772"/>
            <a:ext cx="82296" cy="82296"/>
          </a:xfrm>
          <a:prstGeom prst="ellipse">
            <a:avLst/>
          </a:prstGeom>
          <a:solidFill>
            <a:srgbClr val="D3D9CC"/>
          </a:solidFill>
          <a:ln/>
        </p:spPr>
      </p:sp>
      <p:sp>
        <p:nvSpPr>
          <p:cNvPr id="35" name="Shape 32"/>
          <p:cNvSpPr/>
          <p:nvPr/>
        </p:nvSpPr>
        <p:spPr>
          <a:xfrm>
            <a:off x="9666008" y="6176772"/>
            <a:ext cx="82296" cy="82296"/>
          </a:xfrm>
          <a:prstGeom prst="ellipse">
            <a:avLst/>
          </a:prstGeom>
          <a:solidFill>
            <a:srgbClr val="D3D9CC"/>
          </a:solidFill>
          <a:ln/>
        </p:spPr>
      </p:sp>
      <p:sp>
        <p:nvSpPr>
          <p:cNvPr id="36" name="Shape 33"/>
          <p:cNvSpPr/>
          <p:nvPr/>
        </p:nvSpPr>
        <p:spPr>
          <a:xfrm>
            <a:off x="9818444" y="6176772"/>
            <a:ext cx="82296" cy="82296"/>
          </a:xfrm>
          <a:prstGeom prst="ellipse">
            <a:avLst/>
          </a:prstGeom>
          <a:solidFill>
            <a:srgbClr val="D3D9CC"/>
          </a:solidFill>
          <a:ln/>
        </p:spPr>
      </p:sp>
      <p:sp>
        <p:nvSpPr>
          <p:cNvPr id="37" name="Shape 34"/>
          <p:cNvSpPr/>
          <p:nvPr/>
        </p:nvSpPr>
        <p:spPr>
          <a:xfrm>
            <a:off x="9970881" y="6176772"/>
            <a:ext cx="82296" cy="82296"/>
          </a:xfrm>
          <a:prstGeom prst="ellipse">
            <a:avLst/>
          </a:prstGeom>
          <a:solidFill>
            <a:srgbClr val="D3D9CC"/>
          </a:solidFill>
          <a:ln/>
        </p:spPr>
      </p:sp>
      <p:sp>
        <p:nvSpPr>
          <p:cNvPr id="38" name="Shape 35"/>
          <p:cNvSpPr/>
          <p:nvPr/>
        </p:nvSpPr>
        <p:spPr>
          <a:xfrm>
            <a:off x="10123317" y="6176772"/>
            <a:ext cx="82296" cy="82296"/>
          </a:xfrm>
          <a:prstGeom prst="ellipse">
            <a:avLst/>
          </a:prstGeom>
          <a:solidFill>
            <a:srgbClr val="D3D9CC"/>
          </a:solidFill>
          <a:ln/>
        </p:spPr>
      </p:sp>
      <p:sp>
        <p:nvSpPr>
          <p:cNvPr id="39" name="Shape 36"/>
          <p:cNvSpPr/>
          <p:nvPr/>
        </p:nvSpPr>
        <p:spPr>
          <a:xfrm>
            <a:off x="10275754" y="6176772"/>
            <a:ext cx="82296" cy="82296"/>
          </a:xfrm>
          <a:prstGeom prst="ellipse">
            <a:avLst/>
          </a:prstGeom>
          <a:solidFill>
            <a:srgbClr val="D3D9CC"/>
          </a:solidFill>
          <a:ln/>
        </p:spPr>
      </p:sp>
      <p:sp>
        <p:nvSpPr>
          <p:cNvPr id="40" name="Shape 37"/>
          <p:cNvSpPr/>
          <p:nvPr/>
        </p:nvSpPr>
        <p:spPr>
          <a:xfrm>
            <a:off x="10428190" y="6176772"/>
            <a:ext cx="82296" cy="82296"/>
          </a:xfrm>
          <a:prstGeom prst="ellipse">
            <a:avLst/>
          </a:prstGeom>
          <a:solidFill>
            <a:srgbClr val="D3D9CC"/>
          </a:solidFill>
          <a:ln/>
        </p:spPr>
      </p:sp>
      <p:sp>
        <p:nvSpPr>
          <p:cNvPr id="41" name="Shape 38"/>
          <p:cNvSpPr/>
          <p:nvPr/>
        </p:nvSpPr>
        <p:spPr>
          <a:xfrm>
            <a:off x="10580627" y="6176772"/>
            <a:ext cx="82296" cy="82296"/>
          </a:xfrm>
          <a:prstGeom prst="ellipse">
            <a:avLst/>
          </a:prstGeom>
          <a:solidFill>
            <a:srgbClr val="D3D9CC"/>
          </a:solidFill>
          <a:ln/>
        </p:spPr>
      </p:sp>
      <p:sp>
        <p:nvSpPr>
          <p:cNvPr id="42" name="Shape 39"/>
          <p:cNvSpPr/>
          <p:nvPr/>
        </p:nvSpPr>
        <p:spPr>
          <a:xfrm>
            <a:off x="10733063" y="6176772"/>
            <a:ext cx="82296" cy="82296"/>
          </a:xfrm>
          <a:prstGeom prst="ellipse">
            <a:avLst/>
          </a:prstGeom>
          <a:solidFill>
            <a:srgbClr val="D3D9CC"/>
          </a:solidFill>
          <a:ln/>
        </p:spPr>
      </p:sp>
      <p:sp>
        <p:nvSpPr>
          <p:cNvPr id="43" name="Shape 40"/>
          <p:cNvSpPr/>
          <p:nvPr/>
        </p:nvSpPr>
        <p:spPr>
          <a:xfrm>
            <a:off x="10885500" y="6176772"/>
            <a:ext cx="82296" cy="82296"/>
          </a:xfrm>
          <a:prstGeom prst="ellipse">
            <a:avLst/>
          </a:prstGeom>
          <a:solidFill>
            <a:srgbClr val="D3D9CC"/>
          </a:solidFill>
          <a:ln/>
        </p:spPr>
      </p:sp>
      <p:sp>
        <p:nvSpPr>
          <p:cNvPr id="44" name="Shape 41"/>
          <p:cNvSpPr/>
          <p:nvPr/>
        </p:nvSpPr>
        <p:spPr>
          <a:xfrm>
            <a:off x="11037936" y="6176772"/>
            <a:ext cx="82296" cy="82296"/>
          </a:xfrm>
          <a:prstGeom prst="ellipse">
            <a:avLst/>
          </a:prstGeom>
          <a:solidFill>
            <a:srgbClr val="D3D9CC"/>
          </a:solidFill>
          <a:ln/>
        </p:spPr>
      </p:sp>
      <p:sp>
        <p:nvSpPr>
          <p:cNvPr id="45" name="Shape 42"/>
          <p:cNvSpPr/>
          <p:nvPr/>
        </p:nvSpPr>
        <p:spPr>
          <a:xfrm>
            <a:off x="11190373" y="6176772"/>
            <a:ext cx="82296" cy="82296"/>
          </a:xfrm>
          <a:prstGeom prst="ellipse">
            <a:avLst/>
          </a:prstGeom>
          <a:solidFill>
            <a:srgbClr val="D3D9CC"/>
          </a:solidFill>
          <a:ln/>
        </p:spPr>
      </p:sp>
      <p:sp>
        <p:nvSpPr>
          <p:cNvPr id="46" name="Shape 43"/>
          <p:cNvSpPr/>
          <p:nvPr/>
        </p:nvSpPr>
        <p:spPr>
          <a:xfrm>
            <a:off x="11342809" y="6176772"/>
            <a:ext cx="82296" cy="82296"/>
          </a:xfrm>
          <a:prstGeom prst="ellipse">
            <a:avLst/>
          </a:prstGeom>
          <a:solidFill>
            <a:srgbClr val="D3D9CC"/>
          </a:solidFill>
          <a:ln/>
        </p:spPr>
      </p:sp>
      <p:sp>
        <p:nvSpPr>
          <p:cNvPr id="25" name="Slide Number Placeholder 0"/>
          <p:cNvSpPr>
            <a:spLocks noGrp="1"/>
          </p:cNvSpPr>
          <p:nvPr>
            <p:ph type="sldNum" sz="quarter" idx="4294967295"/>
          </p:nvPr>
        </p:nvSpPr>
        <p:spPr>
          <a:xfrm>
            <a:off x="11155680" y="6510528"/>
            <a:ext cx="548640" cy="228600"/>
          </a:xfrm>
          <a:prstGeom prst="rect">
            <a:avLst/>
          </a:prstGeom>
          <a:extLst>
            <a:ext uri="{C572A759-6A51-4108-AA02-DFA0A04FC94B}">
              <ma14:wrappingTextBoxFlag xmlns:ma14="http://schemas.microsoft.com/office/mac/drawingml/2011/main" val="0"/>
            </a:ext>
          </a:extLst>
        </p:spPr>
        <p:txBody>
          <a:bodyPr/>
          <a:lstStyle>
            <a:lvl1pPr>
              <a:defRPr sz="1000">
                <a:solidFill>
                  <a:srgbClr val="6D7072"/>
                </a:solidFill>
              </a:defRPr>
            </a:lvl1pPr>
          </a:lstStyle>
          <a:p>
            <a:pPr algn="r"/>
            <a:fld id="{F7021451-1387-4CA6-816F-3879F97B5CBC}" type="slidenum">
              <a:rPr b="0" lang="en-US"/>
              <a:t>24</a:t>
            </a:fld>
            <a:endParaRPr lang="en-US"/>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pic>
        <p:nvPicPr>
          <p:cNvPr id="2" name="Step 20 image" descr="Step 20: Keep adding green along the beds">    </p:cNvPr>
          <p:cNvPicPr>
            <a:picLocks noChangeAspect="1"/>
          </p:cNvPicPr>
          <p:nvPr/>
        </p:nvPicPr>
        <p:blipFill>
          <a:blip r:embed="rId1"/>
          <a:stretch>
            <a:fillRect/>
          </a:stretch>
        </p:blipFill>
        <p:spPr>
          <a:xfrm>
            <a:off x="457200" y="411480"/>
            <a:ext cx="5317216" cy="6035040"/>
          </a:xfrm>
          <a:prstGeom prst="rect">
            <a:avLst/>
          </a:prstGeom>
        </p:spPr>
      </p:pic>
      <p:sp>
        <p:nvSpPr>
          <p:cNvPr id="3" name="Stage chip"/>
          <p:cNvSpPr txBox="1"/>
          <p:nvPr/>
        </p:nvSpPr>
        <p:spPr>
          <a:xfrm>
            <a:off x="6277336" y="640080"/>
            <a:ext cx="2247595" cy="292608"/>
          </a:xfrm>
          <a:prstGeom prst="roundRect">
            <a:avLst>
              <a:gd name="adj" fmla="val 31250"/>
            </a:avLst>
          </a:prstGeom>
          <a:solidFill>
            <a:srgbClr val="B4531A"/>
          </a:solidFill>
          <a:ln/>
        </p:spPr>
        <p:txBody>
          <a:bodyPr wrap="square" lIns="0" tIns="0" rIns="0" bIns="0" rtlCol="0" anchor="ctr"/>
          <a:lstStyle/>
          <a:p>
            <a:pPr algn="ctr" indent="0" marL="0">
              <a:buNone/>
            </a:pPr>
            <a:r>
              <a:rPr lang="en-US" sz="1100" b="1" dirty="0">
                <a:solidFill>
                  <a:srgbClr val="FFFFFF"/>
                </a:solidFill>
              </a:rPr>
              <a:t>STAGE 5 · FLOWER BEDS</a:t>
            </a:r>
            <a:endParaRPr lang="en-US" sz="1100" dirty="0"/>
          </a:p>
        </p:txBody>
      </p:sp>
      <p:sp>
        <p:nvSpPr>
          <p:cNvPr id="4" name="Step counter"/>
          <p:cNvSpPr txBox="1"/>
          <p:nvPr/>
        </p:nvSpPr>
        <p:spPr>
          <a:xfrm>
            <a:off x="9905695" y="640080"/>
            <a:ext cx="1554480" cy="292608"/>
          </a:xfrm>
          <a:prstGeom prst="rect">
            <a:avLst/>
          </a:prstGeom>
          <a:noFill/>
          <a:ln/>
        </p:spPr>
        <p:txBody>
          <a:bodyPr wrap="square" lIns="0" tIns="0" rIns="0" bIns="0" rtlCol="0" anchor="ctr"/>
          <a:lstStyle/>
          <a:p>
            <a:pPr algn="r" indent="0" marL="0">
              <a:buNone/>
            </a:pPr>
            <a:r>
              <a:rPr lang="en-US" sz="1100" b="1" dirty="0">
                <a:solidFill>
                  <a:srgbClr val="6D7072"/>
                </a:solidFill>
              </a:rPr>
              <a:t>STEP 20 OF 34</a:t>
            </a:r>
            <a:endParaRPr lang="en-US" sz="1100" dirty="0"/>
          </a:p>
        </p:txBody>
      </p:sp>
      <p:sp>
        <p:nvSpPr>
          <p:cNvPr id="5" name="Text 1"/>
          <p:cNvSpPr/>
          <p:nvPr>
            <p:ph idx="101" type="title" hasCustomPrompt="1"/>
          </p:nvPr>
        </p:nvSpPr>
        <p:spPr>
          <a:xfrm>
            <a:off x="6277336" y="1051560"/>
            <a:ext cx="5182839" cy="868680"/>
          </a:xfrm>
          <a:prstGeom prst="rect">
            <a:avLst/>
          </a:prstGeom>
          <a:noFill/>
          <a:ln/>
        </p:spPr>
        <p:txBody>
          <a:bodyPr wrap="square" lIns="0" tIns="0" rIns="0" bIns="0" rtlCol="0" anchor="t"/>
          <a:lstStyle/>
          <a:p>
            <a:pPr algn="l" indent="0" marL="0">
              <a:buNone/>
            </a:pPr>
            <a:r>
              <a:rPr lang="en-US" sz="2600" b="1" dirty="0">
                <a:solidFill>
                  <a:schemeClr val="tx2"/>
                </a:solidFill>
              </a:rPr>
              <a:t>Keep adding green along the beds</a:t>
            </a:r>
            <a:endParaRPr lang="en-US" sz="2600" dirty="0"/>
          </a:p>
        </p:txBody>
      </p:sp>
      <p:sp>
        <p:nvSpPr>
          <p:cNvPr id="6" name="Text 3"/>
          <p:cNvSpPr txBox="1"/>
          <p:nvPr/>
        </p:nvSpPr>
        <p:spPr>
          <a:xfrm>
            <a:off x="6277336" y="2011680"/>
            <a:ext cx="2743200" cy="228600"/>
          </a:xfrm>
          <a:prstGeom prst="rect">
            <a:avLst/>
          </a:prstGeom>
          <a:noFill/>
          <a:ln/>
        </p:spPr>
        <p:txBody>
          <a:bodyPr wrap="square" lIns="0" tIns="0" rIns="0" bIns="0" rtlCol="0" anchor="ctr"/>
          <a:lstStyle/>
          <a:p>
            <a:pPr indent="0" marL="0">
              <a:buNone/>
            </a:pPr>
            <a:r>
              <a:rPr lang="en-US" sz="1100" b="1" dirty="0">
                <a:solidFill>
                  <a:srgbClr val="6D7072"/>
                </a:solidFill>
              </a:rPr>
              <a:t>WHAT TO DO</a:t>
            </a:r>
            <a:endParaRPr lang="en-US" sz="1100" dirty="0"/>
          </a:p>
        </p:txBody>
      </p:sp>
      <p:sp>
        <p:nvSpPr>
          <p:cNvPr id="7" name="Instructions"/>
          <p:cNvSpPr txBox="1"/>
          <p:nvPr/>
        </p:nvSpPr>
        <p:spPr>
          <a:xfrm>
            <a:off x="6277336" y="2286000"/>
            <a:ext cx="5182839" cy="1874520"/>
          </a:xfrm>
          <a:prstGeom prst="rect">
            <a:avLst/>
          </a:prstGeom>
          <a:noFill/>
          <a:ln/>
        </p:spPr>
        <p:txBody>
          <a:bodyPr wrap="square" lIns="0" tIns="0" rIns="0" bIns="0" rtlCol="0" anchor="t"/>
          <a:lstStyle/>
          <a:p>
            <a:pPr marL="203200" indent="-203200">
              <a:spcAft>
                <a:spcPts val="600"/>
              </a:spcAft>
              <a:buSzPct val="100000"/>
              <a:buChar char="•"/>
            </a:pPr>
            <a:r>
              <a:rPr lang="en-US" sz="1500" dirty="0">
                <a:solidFill>
                  <a:schemeClr val="tx1"/>
                </a:solidFill>
              </a:rPr>
              <a:t>Continue the green dabs up the right bed.</a:t>
            </a:r>
            <a:endParaRPr lang="en-US" sz="1500" dirty="0"/>
          </a:p>
          <a:p>
            <a:pPr marL="203200" indent="-203200">
              <a:spcAft>
                <a:spcPts val="600"/>
              </a:spcAft>
              <a:buSzPct val="100000"/>
              <a:buChar char="•"/>
            </a:pPr>
            <a:r>
              <a:rPr lang="en-US" sz="1500" dirty="0">
                <a:solidFill>
                  <a:schemeClr val="tx1"/>
                </a:solidFill>
              </a:rPr>
              <a:t>Move to the left bed and repeat, keeping the pattern random.</a:t>
            </a:r>
            <a:endParaRPr lang="en-US" sz="1500" dirty="0"/>
          </a:p>
        </p:txBody>
      </p:sp>
      <p:sp>
        <p:nvSpPr>
          <p:cNvPr id="8" name="Tip box"/>
          <p:cNvSpPr/>
          <p:nvPr/>
        </p:nvSpPr>
        <p:spPr>
          <a:xfrm>
            <a:off x="6277336" y="4224528"/>
            <a:ext cx="5182839" cy="932688"/>
          </a:xfrm>
          <a:prstGeom prst="roundRect">
            <a:avLst>
              <a:gd name="adj" fmla="val 7843"/>
            </a:avLst>
          </a:prstGeom>
          <a:solidFill>
            <a:srgbClr val="F2F4F0"/>
          </a:solidFill>
          <a:ln/>
        </p:spPr>
      </p:sp>
      <p:sp>
        <p:nvSpPr>
          <p:cNvPr id="9" name="Tip text"/>
          <p:cNvSpPr txBox="1"/>
          <p:nvPr/>
        </p:nvSpPr>
        <p:spPr>
          <a:xfrm>
            <a:off x="6414496" y="4261104"/>
            <a:ext cx="4908519" cy="859536"/>
          </a:xfrm>
          <a:prstGeom prst="rect">
            <a:avLst/>
          </a:prstGeom>
          <a:noFill/>
          <a:ln/>
        </p:spPr>
        <p:txBody>
          <a:bodyPr wrap="square" lIns="0" tIns="0" rIns="0" bIns="0" rtlCol="0" anchor="ctr"/>
          <a:lstStyle/>
          <a:p>
            <a:pPr indent="0" marL="0">
              <a:buNone/>
            </a:pPr>
            <a:r>
              <a:rPr lang="en-US" sz="1000" b="1" dirty="0">
                <a:solidFill>
                  <a:srgbClr val="B4531A"/>
                </a:solidFill>
              </a:rPr>
              <a:t>WATCH FOR</a:t>
            </a:r>
            <a:endParaRPr lang="en-US" sz="1000" dirty="0"/>
          </a:p>
          <a:p>
            <a:pPr indent="0" marL="0">
              <a:buNone/>
            </a:pPr>
            <a:r>
              <a:rPr lang="en-US" sz="1400" dirty="0">
                <a:solidFill>
                  <a:schemeClr val="tx1"/>
                </a:solidFill>
              </a:rPr>
              <a:t>Vary the size of the dabs. Even spacing looks mechanical.</a:t>
            </a:r>
            <a:endParaRPr lang="en-US" sz="1000" dirty="0"/>
          </a:p>
        </p:txBody>
      </p:sp>
      <p:sp>
        <p:nvSpPr>
          <p:cNvPr id="10" name="Text 7"/>
          <p:cNvSpPr txBox="1"/>
          <p:nvPr/>
        </p:nvSpPr>
        <p:spPr>
          <a:xfrm>
            <a:off x="6277336" y="5285232"/>
            <a:ext cx="5182839" cy="201168"/>
          </a:xfrm>
          <a:prstGeom prst="rect">
            <a:avLst/>
          </a:prstGeom>
          <a:noFill/>
          <a:ln/>
        </p:spPr>
        <p:txBody>
          <a:bodyPr wrap="square" lIns="0" tIns="0" rIns="0" bIns="0" rtlCol="0" anchor="ctr"/>
          <a:lstStyle/>
          <a:p>
            <a:pPr indent="0" marL="0">
              <a:buNone/>
            </a:pPr>
            <a:r>
              <a:rPr lang="en-US" sz="1000" b="1" dirty="0">
                <a:solidFill>
                  <a:srgbClr val="6D7072"/>
                </a:solidFill>
              </a:rPr>
              <a:t>COLORS IN THIS STEP</a:t>
            </a:r>
            <a:endParaRPr lang="en-US" sz="1000" dirty="0"/>
          </a:p>
        </p:txBody>
      </p:sp>
      <p:sp>
        <p:nvSpPr>
          <p:cNvPr id="11" name="Swatch Dark leaf green"/>
          <p:cNvSpPr/>
          <p:nvPr/>
        </p:nvSpPr>
        <p:spPr>
          <a:xfrm>
            <a:off x="6277336" y="5532120"/>
            <a:ext cx="329184" cy="329184"/>
          </a:xfrm>
          <a:prstGeom prst="ellipse">
            <a:avLst/>
          </a:prstGeom>
          <a:solidFill>
            <a:srgbClr val="2D4216"/>
          </a:solidFill>
          <a:ln w="9525">
            <a:solidFill>
              <a:srgbClr val="D3D9CC"/>
            </a:solidFill>
            <a:prstDash val="solid"/>
          </a:ln>
        </p:spPr>
      </p:sp>
      <p:sp>
        <p:nvSpPr>
          <p:cNvPr id="12" name="Text 9"/>
          <p:cNvSpPr txBox="1"/>
          <p:nvPr/>
        </p:nvSpPr>
        <p:spPr>
          <a:xfrm>
            <a:off x="6688816" y="5504688"/>
            <a:ext cx="1270413" cy="384048"/>
          </a:xfrm>
          <a:prstGeom prst="rect">
            <a:avLst/>
          </a:prstGeom>
          <a:noFill/>
          <a:ln/>
        </p:spPr>
        <p:txBody>
          <a:bodyPr wrap="square" lIns="0" tIns="0" rIns="0" bIns="0" rtlCol="0" anchor="ctr"/>
          <a:lstStyle/>
          <a:p>
            <a:pPr indent="0" marL="0">
              <a:buNone/>
            </a:pPr>
            <a:r>
              <a:rPr lang="en-US" sz="1100" b="1" dirty="0">
                <a:solidFill>
                  <a:schemeClr val="tx1"/>
                </a:solidFill>
              </a:rPr>
              <a:t>Dark leaf green</a:t>
            </a:r>
            <a:endParaRPr lang="en-US" sz="1100" dirty="0"/>
          </a:p>
          <a:p>
            <a:pPr indent="0" marL="0">
              <a:buNone/>
            </a:pPr>
            <a:r>
              <a:rPr lang="en-US" sz="1000" dirty="0">
                <a:solidFill>
                  <a:srgbClr val="4A5058"/>
                </a:solidFill>
              </a:rPr>
              <a:t>#2D4216</a:t>
            </a:r>
            <a:endParaRPr lang="en-US" sz="1100" dirty="0"/>
          </a:p>
        </p:txBody>
      </p:sp>
      <p:sp>
        <p:nvSpPr>
          <p:cNvPr id="13" name="Swatch Orange"/>
          <p:cNvSpPr/>
          <p:nvPr/>
        </p:nvSpPr>
        <p:spPr>
          <a:xfrm>
            <a:off x="8004949" y="5532120"/>
            <a:ext cx="329184" cy="329184"/>
          </a:xfrm>
          <a:prstGeom prst="ellipse">
            <a:avLst/>
          </a:prstGeom>
          <a:solidFill>
            <a:srgbClr val="E8853E"/>
          </a:solidFill>
          <a:ln w="9525">
            <a:solidFill>
              <a:srgbClr val="D3D9CC"/>
            </a:solidFill>
            <a:prstDash val="solid"/>
          </a:ln>
        </p:spPr>
      </p:sp>
      <p:sp>
        <p:nvSpPr>
          <p:cNvPr id="14" name="Text 11"/>
          <p:cNvSpPr txBox="1"/>
          <p:nvPr/>
        </p:nvSpPr>
        <p:spPr>
          <a:xfrm>
            <a:off x="8416429" y="5504688"/>
            <a:ext cx="1270413" cy="384048"/>
          </a:xfrm>
          <a:prstGeom prst="rect">
            <a:avLst/>
          </a:prstGeom>
          <a:noFill/>
          <a:ln/>
        </p:spPr>
        <p:txBody>
          <a:bodyPr wrap="square" lIns="0" tIns="0" rIns="0" bIns="0" rtlCol="0" anchor="ctr"/>
          <a:lstStyle/>
          <a:p>
            <a:pPr indent="0" marL="0">
              <a:buNone/>
            </a:pPr>
            <a:r>
              <a:rPr lang="en-US" sz="1100" b="1" dirty="0">
                <a:solidFill>
                  <a:schemeClr val="tx1"/>
                </a:solidFill>
              </a:rPr>
              <a:t>Orange</a:t>
            </a:r>
            <a:endParaRPr lang="en-US" sz="1100" dirty="0"/>
          </a:p>
          <a:p>
            <a:pPr indent="0" marL="0">
              <a:buNone/>
            </a:pPr>
            <a:r>
              <a:rPr lang="en-US" sz="1000" dirty="0">
                <a:solidFill>
                  <a:srgbClr val="4A5058"/>
                </a:solidFill>
              </a:rPr>
              <a:t>#E8853E</a:t>
            </a:r>
            <a:endParaRPr lang="en-US" sz="1100" dirty="0"/>
          </a:p>
        </p:txBody>
      </p:sp>
      <p:sp>
        <p:nvSpPr>
          <p:cNvPr id="15" name="Shape 12"/>
          <p:cNvSpPr/>
          <p:nvPr/>
        </p:nvSpPr>
        <p:spPr>
          <a:xfrm>
            <a:off x="6312406" y="6176772"/>
            <a:ext cx="82296" cy="82296"/>
          </a:xfrm>
          <a:prstGeom prst="ellipse">
            <a:avLst/>
          </a:prstGeom>
          <a:solidFill>
            <a:srgbClr val="8E9A82"/>
          </a:solidFill>
          <a:ln/>
        </p:spPr>
      </p:sp>
      <p:sp>
        <p:nvSpPr>
          <p:cNvPr id="16" name="Shape 13"/>
          <p:cNvSpPr/>
          <p:nvPr/>
        </p:nvSpPr>
        <p:spPr>
          <a:xfrm>
            <a:off x="6464843" y="6176772"/>
            <a:ext cx="82296" cy="82296"/>
          </a:xfrm>
          <a:prstGeom prst="ellipse">
            <a:avLst/>
          </a:prstGeom>
          <a:solidFill>
            <a:srgbClr val="8E9A82"/>
          </a:solidFill>
          <a:ln/>
        </p:spPr>
      </p:sp>
      <p:sp>
        <p:nvSpPr>
          <p:cNvPr id="17" name="Shape 14"/>
          <p:cNvSpPr/>
          <p:nvPr/>
        </p:nvSpPr>
        <p:spPr>
          <a:xfrm>
            <a:off x="6617279" y="6176772"/>
            <a:ext cx="82296" cy="82296"/>
          </a:xfrm>
          <a:prstGeom prst="ellipse">
            <a:avLst/>
          </a:prstGeom>
          <a:solidFill>
            <a:srgbClr val="8E9A82"/>
          </a:solidFill>
          <a:ln/>
        </p:spPr>
      </p:sp>
      <p:sp>
        <p:nvSpPr>
          <p:cNvPr id="18" name="Shape 15"/>
          <p:cNvSpPr/>
          <p:nvPr/>
        </p:nvSpPr>
        <p:spPr>
          <a:xfrm>
            <a:off x="6769715" y="6176772"/>
            <a:ext cx="82296" cy="82296"/>
          </a:xfrm>
          <a:prstGeom prst="ellipse">
            <a:avLst/>
          </a:prstGeom>
          <a:solidFill>
            <a:srgbClr val="8E9A82"/>
          </a:solidFill>
          <a:ln/>
        </p:spPr>
      </p:sp>
      <p:sp>
        <p:nvSpPr>
          <p:cNvPr id="19" name="Shape 16"/>
          <p:cNvSpPr/>
          <p:nvPr/>
        </p:nvSpPr>
        <p:spPr>
          <a:xfrm>
            <a:off x="6922152" y="6176772"/>
            <a:ext cx="82296" cy="82296"/>
          </a:xfrm>
          <a:prstGeom prst="ellipse">
            <a:avLst/>
          </a:prstGeom>
          <a:solidFill>
            <a:srgbClr val="8E9A82"/>
          </a:solidFill>
          <a:ln/>
        </p:spPr>
      </p:sp>
      <p:sp>
        <p:nvSpPr>
          <p:cNvPr id="20" name="Shape 17"/>
          <p:cNvSpPr/>
          <p:nvPr/>
        </p:nvSpPr>
        <p:spPr>
          <a:xfrm>
            <a:off x="7074588" y="6176772"/>
            <a:ext cx="82296" cy="82296"/>
          </a:xfrm>
          <a:prstGeom prst="ellipse">
            <a:avLst/>
          </a:prstGeom>
          <a:solidFill>
            <a:srgbClr val="8E9A82"/>
          </a:solidFill>
          <a:ln/>
        </p:spPr>
      </p:sp>
      <p:sp>
        <p:nvSpPr>
          <p:cNvPr id="21" name="Shape 18"/>
          <p:cNvSpPr/>
          <p:nvPr/>
        </p:nvSpPr>
        <p:spPr>
          <a:xfrm>
            <a:off x="7227025" y="6176772"/>
            <a:ext cx="82296" cy="82296"/>
          </a:xfrm>
          <a:prstGeom prst="ellipse">
            <a:avLst/>
          </a:prstGeom>
          <a:solidFill>
            <a:srgbClr val="8E9A82"/>
          </a:solidFill>
          <a:ln/>
        </p:spPr>
      </p:sp>
      <p:sp>
        <p:nvSpPr>
          <p:cNvPr id="22" name="Shape 19"/>
          <p:cNvSpPr/>
          <p:nvPr/>
        </p:nvSpPr>
        <p:spPr>
          <a:xfrm>
            <a:off x="7379461" y="6176772"/>
            <a:ext cx="82296" cy="82296"/>
          </a:xfrm>
          <a:prstGeom prst="ellipse">
            <a:avLst/>
          </a:prstGeom>
          <a:solidFill>
            <a:srgbClr val="8E9A82"/>
          </a:solidFill>
          <a:ln/>
        </p:spPr>
      </p:sp>
      <p:sp>
        <p:nvSpPr>
          <p:cNvPr id="23" name="Shape 20"/>
          <p:cNvSpPr/>
          <p:nvPr/>
        </p:nvSpPr>
        <p:spPr>
          <a:xfrm>
            <a:off x="7531898" y="6176772"/>
            <a:ext cx="82296" cy="82296"/>
          </a:xfrm>
          <a:prstGeom prst="ellipse">
            <a:avLst/>
          </a:prstGeom>
          <a:solidFill>
            <a:srgbClr val="8E9A82"/>
          </a:solidFill>
          <a:ln/>
        </p:spPr>
      </p:sp>
      <p:sp>
        <p:nvSpPr>
          <p:cNvPr id="24" name="Shape 21"/>
          <p:cNvSpPr/>
          <p:nvPr/>
        </p:nvSpPr>
        <p:spPr>
          <a:xfrm>
            <a:off x="7684334" y="6176772"/>
            <a:ext cx="82296" cy="82296"/>
          </a:xfrm>
          <a:prstGeom prst="ellipse">
            <a:avLst/>
          </a:prstGeom>
          <a:solidFill>
            <a:srgbClr val="8E9A82"/>
          </a:solidFill>
          <a:ln/>
        </p:spPr>
      </p:sp>
      <p:sp>
        <p:nvSpPr>
          <p:cNvPr id="25" name="Shape 22"/>
          <p:cNvSpPr/>
          <p:nvPr/>
        </p:nvSpPr>
        <p:spPr>
          <a:xfrm>
            <a:off x="7836771" y="6176772"/>
            <a:ext cx="82296" cy="82296"/>
          </a:xfrm>
          <a:prstGeom prst="ellipse">
            <a:avLst/>
          </a:prstGeom>
          <a:solidFill>
            <a:srgbClr val="8E9A82"/>
          </a:solidFill>
          <a:ln/>
        </p:spPr>
      </p:sp>
      <p:sp>
        <p:nvSpPr>
          <p:cNvPr id="26" name="Shape 23"/>
          <p:cNvSpPr/>
          <p:nvPr/>
        </p:nvSpPr>
        <p:spPr>
          <a:xfrm>
            <a:off x="7989207" y="6176772"/>
            <a:ext cx="82296" cy="82296"/>
          </a:xfrm>
          <a:prstGeom prst="ellipse">
            <a:avLst/>
          </a:prstGeom>
          <a:solidFill>
            <a:srgbClr val="8E9A82"/>
          </a:solidFill>
          <a:ln/>
        </p:spPr>
      </p:sp>
      <p:sp>
        <p:nvSpPr>
          <p:cNvPr id="27" name="Shape 24"/>
          <p:cNvSpPr/>
          <p:nvPr/>
        </p:nvSpPr>
        <p:spPr>
          <a:xfrm>
            <a:off x="8141643" y="6176772"/>
            <a:ext cx="82296" cy="82296"/>
          </a:xfrm>
          <a:prstGeom prst="ellipse">
            <a:avLst/>
          </a:prstGeom>
          <a:solidFill>
            <a:srgbClr val="8E9A82"/>
          </a:solidFill>
          <a:ln/>
        </p:spPr>
      </p:sp>
      <p:sp>
        <p:nvSpPr>
          <p:cNvPr id="28" name="Shape 25"/>
          <p:cNvSpPr/>
          <p:nvPr/>
        </p:nvSpPr>
        <p:spPr>
          <a:xfrm>
            <a:off x="8294080" y="6176772"/>
            <a:ext cx="82296" cy="82296"/>
          </a:xfrm>
          <a:prstGeom prst="ellipse">
            <a:avLst/>
          </a:prstGeom>
          <a:solidFill>
            <a:srgbClr val="8E9A82"/>
          </a:solidFill>
          <a:ln/>
        </p:spPr>
      </p:sp>
      <p:sp>
        <p:nvSpPr>
          <p:cNvPr id="29" name="Shape 26"/>
          <p:cNvSpPr/>
          <p:nvPr/>
        </p:nvSpPr>
        <p:spPr>
          <a:xfrm>
            <a:off x="8446516" y="6176772"/>
            <a:ext cx="82296" cy="82296"/>
          </a:xfrm>
          <a:prstGeom prst="ellipse">
            <a:avLst/>
          </a:prstGeom>
          <a:solidFill>
            <a:srgbClr val="8E9A82"/>
          </a:solidFill>
          <a:ln/>
        </p:spPr>
      </p:sp>
      <p:sp>
        <p:nvSpPr>
          <p:cNvPr id="30" name="Shape 27"/>
          <p:cNvSpPr/>
          <p:nvPr/>
        </p:nvSpPr>
        <p:spPr>
          <a:xfrm>
            <a:off x="8598953" y="6176772"/>
            <a:ext cx="82296" cy="82296"/>
          </a:xfrm>
          <a:prstGeom prst="ellipse">
            <a:avLst/>
          </a:prstGeom>
          <a:solidFill>
            <a:srgbClr val="8E9A82"/>
          </a:solidFill>
          <a:ln/>
        </p:spPr>
      </p:sp>
      <p:sp>
        <p:nvSpPr>
          <p:cNvPr id="31" name="Shape 28"/>
          <p:cNvSpPr/>
          <p:nvPr/>
        </p:nvSpPr>
        <p:spPr>
          <a:xfrm>
            <a:off x="8751389" y="6176772"/>
            <a:ext cx="82296" cy="82296"/>
          </a:xfrm>
          <a:prstGeom prst="ellipse">
            <a:avLst/>
          </a:prstGeom>
          <a:solidFill>
            <a:srgbClr val="8E9A82"/>
          </a:solidFill>
          <a:ln/>
        </p:spPr>
      </p:sp>
      <p:sp>
        <p:nvSpPr>
          <p:cNvPr id="32" name="Shape 29"/>
          <p:cNvSpPr/>
          <p:nvPr/>
        </p:nvSpPr>
        <p:spPr>
          <a:xfrm>
            <a:off x="8903826" y="6176772"/>
            <a:ext cx="82296" cy="82296"/>
          </a:xfrm>
          <a:prstGeom prst="ellipse">
            <a:avLst/>
          </a:prstGeom>
          <a:solidFill>
            <a:srgbClr val="8E9A82"/>
          </a:solidFill>
          <a:ln/>
        </p:spPr>
      </p:sp>
      <p:sp>
        <p:nvSpPr>
          <p:cNvPr id="33" name="Shape 30"/>
          <p:cNvSpPr/>
          <p:nvPr/>
        </p:nvSpPr>
        <p:spPr>
          <a:xfrm>
            <a:off x="9056262" y="6176772"/>
            <a:ext cx="82296" cy="82296"/>
          </a:xfrm>
          <a:prstGeom prst="ellipse">
            <a:avLst/>
          </a:prstGeom>
          <a:solidFill>
            <a:srgbClr val="8E9A82"/>
          </a:solidFill>
          <a:ln/>
        </p:spPr>
      </p:sp>
      <p:sp>
        <p:nvSpPr>
          <p:cNvPr id="34" name="Shape 31"/>
          <p:cNvSpPr/>
          <p:nvPr/>
        </p:nvSpPr>
        <p:spPr>
          <a:xfrm>
            <a:off x="9172123" y="6140196"/>
            <a:ext cx="155448" cy="155448"/>
          </a:xfrm>
          <a:prstGeom prst="ellipse">
            <a:avLst/>
          </a:prstGeom>
          <a:solidFill>
            <a:srgbClr val="B4531A"/>
          </a:solidFill>
          <a:ln/>
        </p:spPr>
      </p:sp>
      <p:sp>
        <p:nvSpPr>
          <p:cNvPr id="35" name="Shape 32"/>
          <p:cNvSpPr/>
          <p:nvPr/>
        </p:nvSpPr>
        <p:spPr>
          <a:xfrm>
            <a:off x="9361135" y="6176772"/>
            <a:ext cx="82296" cy="82296"/>
          </a:xfrm>
          <a:prstGeom prst="ellipse">
            <a:avLst/>
          </a:prstGeom>
          <a:solidFill>
            <a:srgbClr val="D3D9CC"/>
          </a:solidFill>
          <a:ln/>
        </p:spPr>
      </p:sp>
      <p:sp>
        <p:nvSpPr>
          <p:cNvPr id="36" name="Shape 33"/>
          <p:cNvSpPr/>
          <p:nvPr/>
        </p:nvSpPr>
        <p:spPr>
          <a:xfrm>
            <a:off x="9513572" y="6176772"/>
            <a:ext cx="82296" cy="82296"/>
          </a:xfrm>
          <a:prstGeom prst="ellipse">
            <a:avLst/>
          </a:prstGeom>
          <a:solidFill>
            <a:srgbClr val="D3D9CC"/>
          </a:solidFill>
          <a:ln/>
        </p:spPr>
      </p:sp>
      <p:sp>
        <p:nvSpPr>
          <p:cNvPr id="37" name="Shape 34"/>
          <p:cNvSpPr/>
          <p:nvPr/>
        </p:nvSpPr>
        <p:spPr>
          <a:xfrm>
            <a:off x="9666008" y="6176772"/>
            <a:ext cx="82296" cy="82296"/>
          </a:xfrm>
          <a:prstGeom prst="ellipse">
            <a:avLst/>
          </a:prstGeom>
          <a:solidFill>
            <a:srgbClr val="D3D9CC"/>
          </a:solidFill>
          <a:ln/>
        </p:spPr>
      </p:sp>
      <p:sp>
        <p:nvSpPr>
          <p:cNvPr id="38" name="Shape 35"/>
          <p:cNvSpPr/>
          <p:nvPr/>
        </p:nvSpPr>
        <p:spPr>
          <a:xfrm>
            <a:off x="9818444" y="6176772"/>
            <a:ext cx="82296" cy="82296"/>
          </a:xfrm>
          <a:prstGeom prst="ellipse">
            <a:avLst/>
          </a:prstGeom>
          <a:solidFill>
            <a:srgbClr val="D3D9CC"/>
          </a:solidFill>
          <a:ln/>
        </p:spPr>
      </p:sp>
      <p:sp>
        <p:nvSpPr>
          <p:cNvPr id="39" name="Shape 36"/>
          <p:cNvSpPr/>
          <p:nvPr/>
        </p:nvSpPr>
        <p:spPr>
          <a:xfrm>
            <a:off x="9970881" y="6176772"/>
            <a:ext cx="82296" cy="82296"/>
          </a:xfrm>
          <a:prstGeom prst="ellipse">
            <a:avLst/>
          </a:prstGeom>
          <a:solidFill>
            <a:srgbClr val="D3D9CC"/>
          </a:solidFill>
          <a:ln/>
        </p:spPr>
      </p:sp>
      <p:sp>
        <p:nvSpPr>
          <p:cNvPr id="40" name="Shape 37"/>
          <p:cNvSpPr/>
          <p:nvPr/>
        </p:nvSpPr>
        <p:spPr>
          <a:xfrm>
            <a:off x="10123317" y="6176772"/>
            <a:ext cx="82296" cy="82296"/>
          </a:xfrm>
          <a:prstGeom prst="ellipse">
            <a:avLst/>
          </a:prstGeom>
          <a:solidFill>
            <a:srgbClr val="D3D9CC"/>
          </a:solidFill>
          <a:ln/>
        </p:spPr>
      </p:sp>
      <p:sp>
        <p:nvSpPr>
          <p:cNvPr id="41" name="Shape 38"/>
          <p:cNvSpPr/>
          <p:nvPr/>
        </p:nvSpPr>
        <p:spPr>
          <a:xfrm>
            <a:off x="10275754" y="6176772"/>
            <a:ext cx="82296" cy="82296"/>
          </a:xfrm>
          <a:prstGeom prst="ellipse">
            <a:avLst/>
          </a:prstGeom>
          <a:solidFill>
            <a:srgbClr val="D3D9CC"/>
          </a:solidFill>
          <a:ln/>
        </p:spPr>
      </p:sp>
      <p:sp>
        <p:nvSpPr>
          <p:cNvPr id="42" name="Shape 39"/>
          <p:cNvSpPr/>
          <p:nvPr/>
        </p:nvSpPr>
        <p:spPr>
          <a:xfrm>
            <a:off x="10428190" y="6176772"/>
            <a:ext cx="82296" cy="82296"/>
          </a:xfrm>
          <a:prstGeom prst="ellipse">
            <a:avLst/>
          </a:prstGeom>
          <a:solidFill>
            <a:srgbClr val="D3D9CC"/>
          </a:solidFill>
          <a:ln/>
        </p:spPr>
      </p:sp>
      <p:sp>
        <p:nvSpPr>
          <p:cNvPr id="43" name="Shape 40"/>
          <p:cNvSpPr/>
          <p:nvPr/>
        </p:nvSpPr>
        <p:spPr>
          <a:xfrm>
            <a:off x="10580627" y="6176772"/>
            <a:ext cx="82296" cy="82296"/>
          </a:xfrm>
          <a:prstGeom prst="ellipse">
            <a:avLst/>
          </a:prstGeom>
          <a:solidFill>
            <a:srgbClr val="D3D9CC"/>
          </a:solidFill>
          <a:ln/>
        </p:spPr>
      </p:sp>
      <p:sp>
        <p:nvSpPr>
          <p:cNvPr id="44" name="Shape 41"/>
          <p:cNvSpPr/>
          <p:nvPr/>
        </p:nvSpPr>
        <p:spPr>
          <a:xfrm>
            <a:off x="10733063" y="6176772"/>
            <a:ext cx="82296" cy="82296"/>
          </a:xfrm>
          <a:prstGeom prst="ellipse">
            <a:avLst/>
          </a:prstGeom>
          <a:solidFill>
            <a:srgbClr val="D3D9CC"/>
          </a:solidFill>
          <a:ln/>
        </p:spPr>
      </p:sp>
      <p:sp>
        <p:nvSpPr>
          <p:cNvPr id="45" name="Shape 42"/>
          <p:cNvSpPr/>
          <p:nvPr/>
        </p:nvSpPr>
        <p:spPr>
          <a:xfrm>
            <a:off x="10885500" y="6176772"/>
            <a:ext cx="82296" cy="82296"/>
          </a:xfrm>
          <a:prstGeom prst="ellipse">
            <a:avLst/>
          </a:prstGeom>
          <a:solidFill>
            <a:srgbClr val="D3D9CC"/>
          </a:solidFill>
          <a:ln/>
        </p:spPr>
      </p:sp>
      <p:sp>
        <p:nvSpPr>
          <p:cNvPr id="46" name="Shape 43"/>
          <p:cNvSpPr/>
          <p:nvPr/>
        </p:nvSpPr>
        <p:spPr>
          <a:xfrm>
            <a:off x="11037936" y="6176772"/>
            <a:ext cx="82296" cy="82296"/>
          </a:xfrm>
          <a:prstGeom prst="ellipse">
            <a:avLst/>
          </a:prstGeom>
          <a:solidFill>
            <a:srgbClr val="D3D9CC"/>
          </a:solidFill>
          <a:ln/>
        </p:spPr>
      </p:sp>
      <p:sp>
        <p:nvSpPr>
          <p:cNvPr id="47" name="Shape 44"/>
          <p:cNvSpPr/>
          <p:nvPr/>
        </p:nvSpPr>
        <p:spPr>
          <a:xfrm>
            <a:off x="11190373" y="6176772"/>
            <a:ext cx="82296" cy="82296"/>
          </a:xfrm>
          <a:prstGeom prst="ellipse">
            <a:avLst/>
          </a:prstGeom>
          <a:solidFill>
            <a:srgbClr val="D3D9CC"/>
          </a:solidFill>
          <a:ln/>
        </p:spPr>
      </p:sp>
      <p:sp>
        <p:nvSpPr>
          <p:cNvPr id="48" name="Shape 45"/>
          <p:cNvSpPr/>
          <p:nvPr/>
        </p:nvSpPr>
        <p:spPr>
          <a:xfrm>
            <a:off x="11342809" y="6176772"/>
            <a:ext cx="82296" cy="82296"/>
          </a:xfrm>
          <a:prstGeom prst="ellipse">
            <a:avLst/>
          </a:prstGeom>
          <a:solidFill>
            <a:srgbClr val="D3D9CC"/>
          </a:solidFill>
          <a:ln/>
        </p:spPr>
      </p:sp>
      <p:sp>
        <p:nvSpPr>
          <p:cNvPr id="25" name="Slide Number Placeholder 0"/>
          <p:cNvSpPr>
            <a:spLocks noGrp="1"/>
          </p:cNvSpPr>
          <p:nvPr>
            <p:ph type="sldNum" sz="quarter" idx="4294967295"/>
          </p:nvPr>
        </p:nvSpPr>
        <p:spPr>
          <a:xfrm>
            <a:off x="11155680" y="6510528"/>
            <a:ext cx="548640" cy="228600"/>
          </a:xfrm>
          <a:prstGeom prst="rect">
            <a:avLst/>
          </a:prstGeom>
          <a:extLst>
            <a:ext uri="{C572A759-6A51-4108-AA02-DFA0A04FC94B}">
              <ma14:wrappingTextBoxFlag xmlns:ma14="http://schemas.microsoft.com/office/mac/drawingml/2011/main" val="0"/>
            </a:ext>
          </a:extLst>
        </p:spPr>
        <p:txBody>
          <a:bodyPr/>
          <a:lstStyle>
            <a:lvl1pPr>
              <a:defRPr sz="1000">
                <a:solidFill>
                  <a:srgbClr val="6D7072"/>
                </a:solidFill>
              </a:defRPr>
            </a:lvl1pPr>
          </a:lstStyle>
          <a:p>
            <a:pPr algn="r"/>
            <a:fld id="{F7021451-1387-4CA6-816F-3879F97B5CBC}" type="slidenum">
              <a:rPr b="0" lang="en-US"/>
              <a:t>25</a:t>
            </a:fld>
            <a:endParaRPr lang="en-US"/>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pic>
        <p:nvPicPr>
          <p:cNvPr id="2" name="Step 21 image" descr="Step 21: Finish the beds and define their edges">    </p:cNvPr>
          <p:cNvPicPr>
            <a:picLocks noChangeAspect="1"/>
          </p:cNvPicPr>
          <p:nvPr/>
        </p:nvPicPr>
        <p:blipFill>
          <a:blip r:embed="rId1"/>
          <a:stretch>
            <a:fillRect/>
          </a:stretch>
        </p:blipFill>
        <p:spPr>
          <a:xfrm>
            <a:off x="457200" y="411480"/>
            <a:ext cx="5317216" cy="6035040"/>
          </a:xfrm>
          <a:prstGeom prst="rect">
            <a:avLst/>
          </a:prstGeom>
        </p:spPr>
      </p:pic>
      <p:sp>
        <p:nvSpPr>
          <p:cNvPr id="3" name="Stage chip"/>
          <p:cNvSpPr txBox="1"/>
          <p:nvPr/>
        </p:nvSpPr>
        <p:spPr>
          <a:xfrm>
            <a:off x="6277336" y="640080"/>
            <a:ext cx="2247595" cy="292608"/>
          </a:xfrm>
          <a:prstGeom prst="roundRect">
            <a:avLst>
              <a:gd name="adj" fmla="val 31250"/>
            </a:avLst>
          </a:prstGeom>
          <a:solidFill>
            <a:srgbClr val="B4531A"/>
          </a:solidFill>
          <a:ln/>
        </p:spPr>
        <p:txBody>
          <a:bodyPr wrap="square" lIns="0" tIns="0" rIns="0" bIns="0" rtlCol="0" anchor="ctr"/>
          <a:lstStyle/>
          <a:p>
            <a:pPr algn="ctr" indent="0" marL="0">
              <a:buNone/>
            </a:pPr>
            <a:r>
              <a:rPr lang="en-US" sz="1100" b="1" dirty="0">
                <a:solidFill>
                  <a:srgbClr val="FFFFFF"/>
                </a:solidFill>
              </a:rPr>
              <a:t>STAGE 5 · FLOWER BEDS</a:t>
            </a:r>
            <a:endParaRPr lang="en-US" sz="1100" dirty="0"/>
          </a:p>
        </p:txBody>
      </p:sp>
      <p:sp>
        <p:nvSpPr>
          <p:cNvPr id="4" name="Step counter"/>
          <p:cNvSpPr txBox="1"/>
          <p:nvPr/>
        </p:nvSpPr>
        <p:spPr>
          <a:xfrm>
            <a:off x="9905695" y="640080"/>
            <a:ext cx="1554480" cy="292608"/>
          </a:xfrm>
          <a:prstGeom prst="rect">
            <a:avLst/>
          </a:prstGeom>
          <a:noFill/>
          <a:ln/>
        </p:spPr>
        <p:txBody>
          <a:bodyPr wrap="square" lIns="0" tIns="0" rIns="0" bIns="0" rtlCol="0" anchor="ctr"/>
          <a:lstStyle/>
          <a:p>
            <a:pPr algn="r" indent="0" marL="0">
              <a:buNone/>
            </a:pPr>
            <a:r>
              <a:rPr lang="en-US" sz="1100" b="1" dirty="0">
                <a:solidFill>
                  <a:srgbClr val="6D7072"/>
                </a:solidFill>
              </a:rPr>
              <a:t>STEP 21 OF 34</a:t>
            </a:r>
            <a:endParaRPr lang="en-US" sz="1100" dirty="0"/>
          </a:p>
        </p:txBody>
      </p:sp>
      <p:sp>
        <p:nvSpPr>
          <p:cNvPr id="5" name="Text 1"/>
          <p:cNvSpPr/>
          <p:nvPr>
            <p:ph idx="101" type="title" hasCustomPrompt="1"/>
          </p:nvPr>
        </p:nvSpPr>
        <p:spPr>
          <a:xfrm>
            <a:off x="6277336" y="1051560"/>
            <a:ext cx="5182839" cy="868680"/>
          </a:xfrm>
          <a:prstGeom prst="rect">
            <a:avLst/>
          </a:prstGeom>
          <a:noFill/>
          <a:ln/>
        </p:spPr>
        <p:txBody>
          <a:bodyPr wrap="square" lIns="0" tIns="0" rIns="0" bIns="0" rtlCol="0" anchor="t"/>
          <a:lstStyle/>
          <a:p>
            <a:pPr algn="l" indent="0" marL="0">
              <a:buNone/>
            </a:pPr>
            <a:r>
              <a:rPr lang="en-US" sz="2600" b="1" dirty="0">
                <a:solidFill>
                  <a:schemeClr val="tx2"/>
                </a:solidFill>
              </a:rPr>
              <a:t>Finish the beds and define their edges</a:t>
            </a:r>
            <a:endParaRPr lang="en-US" sz="2600" dirty="0"/>
          </a:p>
        </p:txBody>
      </p:sp>
      <p:sp>
        <p:nvSpPr>
          <p:cNvPr id="6" name="Text 3"/>
          <p:cNvSpPr txBox="1"/>
          <p:nvPr/>
        </p:nvSpPr>
        <p:spPr>
          <a:xfrm>
            <a:off x="6277336" y="2011680"/>
            <a:ext cx="2743200" cy="228600"/>
          </a:xfrm>
          <a:prstGeom prst="rect">
            <a:avLst/>
          </a:prstGeom>
          <a:noFill/>
          <a:ln/>
        </p:spPr>
        <p:txBody>
          <a:bodyPr wrap="square" lIns="0" tIns="0" rIns="0" bIns="0" rtlCol="0" anchor="ctr"/>
          <a:lstStyle/>
          <a:p>
            <a:pPr indent="0" marL="0">
              <a:buNone/>
            </a:pPr>
            <a:r>
              <a:rPr lang="en-US" sz="1100" b="1" dirty="0">
                <a:solidFill>
                  <a:srgbClr val="6D7072"/>
                </a:solidFill>
              </a:rPr>
              <a:t>WHAT TO DO</a:t>
            </a:r>
            <a:endParaRPr lang="en-US" sz="1100" dirty="0"/>
          </a:p>
        </p:txBody>
      </p:sp>
      <p:sp>
        <p:nvSpPr>
          <p:cNvPr id="7" name="Instructions"/>
          <p:cNvSpPr txBox="1"/>
          <p:nvPr/>
        </p:nvSpPr>
        <p:spPr>
          <a:xfrm>
            <a:off x="6277336" y="2286000"/>
            <a:ext cx="5182839" cy="1874520"/>
          </a:xfrm>
          <a:prstGeom prst="rect">
            <a:avLst/>
          </a:prstGeom>
          <a:noFill/>
          <a:ln/>
        </p:spPr>
        <p:txBody>
          <a:bodyPr wrap="square" lIns="0" tIns="0" rIns="0" bIns="0" rtlCol="0" anchor="t"/>
          <a:lstStyle/>
          <a:p>
            <a:pPr marL="203200" indent="-203200">
              <a:spcAft>
                <a:spcPts val="600"/>
              </a:spcAft>
              <a:buSzPct val="100000"/>
              <a:buChar char="•"/>
            </a:pPr>
            <a:r>
              <a:rPr lang="en-US" sz="1500" dirty="0">
                <a:solidFill>
                  <a:schemeClr val="tx1"/>
                </a:solidFill>
              </a:rPr>
              <a:t>Add dark green along the outer and bottom edges of each bed to define its shape.</a:t>
            </a:r>
            <a:endParaRPr lang="en-US" sz="1500" dirty="0"/>
          </a:p>
          <a:p>
            <a:pPr marL="203200" indent="-203200">
              <a:spcAft>
                <a:spcPts val="600"/>
              </a:spcAft>
              <a:buSzPct val="100000"/>
              <a:buChar char="•"/>
            </a:pPr>
            <a:r>
              <a:rPr lang="en-US" sz="1500" dirty="0">
                <a:solidFill>
                  <a:schemeClr val="tx1"/>
                </a:solidFill>
              </a:rPr>
              <a:t>Check that both beds look balanced: flowers in the middle, leaf-green around them.</a:t>
            </a:r>
            <a:endParaRPr lang="en-US" sz="1500" dirty="0"/>
          </a:p>
        </p:txBody>
      </p:sp>
      <p:sp>
        <p:nvSpPr>
          <p:cNvPr id="8" name="Tip box"/>
          <p:cNvSpPr/>
          <p:nvPr/>
        </p:nvSpPr>
        <p:spPr>
          <a:xfrm>
            <a:off x="6277336" y="4224528"/>
            <a:ext cx="5182839" cy="932688"/>
          </a:xfrm>
          <a:prstGeom prst="roundRect">
            <a:avLst>
              <a:gd name="adj" fmla="val 7843"/>
            </a:avLst>
          </a:prstGeom>
          <a:solidFill>
            <a:srgbClr val="F2F4F0"/>
          </a:solidFill>
          <a:ln/>
        </p:spPr>
      </p:sp>
      <p:sp>
        <p:nvSpPr>
          <p:cNvPr id="9" name="Tip text"/>
          <p:cNvSpPr txBox="1"/>
          <p:nvPr/>
        </p:nvSpPr>
        <p:spPr>
          <a:xfrm>
            <a:off x="6414496" y="4261104"/>
            <a:ext cx="4908519" cy="859536"/>
          </a:xfrm>
          <a:prstGeom prst="rect">
            <a:avLst/>
          </a:prstGeom>
          <a:noFill/>
          <a:ln/>
        </p:spPr>
        <p:txBody>
          <a:bodyPr wrap="square" lIns="0" tIns="0" rIns="0" bIns="0" rtlCol="0" anchor="ctr"/>
          <a:lstStyle/>
          <a:p>
            <a:pPr indent="0" marL="0">
              <a:buNone/>
            </a:pPr>
            <a:r>
              <a:rPr lang="en-US" sz="1000" b="1" dirty="0">
                <a:solidFill>
                  <a:srgbClr val="B4531A"/>
                </a:solidFill>
              </a:rPr>
              <a:t>WATCH FOR</a:t>
            </a:r>
            <a:endParaRPr lang="en-US" sz="1000" dirty="0"/>
          </a:p>
          <a:p>
            <a:pPr indent="0" marL="0">
              <a:buNone/>
            </a:pPr>
            <a:r>
              <a:rPr lang="en-US" sz="1400" dirty="0">
                <a:solidFill>
                  <a:schemeClr val="tx1"/>
                </a:solidFill>
              </a:rPr>
              <a:t>A short brown stroke for the first tree trunk appears at the right here. That is the next step.</a:t>
            </a:r>
            <a:endParaRPr lang="en-US" sz="1000" dirty="0"/>
          </a:p>
        </p:txBody>
      </p:sp>
      <p:sp>
        <p:nvSpPr>
          <p:cNvPr id="10" name="Text 7"/>
          <p:cNvSpPr txBox="1"/>
          <p:nvPr/>
        </p:nvSpPr>
        <p:spPr>
          <a:xfrm>
            <a:off x="6277336" y="5285232"/>
            <a:ext cx="5182839" cy="201168"/>
          </a:xfrm>
          <a:prstGeom prst="rect">
            <a:avLst/>
          </a:prstGeom>
          <a:noFill/>
          <a:ln/>
        </p:spPr>
        <p:txBody>
          <a:bodyPr wrap="square" lIns="0" tIns="0" rIns="0" bIns="0" rtlCol="0" anchor="ctr"/>
          <a:lstStyle/>
          <a:p>
            <a:pPr indent="0" marL="0">
              <a:buNone/>
            </a:pPr>
            <a:r>
              <a:rPr lang="en-US" sz="1000" b="1" dirty="0">
                <a:solidFill>
                  <a:srgbClr val="6D7072"/>
                </a:solidFill>
              </a:rPr>
              <a:t>COLORS IN THIS STEP</a:t>
            </a:r>
            <a:endParaRPr lang="en-US" sz="1000" dirty="0"/>
          </a:p>
        </p:txBody>
      </p:sp>
      <p:sp>
        <p:nvSpPr>
          <p:cNvPr id="11" name="Swatch Dark leaf green"/>
          <p:cNvSpPr/>
          <p:nvPr/>
        </p:nvSpPr>
        <p:spPr>
          <a:xfrm>
            <a:off x="6277336" y="5532120"/>
            <a:ext cx="329184" cy="329184"/>
          </a:xfrm>
          <a:prstGeom prst="ellipse">
            <a:avLst/>
          </a:prstGeom>
          <a:solidFill>
            <a:srgbClr val="2D4216"/>
          </a:solidFill>
          <a:ln w="9525">
            <a:solidFill>
              <a:srgbClr val="D3D9CC"/>
            </a:solidFill>
            <a:prstDash val="solid"/>
          </a:ln>
        </p:spPr>
      </p:sp>
      <p:sp>
        <p:nvSpPr>
          <p:cNvPr id="12" name="Text 9"/>
          <p:cNvSpPr txBox="1"/>
          <p:nvPr/>
        </p:nvSpPr>
        <p:spPr>
          <a:xfrm>
            <a:off x="6688816" y="5504688"/>
            <a:ext cx="1270413" cy="384048"/>
          </a:xfrm>
          <a:prstGeom prst="rect">
            <a:avLst/>
          </a:prstGeom>
          <a:noFill/>
          <a:ln/>
        </p:spPr>
        <p:txBody>
          <a:bodyPr wrap="square" lIns="0" tIns="0" rIns="0" bIns="0" rtlCol="0" anchor="ctr"/>
          <a:lstStyle/>
          <a:p>
            <a:pPr indent="0" marL="0">
              <a:buNone/>
            </a:pPr>
            <a:r>
              <a:rPr lang="en-US" sz="1100" b="1" dirty="0">
                <a:solidFill>
                  <a:schemeClr val="tx1"/>
                </a:solidFill>
              </a:rPr>
              <a:t>Dark leaf green</a:t>
            </a:r>
            <a:endParaRPr lang="en-US" sz="1100" dirty="0"/>
          </a:p>
          <a:p>
            <a:pPr indent="0" marL="0">
              <a:buNone/>
            </a:pPr>
            <a:r>
              <a:rPr lang="en-US" sz="1000" dirty="0">
                <a:solidFill>
                  <a:srgbClr val="4A5058"/>
                </a:solidFill>
              </a:rPr>
              <a:t>#2D4216</a:t>
            </a:r>
            <a:endParaRPr lang="en-US" sz="1100" dirty="0"/>
          </a:p>
        </p:txBody>
      </p:sp>
      <p:sp>
        <p:nvSpPr>
          <p:cNvPr id="13" name="Swatch Orange"/>
          <p:cNvSpPr/>
          <p:nvPr/>
        </p:nvSpPr>
        <p:spPr>
          <a:xfrm>
            <a:off x="8004949" y="5532120"/>
            <a:ext cx="329184" cy="329184"/>
          </a:xfrm>
          <a:prstGeom prst="ellipse">
            <a:avLst/>
          </a:prstGeom>
          <a:solidFill>
            <a:srgbClr val="E8853E"/>
          </a:solidFill>
          <a:ln w="9525">
            <a:solidFill>
              <a:srgbClr val="D3D9CC"/>
            </a:solidFill>
            <a:prstDash val="solid"/>
          </a:ln>
        </p:spPr>
      </p:sp>
      <p:sp>
        <p:nvSpPr>
          <p:cNvPr id="14" name="Text 11"/>
          <p:cNvSpPr txBox="1"/>
          <p:nvPr/>
        </p:nvSpPr>
        <p:spPr>
          <a:xfrm>
            <a:off x="8416429" y="5504688"/>
            <a:ext cx="1270413" cy="384048"/>
          </a:xfrm>
          <a:prstGeom prst="rect">
            <a:avLst/>
          </a:prstGeom>
          <a:noFill/>
          <a:ln/>
        </p:spPr>
        <p:txBody>
          <a:bodyPr wrap="square" lIns="0" tIns="0" rIns="0" bIns="0" rtlCol="0" anchor="ctr"/>
          <a:lstStyle/>
          <a:p>
            <a:pPr indent="0" marL="0">
              <a:buNone/>
            </a:pPr>
            <a:r>
              <a:rPr lang="en-US" sz="1100" b="1" dirty="0">
                <a:solidFill>
                  <a:schemeClr val="tx1"/>
                </a:solidFill>
              </a:rPr>
              <a:t>Orange</a:t>
            </a:r>
            <a:endParaRPr lang="en-US" sz="1100" dirty="0"/>
          </a:p>
          <a:p>
            <a:pPr indent="0" marL="0">
              <a:buNone/>
            </a:pPr>
            <a:r>
              <a:rPr lang="en-US" sz="1000" dirty="0">
                <a:solidFill>
                  <a:srgbClr val="4A5058"/>
                </a:solidFill>
              </a:rPr>
              <a:t>#E8853E</a:t>
            </a:r>
            <a:endParaRPr lang="en-US" sz="1100" dirty="0"/>
          </a:p>
        </p:txBody>
      </p:sp>
      <p:sp>
        <p:nvSpPr>
          <p:cNvPr id="15" name="Swatch Coral red"/>
          <p:cNvSpPr/>
          <p:nvPr/>
        </p:nvSpPr>
        <p:spPr>
          <a:xfrm>
            <a:off x="9732562" y="5532120"/>
            <a:ext cx="329184" cy="329184"/>
          </a:xfrm>
          <a:prstGeom prst="ellipse">
            <a:avLst/>
          </a:prstGeom>
          <a:solidFill>
            <a:srgbClr val="E3665D"/>
          </a:solidFill>
          <a:ln w="9525">
            <a:solidFill>
              <a:srgbClr val="D3D9CC"/>
            </a:solidFill>
            <a:prstDash val="solid"/>
          </a:ln>
        </p:spPr>
      </p:sp>
      <p:sp>
        <p:nvSpPr>
          <p:cNvPr id="16" name="Text 13"/>
          <p:cNvSpPr txBox="1"/>
          <p:nvPr/>
        </p:nvSpPr>
        <p:spPr>
          <a:xfrm>
            <a:off x="10144042" y="5504688"/>
            <a:ext cx="1270413" cy="384048"/>
          </a:xfrm>
          <a:prstGeom prst="rect">
            <a:avLst/>
          </a:prstGeom>
          <a:noFill/>
          <a:ln/>
        </p:spPr>
        <p:txBody>
          <a:bodyPr wrap="square" lIns="0" tIns="0" rIns="0" bIns="0" rtlCol="0" anchor="ctr"/>
          <a:lstStyle/>
          <a:p>
            <a:pPr indent="0" marL="0">
              <a:buNone/>
            </a:pPr>
            <a:r>
              <a:rPr lang="en-US" sz="1100" b="1" dirty="0">
                <a:solidFill>
                  <a:schemeClr val="tx1"/>
                </a:solidFill>
              </a:rPr>
              <a:t>Coral red</a:t>
            </a:r>
            <a:endParaRPr lang="en-US" sz="1100" dirty="0"/>
          </a:p>
          <a:p>
            <a:pPr indent="0" marL="0">
              <a:buNone/>
            </a:pPr>
            <a:r>
              <a:rPr lang="en-US" sz="1000" dirty="0">
                <a:solidFill>
                  <a:srgbClr val="4A5058"/>
                </a:solidFill>
              </a:rPr>
              <a:t>#E3665D</a:t>
            </a:r>
            <a:endParaRPr lang="en-US" sz="1100" dirty="0"/>
          </a:p>
        </p:txBody>
      </p:sp>
      <p:sp>
        <p:nvSpPr>
          <p:cNvPr id="17" name="Shape 14"/>
          <p:cNvSpPr/>
          <p:nvPr/>
        </p:nvSpPr>
        <p:spPr>
          <a:xfrm>
            <a:off x="6312406" y="6176772"/>
            <a:ext cx="82296" cy="82296"/>
          </a:xfrm>
          <a:prstGeom prst="ellipse">
            <a:avLst/>
          </a:prstGeom>
          <a:solidFill>
            <a:srgbClr val="8E9A82"/>
          </a:solidFill>
          <a:ln/>
        </p:spPr>
      </p:sp>
      <p:sp>
        <p:nvSpPr>
          <p:cNvPr id="18" name="Shape 15"/>
          <p:cNvSpPr/>
          <p:nvPr/>
        </p:nvSpPr>
        <p:spPr>
          <a:xfrm>
            <a:off x="6464843" y="6176772"/>
            <a:ext cx="82296" cy="82296"/>
          </a:xfrm>
          <a:prstGeom prst="ellipse">
            <a:avLst/>
          </a:prstGeom>
          <a:solidFill>
            <a:srgbClr val="8E9A82"/>
          </a:solidFill>
          <a:ln/>
        </p:spPr>
      </p:sp>
      <p:sp>
        <p:nvSpPr>
          <p:cNvPr id="19" name="Shape 16"/>
          <p:cNvSpPr/>
          <p:nvPr/>
        </p:nvSpPr>
        <p:spPr>
          <a:xfrm>
            <a:off x="6617279" y="6176772"/>
            <a:ext cx="82296" cy="82296"/>
          </a:xfrm>
          <a:prstGeom prst="ellipse">
            <a:avLst/>
          </a:prstGeom>
          <a:solidFill>
            <a:srgbClr val="8E9A82"/>
          </a:solidFill>
          <a:ln/>
        </p:spPr>
      </p:sp>
      <p:sp>
        <p:nvSpPr>
          <p:cNvPr id="20" name="Shape 17"/>
          <p:cNvSpPr/>
          <p:nvPr/>
        </p:nvSpPr>
        <p:spPr>
          <a:xfrm>
            <a:off x="6769715" y="6176772"/>
            <a:ext cx="82296" cy="82296"/>
          </a:xfrm>
          <a:prstGeom prst="ellipse">
            <a:avLst/>
          </a:prstGeom>
          <a:solidFill>
            <a:srgbClr val="8E9A82"/>
          </a:solidFill>
          <a:ln/>
        </p:spPr>
      </p:sp>
      <p:sp>
        <p:nvSpPr>
          <p:cNvPr id="21" name="Shape 18"/>
          <p:cNvSpPr/>
          <p:nvPr/>
        </p:nvSpPr>
        <p:spPr>
          <a:xfrm>
            <a:off x="6922152" y="6176772"/>
            <a:ext cx="82296" cy="82296"/>
          </a:xfrm>
          <a:prstGeom prst="ellipse">
            <a:avLst/>
          </a:prstGeom>
          <a:solidFill>
            <a:srgbClr val="8E9A82"/>
          </a:solidFill>
          <a:ln/>
        </p:spPr>
      </p:sp>
      <p:sp>
        <p:nvSpPr>
          <p:cNvPr id="22" name="Shape 19"/>
          <p:cNvSpPr/>
          <p:nvPr/>
        </p:nvSpPr>
        <p:spPr>
          <a:xfrm>
            <a:off x="7074588" y="6176772"/>
            <a:ext cx="82296" cy="82296"/>
          </a:xfrm>
          <a:prstGeom prst="ellipse">
            <a:avLst/>
          </a:prstGeom>
          <a:solidFill>
            <a:srgbClr val="8E9A82"/>
          </a:solidFill>
          <a:ln/>
        </p:spPr>
      </p:sp>
      <p:sp>
        <p:nvSpPr>
          <p:cNvPr id="23" name="Shape 20"/>
          <p:cNvSpPr/>
          <p:nvPr/>
        </p:nvSpPr>
        <p:spPr>
          <a:xfrm>
            <a:off x="7227025" y="6176772"/>
            <a:ext cx="82296" cy="82296"/>
          </a:xfrm>
          <a:prstGeom prst="ellipse">
            <a:avLst/>
          </a:prstGeom>
          <a:solidFill>
            <a:srgbClr val="8E9A82"/>
          </a:solidFill>
          <a:ln/>
        </p:spPr>
      </p:sp>
      <p:sp>
        <p:nvSpPr>
          <p:cNvPr id="24" name="Shape 21"/>
          <p:cNvSpPr/>
          <p:nvPr/>
        </p:nvSpPr>
        <p:spPr>
          <a:xfrm>
            <a:off x="7379461" y="6176772"/>
            <a:ext cx="82296" cy="82296"/>
          </a:xfrm>
          <a:prstGeom prst="ellipse">
            <a:avLst/>
          </a:prstGeom>
          <a:solidFill>
            <a:srgbClr val="8E9A82"/>
          </a:solidFill>
          <a:ln/>
        </p:spPr>
      </p:sp>
      <p:sp>
        <p:nvSpPr>
          <p:cNvPr id="25" name="Shape 22"/>
          <p:cNvSpPr/>
          <p:nvPr/>
        </p:nvSpPr>
        <p:spPr>
          <a:xfrm>
            <a:off x="7531898" y="6176772"/>
            <a:ext cx="82296" cy="82296"/>
          </a:xfrm>
          <a:prstGeom prst="ellipse">
            <a:avLst/>
          </a:prstGeom>
          <a:solidFill>
            <a:srgbClr val="8E9A82"/>
          </a:solidFill>
          <a:ln/>
        </p:spPr>
      </p:sp>
      <p:sp>
        <p:nvSpPr>
          <p:cNvPr id="26" name="Shape 23"/>
          <p:cNvSpPr/>
          <p:nvPr/>
        </p:nvSpPr>
        <p:spPr>
          <a:xfrm>
            <a:off x="7684334" y="6176772"/>
            <a:ext cx="82296" cy="82296"/>
          </a:xfrm>
          <a:prstGeom prst="ellipse">
            <a:avLst/>
          </a:prstGeom>
          <a:solidFill>
            <a:srgbClr val="8E9A82"/>
          </a:solidFill>
          <a:ln/>
        </p:spPr>
      </p:sp>
      <p:sp>
        <p:nvSpPr>
          <p:cNvPr id="27" name="Shape 24"/>
          <p:cNvSpPr/>
          <p:nvPr/>
        </p:nvSpPr>
        <p:spPr>
          <a:xfrm>
            <a:off x="7836771" y="6176772"/>
            <a:ext cx="82296" cy="82296"/>
          </a:xfrm>
          <a:prstGeom prst="ellipse">
            <a:avLst/>
          </a:prstGeom>
          <a:solidFill>
            <a:srgbClr val="8E9A82"/>
          </a:solidFill>
          <a:ln/>
        </p:spPr>
      </p:sp>
      <p:sp>
        <p:nvSpPr>
          <p:cNvPr id="28" name="Shape 25"/>
          <p:cNvSpPr/>
          <p:nvPr/>
        </p:nvSpPr>
        <p:spPr>
          <a:xfrm>
            <a:off x="7989207" y="6176772"/>
            <a:ext cx="82296" cy="82296"/>
          </a:xfrm>
          <a:prstGeom prst="ellipse">
            <a:avLst/>
          </a:prstGeom>
          <a:solidFill>
            <a:srgbClr val="8E9A82"/>
          </a:solidFill>
          <a:ln/>
        </p:spPr>
      </p:sp>
      <p:sp>
        <p:nvSpPr>
          <p:cNvPr id="29" name="Shape 26"/>
          <p:cNvSpPr/>
          <p:nvPr/>
        </p:nvSpPr>
        <p:spPr>
          <a:xfrm>
            <a:off x="8141643" y="6176772"/>
            <a:ext cx="82296" cy="82296"/>
          </a:xfrm>
          <a:prstGeom prst="ellipse">
            <a:avLst/>
          </a:prstGeom>
          <a:solidFill>
            <a:srgbClr val="8E9A82"/>
          </a:solidFill>
          <a:ln/>
        </p:spPr>
      </p:sp>
      <p:sp>
        <p:nvSpPr>
          <p:cNvPr id="30" name="Shape 27"/>
          <p:cNvSpPr/>
          <p:nvPr/>
        </p:nvSpPr>
        <p:spPr>
          <a:xfrm>
            <a:off x="8294080" y="6176772"/>
            <a:ext cx="82296" cy="82296"/>
          </a:xfrm>
          <a:prstGeom prst="ellipse">
            <a:avLst/>
          </a:prstGeom>
          <a:solidFill>
            <a:srgbClr val="8E9A82"/>
          </a:solidFill>
          <a:ln/>
        </p:spPr>
      </p:sp>
      <p:sp>
        <p:nvSpPr>
          <p:cNvPr id="31" name="Shape 28"/>
          <p:cNvSpPr/>
          <p:nvPr/>
        </p:nvSpPr>
        <p:spPr>
          <a:xfrm>
            <a:off x="8446516" y="6176772"/>
            <a:ext cx="82296" cy="82296"/>
          </a:xfrm>
          <a:prstGeom prst="ellipse">
            <a:avLst/>
          </a:prstGeom>
          <a:solidFill>
            <a:srgbClr val="8E9A82"/>
          </a:solidFill>
          <a:ln/>
        </p:spPr>
      </p:sp>
      <p:sp>
        <p:nvSpPr>
          <p:cNvPr id="32" name="Shape 29"/>
          <p:cNvSpPr/>
          <p:nvPr/>
        </p:nvSpPr>
        <p:spPr>
          <a:xfrm>
            <a:off x="8598953" y="6176772"/>
            <a:ext cx="82296" cy="82296"/>
          </a:xfrm>
          <a:prstGeom prst="ellipse">
            <a:avLst/>
          </a:prstGeom>
          <a:solidFill>
            <a:srgbClr val="8E9A82"/>
          </a:solidFill>
          <a:ln/>
        </p:spPr>
      </p:sp>
      <p:sp>
        <p:nvSpPr>
          <p:cNvPr id="33" name="Shape 30"/>
          <p:cNvSpPr/>
          <p:nvPr/>
        </p:nvSpPr>
        <p:spPr>
          <a:xfrm>
            <a:off x="8751389" y="6176772"/>
            <a:ext cx="82296" cy="82296"/>
          </a:xfrm>
          <a:prstGeom prst="ellipse">
            <a:avLst/>
          </a:prstGeom>
          <a:solidFill>
            <a:srgbClr val="8E9A82"/>
          </a:solidFill>
          <a:ln/>
        </p:spPr>
      </p:sp>
      <p:sp>
        <p:nvSpPr>
          <p:cNvPr id="34" name="Shape 31"/>
          <p:cNvSpPr/>
          <p:nvPr/>
        </p:nvSpPr>
        <p:spPr>
          <a:xfrm>
            <a:off x="8903826" y="6176772"/>
            <a:ext cx="82296" cy="82296"/>
          </a:xfrm>
          <a:prstGeom prst="ellipse">
            <a:avLst/>
          </a:prstGeom>
          <a:solidFill>
            <a:srgbClr val="8E9A82"/>
          </a:solidFill>
          <a:ln/>
        </p:spPr>
      </p:sp>
      <p:sp>
        <p:nvSpPr>
          <p:cNvPr id="35" name="Shape 32"/>
          <p:cNvSpPr/>
          <p:nvPr/>
        </p:nvSpPr>
        <p:spPr>
          <a:xfrm>
            <a:off x="9056262" y="6176772"/>
            <a:ext cx="82296" cy="82296"/>
          </a:xfrm>
          <a:prstGeom prst="ellipse">
            <a:avLst/>
          </a:prstGeom>
          <a:solidFill>
            <a:srgbClr val="8E9A82"/>
          </a:solidFill>
          <a:ln/>
        </p:spPr>
      </p:sp>
      <p:sp>
        <p:nvSpPr>
          <p:cNvPr id="36" name="Shape 33"/>
          <p:cNvSpPr/>
          <p:nvPr/>
        </p:nvSpPr>
        <p:spPr>
          <a:xfrm>
            <a:off x="9208699" y="6176772"/>
            <a:ext cx="82296" cy="82296"/>
          </a:xfrm>
          <a:prstGeom prst="ellipse">
            <a:avLst/>
          </a:prstGeom>
          <a:solidFill>
            <a:srgbClr val="8E9A82"/>
          </a:solidFill>
          <a:ln/>
        </p:spPr>
      </p:sp>
      <p:sp>
        <p:nvSpPr>
          <p:cNvPr id="37" name="Shape 34"/>
          <p:cNvSpPr/>
          <p:nvPr/>
        </p:nvSpPr>
        <p:spPr>
          <a:xfrm>
            <a:off x="9324559" y="6140196"/>
            <a:ext cx="155448" cy="155448"/>
          </a:xfrm>
          <a:prstGeom prst="ellipse">
            <a:avLst/>
          </a:prstGeom>
          <a:solidFill>
            <a:srgbClr val="B4531A"/>
          </a:solidFill>
          <a:ln/>
        </p:spPr>
      </p:sp>
      <p:sp>
        <p:nvSpPr>
          <p:cNvPr id="38" name="Shape 35"/>
          <p:cNvSpPr/>
          <p:nvPr/>
        </p:nvSpPr>
        <p:spPr>
          <a:xfrm>
            <a:off x="9513572" y="6176772"/>
            <a:ext cx="82296" cy="82296"/>
          </a:xfrm>
          <a:prstGeom prst="ellipse">
            <a:avLst/>
          </a:prstGeom>
          <a:solidFill>
            <a:srgbClr val="D3D9CC"/>
          </a:solidFill>
          <a:ln/>
        </p:spPr>
      </p:sp>
      <p:sp>
        <p:nvSpPr>
          <p:cNvPr id="39" name="Shape 36"/>
          <p:cNvSpPr/>
          <p:nvPr/>
        </p:nvSpPr>
        <p:spPr>
          <a:xfrm>
            <a:off x="9666008" y="6176772"/>
            <a:ext cx="82296" cy="82296"/>
          </a:xfrm>
          <a:prstGeom prst="ellipse">
            <a:avLst/>
          </a:prstGeom>
          <a:solidFill>
            <a:srgbClr val="D3D9CC"/>
          </a:solidFill>
          <a:ln/>
        </p:spPr>
      </p:sp>
      <p:sp>
        <p:nvSpPr>
          <p:cNvPr id="40" name="Shape 37"/>
          <p:cNvSpPr/>
          <p:nvPr/>
        </p:nvSpPr>
        <p:spPr>
          <a:xfrm>
            <a:off x="9818444" y="6176772"/>
            <a:ext cx="82296" cy="82296"/>
          </a:xfrm>
          <a:prstGeom prst="ellipse">
            <a:avLst/>
          </a:prstGeom>
          <a:solidFill>
            <a:srgbClr val="D3D9CC"/>
          </a:solidFill>
          <a:ln/>
        </p:spPr>
      </p:sp>
      <p:sp>
        <p:nvSpPr>
          <p:cNvPr id="41" name="Shape 38"/>
          <p:cNvSpPr/>
          <p:nvPr/>
        </p:nvSpPr>
        <p:spPr>
          <a:xfrm>
            <a:off x="9970881" y="6176772"/>
            <a:ext cx="82296" cy="82296"/>
          </a:xfrm>
          <a:prstGeom prst="ellipse">
            <a:avLst/>
          </a:prstGeom>
          <a:solidFill>
            <a:srgbClr val="D3D9CC"/>
          </a:solidFill>
          <a:ln/>
        </p:spPr>
      </p:sp>
      <p:sp>
        <p:nvSpPr>
          <p:cNvPr id="42" name="Shape 39"/>
          <p:cNvSpPr/>
          <p:nvPr/>
        </p:nvSpPr>
        <p:spPr>
          <a:xfrm>
            <a:off x="10123317" y="6176772"/>
            <a:ext cx="82296" cy="82296"/>
          </a:xfrm>
          <a:prstGeom prst="ellipse">
            <a:avLst/>
          </a:prstGeom>
          <a:solidFill>
            <a:srgbClr val="D3D9CC"/>
          </a:solidFill>
          <a:ln/>
        </p:spPr>
      </p:sp>
      <p:sp>
        <p:nvSpPr>
          <p:cNvPr id="43" name="Shape 40"/>
          <p:cNvSpPr/>
          <p:nvPr/>
        </p:nvSpPr>
        <p:spPr>
          <a:xfrm>
            <a:off x="10275754" y="6176772"/>
            <a:ext cx="82296" cy="82296"/>
          </a:xfrm>
          <a:prstGeom prst="ellipse">
            <a:avLst/>
          </a:prstGeom>
          <a:solidFill>
            <a:srgbClr val="D3D9CC"/>
          </a:solidFill>
          <a:ln/>
        </p:spPr>
      </p:sp>
      <p:sp>
        <p:nvSpPr>
          <p:cNvPr id="44" name="Shape 41"/>
          <p:cNvSpPr/>
          <p:nvPr/>
        </p:nvSpPr>
        <p:spPr>
          <a:xfrm>
            <a:off x="10428190" y="6176772"/>
            <a:ext cx="82296" cy="82296"/>
          </a:xfrm>
          <a:prstGeom prst="ellipse">
            <a:avLst/>
          </a:prstGeom>
          <a:solidFill>
            <a:srgbClr val="D3D9CC"/>
          </a:solidFill>
          <a:ln/>
        </p:spPr>
      </p:sp>
      <p:sp>
        <p:nvSpPr>
          <p:cNvPr id="45" name="Shape 42"/>
          <p:cNvSpPr/>
          <p:nvPr/>
        </p:nvSpPr>
        <p:spPr>
          <a:xfrm>
            <a:off x="10580627" y="6176772"/>
            <a:ext cx="82296" cy="82296"/>
          </a:xfrm>
          <a:prstGeom prst="ellipse">
            <a:avLst/>
          </a:prstGeom>
          <a:solidFill>
            <a:srgbClr val="D3D9CC"/>
          </a:solidFill>
          <a:ln/>
        </p:spPr>
      </p:sp>
      <p:sp>
        <p:nvSpPr>
          <p:cNvPr id="46" name="Shape 43"/>
          <p:cNvSpPr/>
          <p:nvPr/>
        </p:nvSpPr>
        <p:spPr>
          <a:xfrm>
            <a:off x="10733063" y="6176772"/>
            <a:ext cx="82296" cy="82296"/>
          </a:xfrm>
          <a:prstGeom prst="ellipse">
            <a:avLst/>
          </a:prstGeom>
          <a:solidFill>
            <a:srgbClr val="D3D9CC"/>
          </a:solidFill>
          <a:ln/>
        </p:spPr>
      </p:sp>
      <p:sp>
        <p:nvSpPr>
          <p:cNvPr id="47" name="Shape 44"/>
          <p:cNvSpPr/>
          <p:nvPr/>
        </p:nvSpPr>
        <p:spPr>
          <a:xfrm>
            <a:off x="10885500" y="6176772"/>
            <a:ext cx="82296" cy="82296"/>
          </a:xfrm>
          <a:prstGeom prst="ellipse">
            <a:avLst/>
          </a:prstGeom>
          <a:solidFill>
            <a:srgbClr val="D3D9CC"/>
          </a:solidFill>
          <a:ln/>
        </p:spPr>
      </p:sp>
      <p:sp>
        <p:nvSpPr>
          <p:cNvPr id="48" name="Shape 45"/>
          <p:cNvSpPr/>
          <p:nvPr/>
        </p:nvSpPr>
        <p:spPr>
          <a:xfrm>
            <a:off x="11037936" y="6176772"/>
            <a:ext cx="82296" cy="82296"/>
          </a:xfrm>
          <a:prstGeom prst="ellipse">
            <a:avLst/>
          </a:prstGeom>
          <a:solidFill>
            <a:srgbClr val="D3D9CC"/>
          </a:solidFill>
          <a:ln/>
        </p:spPr>
      </p:sp>
      <p:sp>
        <p:nvSpPr>
          <p:cNvPr id="49" name="Shape 46"/>
          <p:cNvSpPr/>
          <p:nvPr/>
        </p:nvSpPr>
        <p:spPr>
          <a:xfrm>
            <a:off x="11190373" y="6176772"/>
            <a:ext cx="82296" cy="82296"/>
          </a:xfrm>
          <a:prstGeom prst="ellipse">
            <a:avLst/>
          </a:prstGeom>
          <a:solidFill>
            <a:srgbClr val="D3D9CC"/>
          </a:solidFill>
          <a:ln/>
        </p:spPr>
      </p:sp>
      <p:sp>
        <p:nvSpPr>
          <p:cNvPr id="50" name="Shape 47"/>
          <p:cNvSpPr/>
          <p:nvPr/>
        </p:nvSpPr>
        <p:spPr>
          <a:xfrm>
            <a:off x="11342809" y="6176772"/>
            <a:ext cx="82296" cy="82296"/>
          </a:xfrm>
          <a:prstGeom prst="ellipse">
            <a:avLst/>
          </a:prstGeom>
          <a:solidFill>
            <a:srgbClr val="D3D9CC"/>
          </a:solidFill>
          <a:ln/>
        </p:spPr>
      </p:sp>
      <p:sp>
        <p:nvSpPr>
          <p:cNvPr id="25" name="Slide Number Placeholder 0"/>
          <p:cNvSpPr>
            <a:spLocks noGrp="1"/>
          </p:cNvSpPr>
          <p:nvPr>
            <p:ph type="sldNum" sz="quarter" idx="4294967295"/>
          </p:nvPr>
        </p:nvSpPr>
        <p:spPr>
          <a:xfrm>
            <a:off x="11155680" y="6510528"/>
            <a:ext cx="548640" cy="228600"/>
          </a:xfrm>
          <a:prstGeom prst="rect">
            <a:avLst/>
          </a:prstGeom>
          <a:extLst>
            <a:ext uri="{C572A759-6A51-4108-AA02-DFA0A04FC94B}">
              <ma14:wrappingTextBoxFlag xmlns:ma14="http://schemas.microsoft.com/office/mac/drawingml/2011/main" val="0"/>
            </a:ext>
          </a:extLst>
        </p:spPr>
        <p:txBody>
          <a:bodyPr/>
          <a:lstStyle>
            <a:lvl1pPr>
              <a:defRPr sz="1000">
                <a:solidFill>
                  <a:srgbClr val="6D7072"/>
                </a:solidFill>
              </a:defRPr>
            </a:lvl1pPr>
          </a:lstStyle>
          <a:p>
            <a:pPr algn="r"/>
            <a:fld id="{F7021451-1387-4CA6-816F-3879F97B5CBC}" type="slidenum">
              <a:rPr b="0" lang="en-US"/>
              <a:t>26</a:t>
            </a:fld>
            <a:endParaRPr lang="en-US"/>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pic>
        <p:nvPicPr>
          <p:cNvPr id="2" name="Step 22 image" descr="Step 22: Paint the first tree trunk">    </p:cNvPr>
          <p:cNvPicPr>
            <a:picLocks noChangeAspect="1"/>
          </p:cNvPicPr>
          <p:nvPr/>
        </p:nvPicPr>
        <p:blipFill>
          <a:blip r:embed="rId1"/>
          <a:stretch>
            <a:fillRect/>
          </a:stretch>
        </p:blipFill>
        <p:spPr>
          <a:xfrm>
            <a:off x="457200" y="411480"/>
            <a:ext cx="5317216" cy="6035040"/>
          </a:xfrm>
          <a:prstGeom prst="rect">
            <a:avLst/>
          </a:prstGeom>
        </p:spPr>
      </p:pic>
      <p:sp>
        <p:nvSpPr>
          <p:cNvPr id="3" name="Stage chip"/>
          <p:cNvSpPr txBox="1"/>
          <p:nvPr/>
        </p:nvSpPr>
        <p:spPr>
          <a:xfrm>
            <a:off x="6277336" y="640080"/>
            <a:ext cx="2247595" cy="292608"/>
          </a:xfrm>
          <a:prstGeom prst="roundRect">
            <a:avLst>
              <a:gd name="adj" fmla="val 31250"/>
            </a:avLst>
          </a:prstGeom>
          <a:solidFill>
            <a:srgbClr val="4B432B"/>
          </a:solidFill>
          <a:ln/>
        </p:spPr>
        <p:txBody>
          <a:bodyPr wrap="square" lIns="0" tIns="0" rIns="0" bIns="0" rtlCol="0" anchor="ctr"/>
          <a:lstStyle/>
          <a:p>
            <a:pPr algn="ctr" indent="0" marL="0">
              <a:buNone/>
            </a:pPr>
            <a:r>
              <a:rPr lang="en-US" sz="1100" b="1" dirty="0">
                <a:solidFill>
                  <a:srgbClr val="FFFFFF"/>
                </a:solidFill>
              </a:rPr>
              <a:t>STAGE 6 · TREE TRUNKS</a:t>
            </a:r>
            <a:endParaRPr lang="en-US" sz="1100" dirty="0"/>
          </a:p>
        </p:txBody>
      </p:sp>
      <p:sp>
        <p:nvSpPr>
          <p:cNvPr id="4" name="Step counter"/>
          <p:cNvSpPr txBox="1"/>
          <p:nvPr/>
        </p:nvSpPr>
        <p:spPr>
          <a:xfrm>
            <a:off x="9905695" y="640080"/>
            <a:ext cx="1554480" cy="292608"/>
          </a:xfrm>
          <a:prstGeom prst="rect">
            <a:avLst/>
          </a:prstGeom>
          <a:noFill/>
          <a:ln/>
        </p:spPr>
        <p:txBody>
          <a:bodyPr wrap="square" lIns="0" tIns="0" rIns="0" bIns="0" rtlCol="0" anchor="ctr"/>
          <a:lstStyle/>
          <a:p>
            <a:pPr algn="r" indent="0" marL="0">
              <a:buNone/>
            </a:pPr>
            <a:r>
              <a:rPr lang="en-US" sz="1100" b="1" dirty="0">
                <a:solidFill>
                  <a:srgbClr val="6D7072"/>
                </a:solidFill>
              </a:rPr>
              <a:t>STEP 22 OF 34</a:t>
            </a:r>
            <a:endParaRPr lang="en-US" sz="1100" dirty="0"/>
          </a:p>
        </p:txBody>
      </p:sp>
      <p:sp>
        <p:nvSpPr>
          <p:cNvPr id="5" name="Text 1"/>
          <p:cNvSpPr/>
          <p:nvPr>
            <p:ph idx="101" type="title" hasCustomPrompt="1"/>
          </p:nvPr>
        </p:nvSpPr>
        <p:spPr>
          <a:xfrm>
            <a:off x="6277336" y="1051560"/>
            <a:ext cx="5182839" cy="868680"/>
          </a:xfrm>
          <a:prstGeom prst="rect">
            <a:avLst/>
          </a:prstGeom>
          <a:noFill/>
          <a:ln/>
        </p:spPr>
        <p:txBody>
          <a:bodyPr wrap="square" lIns="0" tIns="0" rIns="0" bIns="0" rtlCol="0" anchor="t"/>
          <a:lstStyle/>
          <a:p>
            <a:pPr algn="l" indent="0" marL="0">
              <a:buNone/>
            </a:pPr>
            <a:r>
              <a:rPr lang="en-US" sz="2600" b="1" dirty="0">
                <a:solidFill>
                  <a:schemeClr val="tx2"/>
                </a:solidFill>
              </a:rPr>
              <a:t>Paint the first tree trunk</a:t>
            </a:r>
            <a:endParaRPr lang="en-US" sz="2600" dirty="0"/>
          </a:p>
        </p:txBody>
      </p:sp>
      <p:sp>
        <p:nvSpPr>
          <p:cNvPr id="6" name="Text 3"/>
          <p:cNvSpPr txBox="1"/>
          <p:nvPr/>
        </p:nvSpPr>
        <p:spPr>
          <a:xfrm>
            <a:off x="6277336" y="2011680"/>
            <a:ext cx="2743200" cy="228600"/>
          </a:xfrm>
          <a:prstGeom prst="rect">
            <a:avLst/>
          </a:prstGeom>
          <a:noFill/>
          <a:ln/>
        </p:spPr>
        <p:txBody>
          <a:bodyPr wrap="square" lIns="0" tIns="0" rIns="0" bIns="0" rtlCol="0" anchor="ctr"/>
          <a:lstStyle/>
          <a:p>
            <a:pPr indent="0" marL="0">
              <a:buNone/>
            </a:pPr>
            <a:r>
              <a:rPr lang="en-US" sz="1100" b="1" dirty="0">
                <a:solidFill>
                  <a:srgbClr val="6D7072"/>
                </a:solidFill>
              </a:rPr>
              <a:t>WHAT TO DO</a:t>
            </a:r>
            <a:endParaRPr lang="en-US" sz="1100" dirty="0"/>
          </a:p>
        </p:txBody>
      </p:sp>
      <p:sp>
        <p:nvSpPr>
          <p:cNvPr id="7" name="Instructions"/>
          <p:cNvSpPr txBox="1"/>
          <p:nvPr/>
        </p:nvSpPr>
        <p:spPr>
          <a:xfrm>
            <a:off x="6277336" y="2286000"/>
            <a:ext cx="5182839" cy="1874520"/>
          </a:xfrm>
          <a:prstGeom prst="rect">
            <a:avLst/>
          </a:prstGeom>
          <a:noFill/>
          <a:ln/>
        </p:spPr>
        <p:txBody>
          <a:bodyPr wrap="square" lIns="0" tIns="0" rIns="0" bIns="0" rtlCol="0" anchor="t"/>
          <a:lstStyle/>
          <a:p>
            <a:pPr marL="203200" indent="-203200">
              <a:spcAft>
                <a:spcPts val="600"/>
              </a:spcAft>
              <a:buSzPct val="100000"/>
              <a:buChar char="•"/>
            </a:pPr>
            <a:r>
              <a:rPr lang="en-US" sz="1500" dirty="0">
                <a:solidFill>
                  <a:schemeClr val="tx1"/>
                </a:solidFill>
              </a:rPr>
              <a:t>With brown on a thin round brush, pull a line up from the meadow edge on the right.</a:t>
            </a:r>
            <a:endParaRPr lang="en-US" sz="1500" dirty="0"/>
          </a:p>
          <a:p>
            <a:pPr marL="203200" indent="-203200">
              <a:spcAft>
                <a:spcPts val="600"/>
              </a:spcAft>
              <a:buSzPct val="100000"/>
              <a:buChar char="•"/>
            </a:pPr>
            <a:r>
              <a:rPr lang="en-US" sz="1500" dirty="0">
                <a:solidFill>
                  <a:schemeClr val="tx1"/>
                </a:solidFill>
              </a:rPr>
              <a:t>Trace the pencil trunk and let the line thin out as you go up.</a:t>
            </a:r>
            <a:endParaRPr lang="en-US" sz="1500" dirty="0"/>
          </a:p>
        </p:txBody>
      </p:sp>
      <p:sp>
        <p:nvSpPr>
          <p:cNvPr id="8" name="Tip box"/>
          <p:cNvSpPr/>
          <p:nvPr/>
        </p:nvSpPr>
        <p:spPr>
          <a:xfrm>
            <a:off x="6277336" y="4224528"/>
            <a:ext cx="5182839" cy="932688"/>
          </a:xfrm>
          <a:prstGeom prst="roundRect">
            <a:avLst>
              <a:gd name="adj" fmla="val 7843"/>
            </a:avLst>
          </a:prstGeom>
          <a:solidFill>
            <a:srgbClr val="F2F4F0"/>
          </a:solidFill>
          <a:ln/>
        </p:spPr>
      </p:sp>
      <p:sp>
        <p:nvSpPr>
          <p:cNvPr id="9" name="Tip text"/>
          <p:cNvSpPr txBox="1"/>
          <p:nvPr/>
        </p:nvSpPr>
        <p:spPr>
          <a:xfrm>
            <a:off x="6414496" y="4261104"/>
            <a:ext cx="4908519" cy="859536"/>
          </a:xfrm>
          <a:prstGeom prst="rect">
            <a:avLst/>
          </a:prstGeom>
          <a:noFill/>
          <a:ln/>
        </p:spPr>
        <p:txBody>
          <a:bodyPr wrap="square" lIns="0" tIns="0" rIns="0" bIns="0" rtlCol="0" anchor="ctr"/>
          <a:lstStyle/>
          <a:p>
            <a:pPr indent="0" marL="0">
              <a:buNone/>
            </a:pPr>
            <a:r>
              <a:rPr lang="en-US" sz="1000" b="1" dirty="0">
                <a:solidFill>
                  <a:srgbClr val="B4531A"/>
                </a:solidFill>
              </a:rPr>
              <a:t>WATCH FOR</a:t>
            </a:r>
            <a:endParaRPr lang="en-US" sz="1000" dirty="0"/>
          </a:p>
          <a:p>
            <a:pPr indent="0" marL="0">
              <a:buNone/>
            </a:pPr>
            <a:r>
              <a:rPr lang="en-US" sz="1400" dirty="0">
                <a:solidFill>
                  <a:schemeClr val="tx1"/>
                </a:solidFill>
              </a:rPr>
              <a:t>Real trunks are not ruler-straight. A slightly wavy line looks natural.</a:t>
            </a:r>
            <a:endParaRPr lang="en-US" sz="1000" dirty="0"/>
          </a:p>
        </p:txBody>
      </p:sp>
      <p:sp>
        <p:nvSpPr>
          <p:cNvPr id="10" name="Text 7"/>
          <p:cNvSpPr txBox="1"/>
          <p:nvPr/>
        </p:nvSpPr>
        <p:spPr>
          <a:xfrm>
            <a:off x="6277336" y="5285232"/>
            <a:ext cx="5182839" cy="201168"/>
          </a:xfrm>
          <a:prstGeom prst="rect">
            <a:avLst/>
          </a:prstGeom>
          <a:noFill/>
          <a:ln/>
        </p:spPr>
        <p:txBody>
          <a:bodyPr wrap="square" lIns="0" tIns="0" rIns="0" bIns="0" rtlCol="0" anchor="ctr"/>
          <a:lstStyle/>
          <a:p>
            <a:pPr indent="0" marL="0">
              <a:buNone/>
            </a:pPr>
            <a:r>
              <a:rPr lang="en-US" sz="1000" b="1" dirty="0">
                <a:solidFill>
                  <a:srgbClr val="6D7072"/>
                </a:solidFill>
              </a:rPr>
              <a:t>COLORS IN THIS STEP</a:t>
            </a:r>
            <a:endParaRPr lang="en-US" sz="1000" dirty="0"/>
          </a:p>
        </p:txBody>
      </p:sp>
      <p:sp>
        <p:nvSpPr>
          <p:cNvPr id="11" name="Swatch Dark brown"/>
          <p:cNvSpPr/>
          <p:nvPr/>
        </p:nvSpPr>
        <p:spPr>
          <a:xfrm>
            <a:off x="6277336" y="5532120"/>
            <a:ext cx="329184" cy="329184"/>
          </a:xfrm>
          <a:prstGeom prst="ellipse">
            <a:avLst/>
          </a:prstGeom>
          <a:solidFill>
            <a:srgbClr val="4B432B"/>
          </a:solidFill>
          <a:ln w="9525">
            <a:solidFill>
              <a:srgbClr val="D3D9CC"/>
            </a:solidFill>
            <a:prstDash val="solid"/>
          </a:ln>
        </p:spPr>
      </p:sp>
      <p:sp>
        <p:nvSpPr>
          <p:cNvPr id="12" name="Text 9"/>
          <p:cNvSpPr txBox="1"/>
          <p:nvPr/>
        </p:nvSpPr>
        <p:spPr>
          <a:xfrm>
            <a:off x="6688816" y="5504688"/>
            <a:ext cx="1270413" cy="384048"/>
          </a:xfrm>
          <a:prstGeom prst="rect">
            <a:avLst/>
          </a:prstGeom>
          <a:noFill/>
          <a:ln/>
        </p:spPr>
        <p:txBody>
          <a:bodyPr wrap="square" lIns="0" tIns="0" rIns="0" bIns="0" rtlCol="0" anchor="ctr"/>
          <a:lstStyle/>
          <a:p>
            <a:pPr indent="0" marL="0">
              <a:buNone/>
            </a:pPr>
            <a:r>
              <a:rPr lang="en-US" sz="1100" b="1" dirty="0">
                <a:solidFill>
                  <a:schemeClr val="tx1"/>
                </a:solidFill>
              </a:rPr>
              <a:t>Dark brown</a:t>
            </a:r>
            <a:endParaRPr lang="en-US" sz="1100" dirty="0"/>
          </a:p>
          <a:p>
            <a:pPr indent="0" marL="0">
              <a:buNone/>
            </a:pPr>
            <a:r>
              <a:rPr lang="en-US" sz="1000" dirty="0">
                <a:solidFill>
                  <a:srgbClr val="4A5058"/>
                </a:solidFill>
              </a:rPr>
              <a:t>#4B432B</a:t>
            </a:r>
            <a:endParaRPr lang="en-US" sz="1100" dirty="0"/>
          </a:p>
        </p:txBody>
      </p:sp>
      <p:sp>
        <p:nvSpPr>
          <p:cNvPr id="13" name="Shape 10"/>
          <p:cNvSpPr/>
          <p:nvPr/>
        </p:nvSpPr>
        <p:spPr>
          <a:xfrm>
            <a:off x="6312406" y="6176772"/>
            <a:ext cx="82296" cy="82296"/>
          </a:xfrm>
          <a:prstGeom prst="ellipse">
            <a:avLst/>
          </a:prstGeom>
          <a:solidFill>
            <a:srgbClr val="8E9A82"/>
          </a:solidFill>
          <a:ln/>
        </p:spPr>
      </p:sp>
      <p:sp>
        <p:nvSpPr>
          <p:cNvPr id="14" name="Shape 11"/>
          <p:cNvSpPr/>
          <p:nvPr/>
        </p:nvSpPr>
        <p:spPr>
          <a:xfrm>
            <a:off x="6464843" y="6176772"/>
            <a:ext cx="82296" cy="82296"/>
          </a:xfrm>
          <a:prstGeom prst="ellipse">
            <a:avLst/>
          </a:prstGeom>
          <a:solidFill>
            <a:srgbClr val="8E9A82"/>
          </a:solidFill>
          <a:ln/>
        </p:spPr>
      </p:sp>
      <p:sp>
        <p:nvSpPr>
          <p:cNvPr id="15" name="Shape 12"/>
          <p:cNvSpPr/>
          <p:nvPr/>
        </p:nvSpPr>
        <p:spPr>
          <a:xfrm>
            <a:off x="6617279" y="6176772"/>
            <a:ext cx="82296" cy="82296"/>
          </a:xfrm>
          <a:prstGeom prst="ellipse">
            <a:avLst/>
          </a:prstGeom>
          <a:solidFill>
            <a:srgbClr val="8E9A82"/>
          </a:solidFill>
          <a:ln/>
        </p:spPr>
      </p:sp>
      <p:sp>
        <p:nvSpPr>
          <p:cNvPr id="16" name="Shape 13"/>
          <p:cNvSpPr/>
          <p:nvPr/>
        </p:nvSpPr>
        <p:spPr>
          <a:xfrm>
            <a:off x="6769715" y="6176772"/>
            <a:ext cx="82296" cy="82296"/>
          </a:xfrm>
          <a:prstGeom prst="ellipse">
            <a:avLst/>
          </a:prstGeom>
          <a:solidFill>
            <a:srgbClr val="8E9A82"/>
          </a:solidFill>
          <a:ln/>
        </p:spPr>
      </p:sp>
      <p:sp>
        <p:nvSpPr>
          <p:cNvPr id="17" name="Shape 14"/>
          <p:cNvSpPr/>
          <p:nvPr/>
        </p:nvSpPr>
        <p:spPr>
          <a:xfrm>
            <a:off x="6922152" y="6176772"/>
            <a:ext cx="82296" cy="82296"/>
          </a:xfrm>
          <a:prstGeom prst="ellipse">
            <a:avLst/>
          </a:prstGeom>
          <a:solidFill>
            <a:srgbClr val="8E9A82"/>
          </a:solidFill>
          <a:ln/>
        </p:spPr>
      </p:sp>
      <p:sp>
        <p:nvSpPr>
          <p:cNvPr id="18" name="Shape 15"/>
          <p:cNvSpPr/>
          <p:nvPr/>
        </p:nvSpPr>
        <p:spPr>
          <a:xfrm>
            <a:off x="7074588" y="6176772"/>
            <a:ext cx="82296" cy="82296"/>
          </a:xfrm>
          <a:prstGeom prst="ellipse">
            <a:avLst/>
          </a:prstGeom>
          <a:solidFill>
            <a:srgbClr val="8E9A82"/>
          </a:solidFill>
          <a:ln/>
        </p:spPr>
      </p:sp>
      <p:sp>
        <p:nvSpPr>
          <p:cNvPr id="19" name="Shape 16"/>
          <p:cNvSpPr/>
          <p:nvPr/>
        </p:nvSpPr>
        <p:spPr>
          <a:xfrm>
            <a:off x="7227025" y="6176772"/>
            <a:ext cx="82296" cy="82296"/>
          </a:xfrm>
          <a:prstGeom prst="ellipse">
            <a:avLst/>
          </a:prstGeom>
          <a:solidFill>
            <a:srgbClr val="8E9A82"/>
          </a:solidFill>
          <a:ln/>
        </p:spPr>
      </p:sp>
      <p:sp>
        <p:nvSpPr>
          <p:cNvPr id="20" name="Shape 17"/>
          <p:cNvSpPr/>
          <p:nvPr/>
        </p:nvSpPr>
        <p:spPr>
          <a:xfrm>
            <a:off x="7379461" y="6176772"/>
            <a:ext cx="82296" cy="82296"/>
          </a:xfrm>
          <a:prstGeom prst="ellipse">
            <a:avLst/>
          </a:prstGeom>
          <a:solidFill>
            <a:srgbClr val="8E9A82"/>
          </a:solidFill>
          <a:ln/>
        </p:spPr>
      </p:sp>
      <p:sp>
        <p:nvSpPr>
          <p:cNvPr id="21" name="Shape 18"/>
          <p:cNvSpPr/>
          <p:nvPr/>
        </p:nvSpPr>
        <p:spPr>
          <a:xfrm>
            <a:off x="7531898" y="6176772"/>
            <a:ext cx="82296" cy="82296"/>
          </a:xfrm>
          <a:prstGeom prst="ellipse">
            <a:avLst/>
          </a:prstGeom>
          <a:solidFill>
            <a:srgbClr val="8E9A82"/>
          </a:solidFill>
          <a:ln/>
        </p:spPr>
      </p:sp>
      <p:sp>
        <p:nvSpPr>
          <p:cNvPr id="22" name="Shape 19"/>
          <p:cNvSpPr/>
          <p:nvPr/>
        </p:nvSpPr>
        <p:spPr>
          <a:xfrm>
            <a:off x="7684334" y="6176772"/>
            <a:ext cx="82296" cy="82296"/>
          </a:xfrm>
          <a:prstGeom prst="ellipse">
            <a:avLst/>
          </a:prstGeom>
          <a:solidFill>
            <a:srgbClr val="8E9A82"/>
          </a:solidFill>
          <a:ln/>
        </p:spPr>
      </p:sp>
      <p:sp>
        <p:nvSpPr>
          <p:cNvPr id="23" name="Shape 20"/>
          <p:cNvSpPr/>
          <p:nvPr/>
        </p:nvSpPr>
        <p:spPr>
          <a:xfrm>
            <a:off x="7836771" y="6176772"/>
            <a:ext cx="82296" cy="82296"/>
          </a:xfrm>
          <a:prstGeom prst="ellipse">
            <a:avLst/>
          </a:prstGeom>
          <a:solidFill>
            <a:srgbClr val="8E9A82"/>
          </a:solidFill>
          <a:ln/>
        </p:spPr>
      </p:sp>
      <p:sp>
        <p:nvSpPr>
          <p:cNvPr id="24" name="Shape 21"/>
          <p:cNvSpPr/>
          <p:nvPr/>
        </p:nvSpPr>
        <p:spPr>
          <a:xfrm>
            <a:off x="7989207" y="6176772"/>
            <a:ext cx="82296" cy="82296"/>
          </a:xfrm>
          <a:prstGeom prst="ellipse">
            <a:avLst/>
          </a:prstGeom>
          <a:solidFill>
            <a:srgbClr val="8E9A82"/>
          </a:solidFill>
          <a:ln/>
        </p:spPr>
      </p:sp>
      <p:sp>
        <p:nvSpPr>
          <p:cNvPr id="25" name="Shape 22"/>
          <p:cNvSpPr/>
          <p:nvPr/>
        </p:nvSpPr>
        <p:spPr>
          <a:xfrm>
            <a:off x="8141643" y="6176772"/>
            <a:ext cx="82296" cy="82296"/>
          </a:xfrm>
          <a:prstGeom prst="ellipse">
            <a:avLst/>
          </a:prstGeom>
          <a:solidFill>
            <a:srgbClr val="8E9A82"/>
          </a:solidFill>
          <a:ln/>
        </p:spPr>
      </p:sp>
      <p:sp>
        <p:nvSpPr>
          <p:cNvPr id="26" name="Shape 23"/>
          <p:cNvSpPr/>
          <p:nvPr/>
        </p:nvSpPr>
        <p:spPr>
          <a:xfrm>
            <a:off x="8294080" y="6176772"/>
            <a:ext cx="82296" cy="82296"/>
          </a:xfrm>
          <a:prstGeom prst="ellipse">
            <a:avLst/>
          </a:prstGeom>
          <a:solidFill>
            <a:srgbClr val="8E9A82"/>
          </a:solidFill>
          <a:ln/>
        </p:spPr>
      </p:sp>
      <p:sp>
        <p:nvSpPr>
          <p:cNvPr id="27" name="Shape 24"/>
          <p:cNvSpPr/>
          <p:nvPr/>
        </p:nvSpPr>
        <p:spPr>
          <a:xfrm>
            <a:off x="8446516" y="6176772"/>
            <a:ext cx="82296" cy="82296"/>
          </a:xfrm>
          <a:prstGeom prst="ellipse">
            <a:avLst/>
          </a:prstGeom>
          <a:solidFill>
            <a:srgbClr val="8E9A82"/>
          </a:solidFill>
          <a:ln/>
        </p:spPr>
      </p:sp>
      <p:sp>
        <p:nvSpPr>
          <p:cNvPr id="28" name="Shape 25"/>
          <p:cNvSpPr/>
          <p:nvPr/>
        </p:nvSpPr>
        <p:spPr>
          <a:xfrm>
            <a:off x="8598953" y="6176772"/>
            <a:ext cx="82296" cy="82296"/>
          </a:xfrm>
          <a:prstGeom prst="ellipse">
            <a:avLst/>
          </a:prstGeom>
          <a:solidFill>
            <a:srgbClr val="8E9A82"/>
          </a:solidFill>
          <a:ln/>
        </p:spPr>
      </p:sp>
      <p:sp>
        <p:nvSpPr>
          <p:cNvPr id="29" name="Shape 26"/>
          <p:cNvSpPr/>
          <p:nvPr/>
        </p:nvSpPr>
        <p:spPr>
          <a:xfrm>
            <a:off x="8751389" y="6176772"/>
            <a:ext cx="82296" cy="82296"/>
          </a:xfrm>
          <a:prstGeom prst="ellipse">
            <a:avLst/>
          </a:prstGeom>
          <a:solidFill>
            <a:srgbClr val="8E9A82"/>
          </a:solidFill>
          <a:ln/>
        </p:spPr>
      </p:sp>
      <p:sp>
        <p:nvSpPr>
          <p:cNvPr id="30" name="Shape 27"/>
          <p:cNvSpPr/>
          <p:nvPr/>
        </p:nvSpPr>
        <p:spPr>
          <a:xfrm>
            <a:off x="8903826" y="6176772"/>
            <a:ext cx="82296" cy="82296"/>
          </a:xfrm>
          <a:prstGeom prst="ellipse">
            <a:avLst/>
          </a:prstGeom>
          <a:solidFill>
            <a:srgbClr val="8E9A82"/>
          </a:solidFill>
          <a:ln/>
        </p:spPr>
      </p:sp>
      <p:sp>
        <p:nvSpPr>
          <p:cNvPr id="31" name="Shape 28"/>
          <p:cNvSpPr/>
          <p:nvPr/>
        </p:nvSpPr>
        <p:spPr>
          <a:xfrm>
            <a:off x="9056262" y="6176772"/>
            <a:ext cx="82296" cy="82296"/>
          </a:xfrm>
          <a:prstGeom prst="ellipse">
            <a:avLst/>
          </a:prstGeom>
          <a:solidFill>
            <a:srgbClr val="8E9A82"/>
          </a:solidFill>
          <a:ln/>
        </p:spPr>
      </p:sp>
      <p:sp>
        <p:nvSpPr>
          <p:cNvPr id="32" name="Shape 29"/>
          <p:cNvSpPr/>
          <p:nvPr/>
        </p:nvSpPr>
        <p:spPr>
          <a:xfrm>
            <a:off x="9208699" y="6176772"/>
            <a:ext cx="82296" cy="82296"/>
          </a:xfrm>
          <a:prstGeom prst="ellipse">
            <a:avLst/>
          </a:prstGeom>
          <a:solidFill>
            <a:srgbClr val="8E9A82"/>
          </a:solidFill>
          <a:ln/>
        </p:spPr>
      </p:sp>
      <p:sp>
        <p:nvSpPr>
          <p:cNvPr id="33" name="Shape 30"/>
          <p:cNvSpPr/>
          <p:nvPr/>
        </p:nvSpPr>
        <p:spPr>
          <a:xfrm>
            <a:off x="9361135" y="6176772"/>
            <a:ext cx="82296" cy="82296"/>
          </a:xfrm>
          <a:prstGeom prst="ellipse">
            <a:avLst/>
          </a:prstGeom>
          <a:solidFill>
            <a:srgbClr val="8E9A82"/>
          </a:solidFill>
          <a:ln/>
        </p:spPr>
      </p:sp>
      <p:sp>
        <p:nvSpPr>
          <p:cNvPr id="34" name="Shape 31"/>
          <p:cNvSpPr/>
          <p:nvPr/>
        </p:nvSpPr>
        <p:spPr>
          <a:xfrm>
            <a:off x="9476996" y="6140196"/>
            <a:ext cx="155448" cy="155448"/>
          </a:xfrm>
          <a:prstGeom prst="ellipse">
            <a:avLst/>
          </a:prstGeom>
          <a:solidFill>
            <a:srgbClr val="4B432B"/>
          </a:solidFill>
          <a:ln/>
        </p:spPr>
      </p:sp>
      <p:sp>
        <p:nvSpPr>
          <p:cNvPr id="35" name="Shape 32"/>
          <p:cNvSpPr/>
          <p:nvPr/>
        </p:nvSpPr>
        <p:spPr>
          <a:xfrm>
            <a:off x="9666008" y="6176772"/>
            <a:ext cx="82296" cy="82296"/>
          </a:xfrm>
          <a:prstGeom prst="ellipse">
            <a:avLst/>
          </a:prstGeom>
          <a:solidFill>
            <a:srgbClr val="D3D9CC"/>
          </a:solidFill>
          <a:ln/>
        </p:spPr>
      </p:sp>
      <p:sp>
        <p:nvSpPr>
          <p:cNvPr id="36" name="Shape 33"/>
          <p:cNvSpPr/>
          <p:nvPr/>
        </p:nvSpPr>
        <p:spPr>
          <a:xfrm>
            <a:off x="9818444" y="6176772"/>
            <a:ext cx="82296" cy="82296"/>
          </a:xfrm>
          <a:prstGeom prst="ellipse">
            <a:avLst/>
          </a:prstGeom>
          <a:solidFill>
            <a:srgbClr val="D3D9CC"/>
          </a:solidFill>
          <a:ln/>
        </p:spPr>
      </p:sp>
      <p:sp>
        <p:nvSpPr>
          <p:cNvPr id="37" name="Shape 34"/>
          <p:cNvSpPr/>
          <p:nvPr/>
        </p:nvSpPr>
        <p:spPr>
          <a:xfrm>
            <a:off x="9970881" y="6176772"/>
            <a:ext cx="82296" cy="82296"/>
          </a:xfrm>
          <a:prstGeom prst="ellipse">
            <a:avLst/>
          </a:prstGeom>
          <a:solidFill>
            <a:srgbClr val="D3D9CC"/>
          </a:solidFill>
          <a:ln/>
        </p:spPr>
      </p:sp>
      <p:sp>
        <p:nvSpPr>
          <p:cNvPr id="38" name="Shape 35"/>
          <p:cNvSpPr/>
          <p:nvPr/>
        </p:nvSpPr>
        <p:spPr>
          <a:xfrm>
            <a:off x="10123317" y="6176772"/>
            <a:ext cx="82296" cy="82296"/>
          </a:xfrm>
          <a:prstGeom prst="ellipse">
            <a:avLst/>
          </a:prstGeom>
          <a:solidFill>
            <a:srgbClr val="D3D9CC"/>
          </a:solidFill>
          <a:ln/>
        </p:spPr>
      </p:sp>
      <p:sp>
        <p:nvSpPr>
          <p:cNvPr id="39" name="Shape 36"/>
          <p:cNvSpPr/>
          <p:nvPr/>
        </p:nvSpPr>
        <p:spPr>
          <a:xfrm>
            <a:off x="10275754" y="6176772"/>
            <a:ext cx="82296" cy="82296"/>
          </a:xfrm>
          <a:prstGeom prst="ellipse">
            <a:avLst/>
          </a:prstGeom>
          <a:solidFill>
            <a:srgbClr val="D3D9CC"/>
          </a:solidFill>
          <a:ln/>
        </p:spPr>
      </p:sp>
      <p:sp>
        <p:nvSpPr>
          <p:cNvPr id="40" name="Shape 37"/>
          <p:cNvSpPr/>
          <p:nvPr/>
        </p:nvSpPr>
        <p:spPr>
          <a:xfrm>
            <a:off x="10428190" y="6176772"/>
            <a:ext cx="82296" cy="82296"/>
          </a:xfrm>
          <a:prstGeom prst="ellipse">
            <a:avLst/>
          </a:prstGeom>
          <a:solidFill>
            <a:srgbClr val="D3D9CC"/>
          </a:solidFill>
          <a:ln/>
        </p:spPr>
      </p:sp>
      <p:sp>
        <p:nvSpPr>
          <p:cNvPr id="41" name="Shape 38"/>
          <p:cNvSpPr/>
          <p:nvPr/>
        </p:nvSpPr>
        <p:spPr>
          <a:xfrm>
            <a:off x="10580627" y="6176772"/>
            <a:ext cx="82296" cy="82296"/>
          </a:xfrm>
          <a:prstGeom prst="ellipse">
            <a:avLst/>
          </a:prstGeom>
          <a:solidFill>
            <a:srgbClr val="D3D9CC"/>
          </a:solidFill>
          <a:ln/>
        </p:spPr>
      </p:sp>
      <p:sp>
        <p:nvSpPr>
          <p:cNvPr id="42" name="Shape 39"/>
          <p:cNvSpPr/>
          <p:nvPr/>
        </p:nvSpPr>
        <p:spPr>
          <a:xfrm>
            <a:off x="10733063" y="6176772"/>
            <a:ext cx="82296" cy="82296"/>
          </a:xfrm>
          <a:prstGeom prst="ellipse">
            <a:avLst/>
          </a:prstGeom>
          <a:solidFill>
            <a:srgbClr val="D3D9CC"/>
          </a:solidFill>
          <a:ln/>
        </p:spPr>
      </p:sp>
      <p:sp>
        <p:nvSpPr>
          <p:cNvPr id="43" name="Shape 40"/>
          <p:cNvSpPr/>
          <p:nvPr/>
        </p:nvSpPr>
        <p:spPr>
          <a:xfrm>
            <a:off x="10885500" y="6176772"/>
            <a:ext cx="82296" cy="82296"/>
          </a:xfrm>
          <a:prstGeom prst="ellipse">
            <a:avLst/>
          </a:prstGeom>
          <a:solidFill>
            <a:srgbClr val="D3D9CC"/>
          </a:solidFill>
          <a:ln/>
        </p:spPr>
      </p:sp>
      <p:sp>
        <p:nvSpPr>
          <p:cNvPr id="44" name="Shape 41"/>
          <p:cNvSpPr/>
          <p:nvPr/>
        </p:nvSpPr>
        <p:spPr>
          <a:xfrm>
            <a:off x="11037936" y="6176772"/>
            <a:ext cx="82296" cy="82296"/>
          </a:xfrm>
          <a:prstGeom prst="ellipse">
            <a:avLst/>
          </a:prstGeom>
          <a:solidFill>
            <a:srgbClr val="D3D9CC"/>
          </a:solidFill>
          <a:ln/>
        </p:spPr>
      </p:sp>
      <p:sp>
        <p:nvSpPr>
          <p:cNvPr id="45" name="Shape 42"/>
          <p:cNvSpPr/>
          <p:nvPr/>
        </p:nvSpPr>
        <p:spPr>
          <a:xfrm>
            <a:off x="11190373" y="6176772"/>
            <a:ext cx="82296" cy="82296"/>
          </a:xfrm>
          <a:prstGeom prst="ellipse">
            <a:avLst/>
          </a:prstGeom>
          <a:solidFill>
            <a:srgbClr val="D3D9CC"/>
          </a:solidFill>
          <a:ln/>
        </p:spPr>
      </p:sp>
      <p:sp>
        <p:nvSpPr>
          <p:cNvPr id="46" name="Shape 43"/>
          <p:cNvSpPr/>
          <p:nvPr/>
        </p:nvSpPr>
        <p:spPr>
          <a:xfrm>
            <a:off x="11342809" y="6176772"/>
            <a:ext cx="82296" cy="82296"/>
          </a:xfrm>
          <a:prstGeom prst="ellipse">
            <a:avLst/>
          </a:prstGeom>
          <a:solidFill>
            <a:srgbClr val="D3D9CC"/>
          </a:solidFill>
          <a:ln/>
        </p:spPr>
      </p:sp>
      <p:sp>
        <p:nvSpPr>
          <p:cNvPr id="25" name="Slide Number Placeholder 0"/>
          <p:cNvSpPr>
            <a:spLocks noGrp="1"/>
          </p:cNvSpPr>
          <p:nvPr>
            <p:ph type="sldNum" sz="quarter" idx="4294967295"/>
          </p:nvPr>
        </p:nvSpPr>
        <p:spPr>
          <a:xfrm>
            <a:off x="11155680" y="6510528"/>
            <a:ext cx="548640" cy="228600"/>
          </a:xfrm>
          <a:prstGeom prst="rect">
            <a:avLst/>
          </a:prstGeom>
          <a:extLst>
            <a:ext uri="{C572A759-6A51-4108-AA02-DFA0A04FC94B}">
              <ma14:wrappingTextBoxFlag xmlns:ma14="http://schemas.microsoft.com/office/mac/drawingml/2011/main" val="0"/>
            </a:ext>
          </a:extLst>
        </p:spPr>
        <p:txBody>
          <a:bodyPr/>
          <a:lstStyle>
            <a:lvl1pPr>
              <a:defRPr sz="1000">
                <a:solidFill>
                  <a:srgbClr val="6D7072"/>
                </a:solidFill>
              </a:defRPr>
            </a:lvl1pPr>
          </a:lstStyle>
          <a:p>
            <a:pPr algn="r"/>
            <a:fld id="{F7021451-1387-4CA6-816F-3879F97B5CBC}" type="slidenum">
              <a:rPr b="0" lang="en-US"/>
              <a:t>27</a:t>
            </a:fld>
            <a:endParaRPr lang="en-US"/>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spTree>
      <p:nvGrpSpPr>
        <p:cNvPr id="1" name=""/>
        <p:cNvGrpSpPr/>
        <p:nvPr/>
      </p:nvGrpSpPr>
      <p:grpSpPr>
        <a:xfrm>
          <a:off x="0" y="0"/>
          <a:ext cx="0" cy="0"/>
          <a:chOff x="0" y="0"/>
          <a:chExt cx="0" cy="0"/>
        </a:xfrm>
      </p:grpSpPr>
      <p:pic>
        <p:nvPicPr>
          <p:cNvPr id="2" name="Step 23 image" descr="Step 23: Take the trunk to the top, start the twigs">    </p:cNvPr>
          <p:cNvPicPr>
            <a:picLocks noChangeAspect="1"/>
          </p:cNvPicPr>
          <p:nvPr/>
        </p:nvPicPr>
        <p:blipFill>
          <a:blip r:embed="rId1"/>
          <a:stretch>
            <a:fillRect/>
          </a:stretch>
        </p:blipFill>
        <p:spPr>
          <a:xfrm>
            <a:off x="457200" y="411480"/>
            <a:ext cx="5317216" cy="6035040"/>
          </a:xfrm>
          <a:prstGeom prst="rect">
            <a:avLst/>
          </a:prstGeom>
        </p:spPr>
      </p:pic>
      <p:sp>
        <p:nvSpPr>
          <p:cNvPr id="3" name="Stage chip"/>
          <p:cNvSpPr txBox="1"/>
          <p:nvPr/>
        </p:nvSpPr>
        <p:spPr>
          <a:xfrm>
            <a:off x="6277336" y="640080"/>
            <a:ext cx="2247595" cy="292608"/>
          </a:xfrm>
          <a:prstGeom prst="roundRect">
            <a:avLst>
              <a:gd name="adj" fmla="val 31250"/>
            </a:avLst>
          </a:prstGeom>
          <a:solidFill>
            <a:srgbClr val="4B432B"/>
          </a:solidFill>
          <a:ln/>
        </p:spPr>
        <p:txBody>
          <a:bodyPr wrap="square" lIns="0" tIns="0" rIns="0" bIns="0" rtlCol="0" anchor="ctr"/>
          <a:lstStyle/>
          <a:p>
            <a:pPr algn="ctr" indent="0" marL="0">
              <a:buNone/>
            </a:pPr>
            <a:r>
              <a:rPr lang="en-US" sz="1100" b="1" dirty="0">
                <a:solidFill>
                  <a:srgbClr val="FFFFFF"/>
                </a:solidFill>
              </a:rPr>
              <a:t>STAGE 6 · TREE TRUNKS</a:t>
            </a:r>
            <a:endParaRPr lang="en-US" sz="1100" dirty="0"/>
          </a:p>
        </p:txBody>
      </p:sp>
      <p:sp>
        <p:nvSpPr>
          <p:cNvPr id="4" name="Step counter"/>
          <p:cNvSpPr txBox="1"/>
          <p:nvPr/>
        </p:nvSpPr>
        <p:spPr>
          <a:xfrm>
            <a:off x="9905695" y="640080"/>
            <a:ext cx="1554480" cy="292608"/>
          </a:xfrm>
          <a:prstGeom prst="rect">
            <a:avLst/>
          </a:prstGeom>
          <a:noFill/>
          <a:ln/>
        </p:spPr>
        <p:txBody>
          <a:bodyPr wrap="square" lIns="0" tIns="0" rIns="0" bIns="0" rtlCol="0" anchor="ctr"/>
          <a:lstStyle/>
          <a:p>
            <a:pPr algn="r" indent="0" marL="0">
              <a:buNone/>
            </a:pPr>
            <a:r>
              <a:rPr lang="en-US" sz="1100" b="1" dirty="0">
                <a:solidFill>
                  <a:srgbClr val="6D7072"/>
                </a:solidFill>
              </a:rPr>
              <a:t>STEP 23 OF 34</a:t>
            </a:r>
            <a:endParaRPr lang="en-US" sz="1100" dirty="0"/>
          </a:p>
        </p:txBody>
      </p:sp>
      <p:sp>
        <p:nvSpPr>
          <p:cNvPr id="5" name="Text 1"/>
          <p:cNvSpPr/>
          <p:nvPr>
            <p:ph idx="101" type="title" hasCustomPrompt="1"/>
          </p:nvPr>
        </p:nvSpPr>
        <p:spPr>
          <a:xfrm>
            <a:off x="6277336" y="1051560"/>
            <a:ext cx="5182839" cy="868680"/>
          </a:xfrm>
          <a:prstGeom prst="rect">
            <a:avLst/>
          </a:prstGeom>
          <a:noFill/>
          <a:ln/>
        </p:spPr>
        <p:txBody>
          <a:bodyPr wrap="square" lIns="0" tIns="0" rIns="0" bIns="0" rtlCol="0" anchor="t"/>
          <a:lstStyle/>
          <a:p>
            <a:pPr algn="l" indent="0" marL="0">
              <a:buNone/>
            </a:pPr>
            <a:r>
              <a:rPr lang="en-US" sz="2600" b="1" dirty="0">
                <a:solidFill>
                  <a:schemeClr val="tx2"/>
                </a:solidFill>
              </a:rPr>
              <a:t>Take the trunk to the top, start the twigs</a:t>
            </a:r>
            <a:endParaRPr lang="en-US" sz="2600" dirty="0"/>
          </a:p>
        </p:txBody>
      </p:sp>
      <p:sp>
        <p:nvSpPr>
          <p:cNvPr id="6" name="Text 3"/>
          <p:cNvSpPr txBox="1"/>
          <p:nvPr/>
        </p:nvSpPr>
        <p:spPr>
          <a:xfrm>
            <a:off x="6277336" y="2011680"/>
            <a:ext cx="2743200" cy="228600"/>
          </a:xfrm>
          <a:prstGeom prst="rect">
            <a:avLst/>
          </a:prstGeom>
          <a:noFill/>
          <a:ln/>
        </p:spPr>
        <p:txBody>
          <a:bodyPr wrap="square" lIns="0" tIns="0" rIns="0" bIns="0" rtlCol="0" anchor="ctr"/>
          <a:lstStyle/>
          <a:p>
            <a:pPr indent="0" marL="0">
              <a:buNone/>
            </a:pPr>
            <a:r>
              <a:rPr lang="en-US" sz="1100" b="1" dirty="0">
                <a:solidFill>
                  <a:srgbClr val="6D7072"/>
                </a:solidFill>
              </a:rPr>
              <a:t>WHAT TO DO</a:t>
            </a:r>
            <a:endParaRPr lang="en-US" sz="1100" dirty="0"/>
          </a:p>
        </p:txBody>
      </p:sp>
      <p:sp>
        <p:nvSpPr>
          <p:cNvPr id="7" name="Instructions"/>
          <p:cNvSpPr txBox="1"/>
          <p:nvPr/>
        </p:nvSpPr>
        <p:spPr>
          <a:xfrm>
            <a:off x="6277336" y="2286000"/>
            <a:ext cx="5182839" cy="1874520"/>
          </a:xfrm>
          <a:prstGeom prst="rect">
            <a:avLst/>
          </a:prstGeom>
          <a:noFill/>
          <a:ln/>
        </p:spPr>
        <p:txBody>
          <a:bodyPr wrap="square" lIns="0" tIns="0" rIns="0" bIns="0" rtlCol="0" anchor="t"/>
          <a:lstStyle/>
          <a:p>
            <a:pPr marL="203200" indent="-203200">
              <a:spcAft>
                <a:spcPts val="600"/>
              </a:spcAft>
              <a:buSzPct val="100000"/>
              <a:buChar char="•"/>
            </a:pPr>
            <a:r>
              <a:rPr lang="en-US" sz="1500" dirty="0">
                <a:solidFill>
                  <a:schemeClr val="tx1"/>
                </a:solidFill>
              </a:rPr>
              <a:t>Carry the trunk up to the top edge of the paper.</a:t>
            </a:r>
            <a:endParaRPr lang="en-US" sz="1500" dirty="0"/>
          </a:p>
          <a:p>
            <a:pPr marL="203200" indent="-203200">
              <a:spcAft>
                <a:spcPts val="600"/>
              </a:spcAft>
              <a:buSzPct val="100000"/>
              <a:buChar char="•"/>
            </a:pPr>
            <a:r>
              <a:rPr lang="en-US" sz="1500" dirty="0">
                <a:solidFill>
                  <a:schemeClr val="tx1"/>
                </a:solidFill>
              </a:rPr>
              <a:t>Near the top, start thin, forking twigs using just the tip of the brush.</a:t>
            </a:r>
            <a:endParaRPr lang="en-US" sz="1500" dirty="0"/>
          </a:p>
        </p:txBody>
      </p:sp>
      <p:sp>
        <p:nvSpPr>
          <p:cNvPr id="8" name="Tip box"/>
          <p:cNvSpPr/>
          <p:nvPr/>
        </p:nvSpPr>
        <p:spPr>
          <a:xfrm>
            <a:off x="6277336" y="4224528"/>
            <a:ext cx="5182839" cy="932688"/>
          </a:xfrm>
          <a:prstGeom prst="roundRect">
            <a:avLst>
              <a:gd name="adj" fmla="val 7843"/>
            </a:avLst>
          </a:prstGeom>
          <a:solidFill>
            <a:srgbClr val="F2F4F0"/>
          </a:solidFill>
          <a:ln/>
        </p:spPr>
      </p:sp>
      <p:sp>
        <p:nvSpPr>
          <p:cNvPr id="9" name="Tip text"/>
          <p:cNvSpPr txBox="1"/>
          <p:nvPr/>
        </p:nvSpPr>
        <p:spPr>
          <a:xfrm>
            <a:off x="6414496" y="4261104"/>
            <a:ext cx="4908519" cy="859536"/>
          </a:xfrm>
          <a:prstGeom prst="rect">
            <a:avLst/>
          </a:prstGeom>
          <a:noFill/>
          <a:ln/>
        </p:spPr>
        <p:txBody>
          <a:bodyPr wrap="square" lIns="0" tIns="0" rIns="0" bIns="0" rtlCol="0" anchor="ctr"/>
          <a:lstStyle/>
          <a:p>
            <a:pPr indent="0" marL="0">
              <a:buNone/>
            </a:pPr>
            <a:r>
              <a:rPr lang="en-US" sz="1000" b="1" dirty="0">
                <a:solidFill>
                  <a:srgbClr val="B4531A"/>
                </a:solidFill>
              </a:rPr>
              <a:t>WATCH FOR</a:t>
            </a:r>
            <a:endParaRPr lang="en-US" sz="1000" dirty="0"/>
          </a:p>
          <a:p>
            <a:pPr indent="0" marL="0">
              <a:buNone/>
            </a:pPr>
            <a:r>
              <a:rPr lang="en-US" sz="1400" dirty="0">
                <a:solidFill>
                  <a:schemeClr val="tx1"/>
                </a:solidFill>
              </a:rPr>
              <a:t>Branches split into smaller and smaller twigs. A lighter touch makes a thinner line.</a:t>
            </a:r>
            <a:endParaRPr lang="en-US" sz="1000" dirty="0"/>
          </a:p>
        </p:txBody>
      </p:sp>
      <p:sp>
        <p:nvSpPr>
          <p:cNvPr id="10" name="Text 7"/>
          <p:cNvSpPr txBox="1"/>
          <p:nvPr/>
        </p:nvSpPr>
        <p:spPr>
          <a:xfrm>
            <a:off x="6277336" y="5285232"/>
            <a:ext cx="5182839" cy="201168"/>
          </a:xfrm>
          <a:prstGeom prst="rect">
            <a:avLst/>
          </a:prstGeom>
          <a:noFill/>
          <a:ln/>
        </p:spPr>
        <p:txBody>
          <a:bodyPr wrap="square" lIns="0" tIns="0" rIns="0" bIns="0" rtlCol="0" anchor="ctr"/>
          <a:lstStyle/>
          <a:p>
            <a:pPr indent="0" marL="0">
              <a:buNone/>
            </a:pPr>
            <a:r>
              <a:rPr lang="en-US" sz="1000" b="1" dirty="0">
                <a:solidFill>
                  <a:srgbClr val="6D7072"/>
                </a:solidFill>
              </a:rPr>
              <a:t>COLORS IN THIS STEP</a:t>
            </a:r>
            <a:endParaRPr lang="en-US" sz="1000" dirty="0"/>
          </a:p>
        </p:txBody>
      </p:sp>
      <p:sp>
        <p:nvSpPr>
          <p:cNvPr id="11" name="Swatch Dark brown"/>
          <p:cNvSpPr/>
          <p:nvPr/>
        </p:nvSpPr>
        <p:spPr>
          <a:xfrm>
            <a:off x="6277336" y="5532120"/>
            <a:ext cx="329184" cy="329184"/>
          </a:xfrm>
          <a:prstGeom prst="ellipse">
            <a:avLst/>
          </a:prstGeom>
          <a:solidFill>
            <a:srgbClr val="4B432B"/>
          </a:solidFill>
          <a:ln w="9525">
            <a:solidFill>
              <a:srgbClr val="D3D9CC"/>
            </a:solidFill>
            <a:prstDash val="solid"/>
          </a:ln>
        </p:spPr>
      </p:sp>
      <p:sp>
        <p:nvSpPr>
          <p:cNvPr id="12" name="Text 9"/>
          <p:cNvSpPr txBox="1"/>
          <p:nvPr/>
        </p:nvSpPr>
        <p:spPr>
          <a:xfrm>
            <a:off x="6688816" y="5504688"/>
            <a:ext cx="1270413" cy="384048"/>
          </a:xfrm>
          <a:prstGeom prst="rect">
            <a:avLst/>
          </a:prstGeom>
          <a:noFill/>
          <a:ln/>
        </p:spPr>
        <p:txBody>
          <a:bodyPr wrap="square" lIns="0" tIns="0" rIns="0" bIns="0" rtlCol="0" anchor="ctr"/>
          <a:lstStyle/>
          <a:p>
            <a:pPr indent="0" marL="0">
              <a:buNone/>
            </a:pPr>
            <a:r>
              <a:rPr lang="en-US" sz="1100" b="1" dirty="0">
                <a:solidFill>
                  <a:schemeClr val="tx1"/>
                </a:solidFill>
              </a:rPr>
              <a:t>Dark brown</a:t>
            </a:r>
            <a:endParaRPr lang="en-US" sz="1100" dirty="0"/>
          </a:p>
          <a:p>
            <a:pPr indent="0" marL="0">
              <a:buNone/>
            </a:pPr>
            <a:r>
              <a:rPr lang="en-US" sz="1000" dirty="0">
                <a:solidFill>
                  <a:srgbClr val="4A5058"/>
                </a:solidFill>
              </a:rPr>
              <a:t>#4B432B</a:t>
            </a:r>
            <a:endParaRPr lang="en-US" sz="1100" dirty="0"/>
          </a:p>
        </p:txBody>
      </p:sp>
      <p:sp>
        <p:nvSpPr>
          <p:cNvPr id="13" name="Shape 10"/>
          <p:cNvSpPr/>
          <p:nvPr/>
        </p:nvSpPr>
        <p:spPr>
          <a:xfrm>
            <a:off x="6312406" y="6176772"/>
            <a:ext cx="82296" cy="82296"/>
          </a:xfrm>
          <a:prstGeom prst="ellipse">
            <a:avLst/>
          </a:prstGeom>
          <a:solidFill>
            <a:srgbClr val="8E9A82"/>
          </a:solidFill>
          <a:ln/>
        </p:spPr>
      </p:sp>
      <p:sp>
        <p:nvSpPr>
          <p:cNvPr id="14" name="Shape 11"/>
          <p:cNvSpPr/>
          <p:nvPr/>
        </p:nvSpPr>
        <p:spPr>
          <a:xfrm>
            <a:off x="6464843" y="6176772"/>
            <a:ext cx="82296" cy="82296"/>
          </a:xfrm>
          <a:prstGeom prst="ellipse">
            <a:avLst/>
          </a:prstGeom>
          <a:solidFill>
            <a:srgbClr val="8E9A82"/>
          </a:solidFill>
          <a:ln/>
        </p:spPr>
      </p:sp>
      <p:sp>
        <p:nvSpPr>
          <p:cNvPr id="15" name="Shape 12"/>
          <p:cNvSpPr/>
          <p:nvPr/>
        </p:nvSpPr>
        <p:spPr>
          <a:xfrm>
            <a:off x="6617279" y="6176772"/>
            <a:ext cx="82296" cy="82296"/>
          </a:xfrm>
          <a:prstGeom prst="ellipse">
            <a:avLst/>
          </a:prstGeom>
          <a:solidFill>
            <a:srgbClr val="8E9A82"/>
          </a:solidFill>
          <a:ln/>
        </p:spPr>
      </p:sp>
      <p:sp>
        <p:nvSpPr>
          <p:cNvPr id="16" name="Shape 13"/>
          <p:cNvSpPr/>
          <p:nvPr/>
        </p:nvSpPr>
        <p:spPr>
          <a:xfrm>
            <a:off x="6769715" y="6176772"/>
            <a:ext cx="82296" cy="82296"/>
          </a:xfrm>
          <a:prstGeom prst="ellipse">
            <a:avLst/>
          </a:prstGeom>
          <a:solidFill>
            <a:srgbClr val="8E9A82"/>
          </a:solidFill>
          <a:ln/>
        </p:spPr>
      </p:sp>
      <p:sp>
        <p:nvSpPr>
          <p:cNvPr id="17" name="Shape 14"/>
          <p:cNvSpPr/>
          <p:nvPr/>
        </p:nvSpPr>
        <p:spPr>
          <a:xfrm>
            <a:off x="6922152" y="6176772"/>
            <a:ext cx="82296" cy="82296"/>
          </a:xfrm>
          <a:prstGeom prst="ellipse">
            <a:avLst/>
          </a:prstGeom>
          <a:solidFill>
            <a:srgbClr val="8E9A82"/>
          </a:solidFill>
          <a:ln/>
        </p:spPr>
      </p:sp>
      <p:sp>
        <p:nvSpPr>
          <p:cNvPr id="18" name="Shape 15"/>
          <p:cNvSpPr/>
          <p:nvPr/>
        </p:nvSpPr>
        <p:spPr>
          <a:xfrm>
            <a:off x="7074588" y="6176772"/>
            <a:ext cx="82296" cy="82296"/>
          </a:xfrm>
          <a:prstGeom prst="ellipse">
            <a:avLst/>
          </a:prstGeom>
          <a:solidFill>
            <a:srgbClr val="8E9A82"/>
          </a:solidFill>
          <a:ln/>
        </p:spPr>
      </p:sp>
      <p:sp>
        <p:nvSpPr>
          <p:cNvPr id="19" name="Shape 16"/>
          <p:cNvSpPr/>
          <p:nvPr/>
        </p:nvSpPr>
        <p:spPr>
          <a:xfrm>
            <a:off x="7227025" y="6176772"/>
            <a:ext cx="82296" cy="82296"/>
          </a:xfrm>
          <a:prstGeom prst="ellipse">
            <a:avLst/>
          </a:prstGeom>
          <a:solidFill>
            <a:srgbClr val="8E9A82"/>
          </a:solidFill>
          <a:ln/>
        </p:spPr>
      </p:sp>
      <p:sp>
        <p:nvSpPr>
          <p:cNvPr id="20" name="Shape 17"/>
          <p:cNvSpPr/>
          <p:nvPr/>
        </p:nvSpPr>
        <p:spPr>
          <a:xfrm>
            <a:off x="7379461" y="6176772"/>
            <a:ext cx="82296" cy="82296"/>
          </a:xfrm>
          <a:prstGeom prst="ellipse">
            <a:avLst/>
          </a:prstGeom>
          <a:solidFill>
            <a:srgbClr val="8E9A82"/>
          </a:solidFill>
          <a:ln/>
        </p:spPr>
      </p:sp>
      <p:sp>
        <p:nvSpPr>
          <p:cNvPr id="21" name="Shape 18"/>
          <p:cNvSpPr/>
          <p:nvPr/>
        </p:nvSpPr>
        <p:spPr>
          <a:xfrm>
            <a:off x="7531898" y="6176772"/>
            <a:ext cx="82296" cy="82296"/>
          </a:xfrm>
          <a:prstGeom prst="ellipse">
            <a:avLst/>
          </a:prstGeom>
          <a:solidFill>
            <a:srgbClr val="8E9A82"/>
          </a:solidFill>
          <a:ln/>
        </p:spPr>
      </p:sp>
      <p:sp>
        <p:nvSpPr>
          <p:cNvPr id="22" name="Shape 19"/>
          <p:cNvSpPr/>
          <p:nvPr/>
        </p:nvSpPr>
        <p:spPr>
          <a:xfrm>
            <a:off x="7684334" y="6176772"/>
            <a:ext cx="82296" cy="82296"/>
          </a:xfrm>
          <a:prstGeom prst="ellipse">
            <a:avLst/>
          </a:prstGeom>
          <a:solidFill>
            <a:srgbClr val="8E9A82"/>
          </a:solidFill>
          <a:ln/>
        </p:spPr>
      </p:sp>
      <p:sp>
        <p:nvSpPr>
          <p:cNvPr id="23" name="Shape 20"/>
          <p:cNvSpPr/>
          <p:nvPr/>
        </p:nvSpPr>
        <p:spPr>
          <a:xfrm>
            <a:off x="7836771" y="6176772"/>
            <a:ext cx="82296" cy="82296"/>
          </a:xfrm>
          <a:prstGeom prst="ellipse">
            <a:avLst/>
          </a:prstGeom>
          <a:solidFill>
            <a:srgbClr val="8E9A82"/>
          </a:solidFill>
          <a:ln/>
        </p:spPr>
      </p:sp>
      <p:sp>
        <p:nvSpPr>
          <p:cNvPr id="24" name="Shape 21"/>
          <p:cNvSpPr/>
          <p:nvPr/>
        </p:nvSpPr>
        <p:spPr>
          <a:xfrm>
            <a:off x="7989207" y="6176772"/>
            <a:ext cx="82296" cy="82296"/>
          </a:xfrm>
          <a:prstGeom prst="ellipse">
            <a:avLst/>
          </a:prstGeom>
          <a:solidFill>
            <a:srgbClr val="8E9A82"/>
          </a:solidFill>
          <a:ln/>
        </p:spPr>
      </p:sp>
      <p:sp>
        <p:nvSpPr>
          <p:cNvPr id="25" name="Shape 22"/>
          <p:cNvSpPr/>
          <p:nvPr/>
        </p:nvSpPr>
        <p:spPr>
          <a:xfrm>
            <a:off x="8141643" y="6176772"/>
            <a:ext cx="82296" cy="82296"/>
          </a:xfrm>
          <a:prstGeom prst="ellipse">
            <a:avLst/>
          </a:prstGeom>
          <a:solidFill>
            <a:srgbClr val="8E9A82"/>
          </a:solidFill>
          <a:ln/>
        </p:spPr>
      </p:sp>
      <p:sp>
        <p:nvSpPr>
          <p:cNvPr id="26" name="Shape 23"/>
          <p:cNvSpPr/>
          <p:nvPr/>
        </p:nvSpPr>
        <p:spPr>
          <a:xfrm>
            <a:off x="8294080" y="6176772"/>
            <a:ext cx="82296" cy="82296"/>
          </a:xfrm>
          <a:prstGeom prst="ellipse">
            <a:avLst/>
          </a:prstGeom>
          <a:solidFill>
            <a:srgbClr val="8E9A82"/>
          </a:solidFill>
          <a:ln/>
        </p:spPr>
      </p:sp>
      <p:sp>
        <p:nvSpPr>
          <p:cNvPr id="27" name="Shape 24"/>
          <p:cNvSpPr/>
          <p:nvPr/>
        </p:nvSpPr>
        <p:spPr>
          <a:xfrm>
            <a:off x="8446516" y="6176772"/>
            <a:ext cx="82296" cy="82296"/>
          </a:xfrm>
          <a:prstGeom prst="ellipse">
            <a:avLst/>
          </a:prstGeom>
          <a:solidFill>
            <a:srgbClr val="8E9A82"/>
          </a:solidFill>
          <a:ln/>
        </p:spPr>
      </p:sp>
      <p:sp>
        <p:nvSpPr>
          <p:cNvPr id="28" name="Shape 25"/>
          <p:cNvSpPr/>
          <p:nvPr/>
        </p:nvSpPr>
        <p:spPr>
          <a:xfrm>
            <a:off x="8598953" y="6176772"/>
            <a:ext cx="82296" cy="82296"/>
          </a:xfrm>
          <a:prstGeom prst="ellipse">
            <a:avLst/>
          </a:prstGeom>
          <a:solidFill>
            <a:srgbClr val="8E9A82"/>
          </a:solidFill>
          <a:ln/>
        </p:spPr>
      </p:sp>
      <p:sp>
        <p:nvSpPr>
          <p:cNvPr id="29" name="Shape 26"/>
          <p:cNvSpPr/>
          <p:nvPr/>
        </p:nvSpPr>
        <p:spPr>
          <a:xfrm>
            <a:off x="8751389" y="6176772"/>
            <a:ext cx="82296" cy="82296"/>
          </a:xfrm>
          <a:prstGeom prst="ellipse">
            <a:avLst/>
          </a:prstGeom>
          <a:solidFill>
            <a:srgbClr val="8E9A82"/>
          </a:solidFill>
          <a:ln/>
        </p:spPr>
      </p:sp>
      <p:sp>
        <p:nvSpPr>
          <p:cNvPr id="30" name="Shape 27"/>
          <p:cNvSpPr/>
          <p:nvPr/>
        </p:nvSpPr>
        <p:spPr>
          <a:xfrm>
            <a:off x="8903826" y="6176772"/>
            <a:ext cx="82296" cy="82296"/>
          </a:xfrm>
          <a:prstGeom prst="ellipse">
            <a:avLst/>
          </a:prstGeom>
          <a:solidFill>
            <a:srgbClr val="8E9A82"/>
          </a:solidFill>
          <a:ln/>
        </p:spPr>
      </p:sp>
      <p:sp>
        <p:nvSpPr>
          <p:cNvPr id="31" name="Shape 28"/>
          <p:cNvSpPr/>
          <p:nvPr/>
        </p:nvSpPr>
        <p:spPr>
          <a:xfrm>
            <a:off x="9056262" y="6176772"/>
            <a:ext cx="82296" cy="82296"/>
          </a:xfrm>
          <a:prstGeom prst="ellipse">
            <a:avLst/>
          </a:prstGeom>
          <a:solidFill>
            <a:srgbClr val="8E9A82"/>
          </a:solidFill>
          <a:ln/>
        </p:spPr>
      </p:sp>
      <p:sp>
        <p:nvSpPr>
          <p:cNvPr id="32" name="Shape 29"/>
          <p:cNvSpPr/>
          <p:nvPr/>
        </p:nvSpPr>
        <p:spPr>
          <a:xfrm>
            <a:off x="9208699" y="6176772"/>
            <a:ext cx="82296" cy="82296"/>
          </a:xfrm>
          <a:prstGeom prst="ellipse">
            <a:avLst/>
          </a:prstGeom>
          <a:solidFill>
            <a:srgbClr val="8E9A82"/>
          </a:solidFill>
          <a:ln/>
        </p:spPr>
      </p:sp>
      <p:sp>
        <p:nvSpPr>
          <p:cNvPr id="33" name="Shape 30"/>
          <p:cNvSpPr/>
          <p:nvPr/>
        </p:nvSpPr>
        <p:spPr>
          <a:xfrm>
            <a:off x="9361135" y="6176772"/>
            <a:ext cx="82296" cy="82296"/>
          </a:xfrm>
          <a:prstGeom prst="ellipse">
            <a:avLst/>
          </a:prstGeom>
          <a:solidFill>
            <a:srgbClr val="8E9A82"/>
          </a:solidFill>
          <a:ln/>
        </p:spPr>
      </p:sp>
      <p:sp>
        <p:nvSpPr>
          <p:cNvPr id="34" name="Shape 31"/>
          <p:cNvSpPr/>
          <p:nvPr/>
        </p:nvSpPr>
        <p:spPr>
          <a:xfrm>
            <a:off x="9513572" y="6176772"/>
            <a:ext cx="82296" cy="82296"/>
          </a:xfrm>
          <a:prstGeom prst="ellipse">
            <a:avLst/>
          </a:prstGeom>
          <a:solidFill>
            <a:srgbClr val="8E9A82"/>
          </a:solidFill>
          <a:ln/>
        </p:spPr>
      </p:sp>
      <p:sp>
        <p:nvSpPr>
          <p:cNvPr id="35" name="Shape 32"/>
          <p:cNvSpPr/>
          <p:nvPr/>
        </p:nvSpPr>
        <p:spPr>
          <a:xfrm>
            <a:off x="9629432" y="6140196"/>
            <a:ext cx="155448" cy="155448"/>
          </a:xfrm>
          <a:prstGeom prst="ellipse">
            <a:avLst/>
          </a:prstGeom>
          <a:solidFill>
            <a:srgbClr val="4B432B"/>
          </a:solidFill>
          <a:ln/>
        </p:spPr>
      </p:sp>
      <p:sp>
        <p:nvSpPr>
          <p:cNvPr id="36" name="Shape 33"/>
          <p:cNvSpPr/>
          <p:nvPr/>
        </p:nvSpPr>
        <p:spPr>
          <a:xfrm>
            <a:off x="9818444" y="6176772"/>
            <a:ext cx="82296" cy="82296"/>
          </a:xfrm>
          <a:prstGeom prst="ellipse">
            <a:avLst/>
          </a:prstGeom>
          <a:solidFill>
            <a:srgbClr val="D3D9CC"/>
          </a:solidFill>
          <a:ln/>
        </p:spPr>
      </p:sp>
      <p:sp>
        <p:nvSpPr>
          <p:cNvPr id="37" name="Shape 34"/>
          <p:cNvSpPr/>
          <p:nvPr/>
        </p:nvSpPr>
        <p:spPr>
          <a:xfrm>
            <a:off x="9970881" y="6176772"/>
            <a:ext cx="82296" cy="82296"/>
          </a:xfrm>
          <a:prstGeom prst="ellipse">
            <a:avLst/>
          </a:prstGeom>
          <a:solidFill>
            <a:srgbClr val="D3D9CC"/>
          </a:solidFill>
          <a:ln/>
        </p:spPr>
      </p:sp>
      <p:sp>
        <p:nvSpPr>
          <p:cNvPr id="38" name="Shape 35"/>
          <p:cNvSpPr/>
          <p:nvPr/>
        </p:nvSpPr>
        <p:spPr>
          <a:xfrm>
            <a:off x="10123317" y="6176772"/>
            <a:ext cx="82296" cy="82296"/>
          </a:xfrm>
          <a:prstGeom prst="ellipse">
            <a:avLst/>
          </a:prstGeom>
          <a:solidFill>
            <a:srgbClr val="D3D9CC"/>
          </a:solidFill>
          <a:ln/>
        </p:spPr>
      </p:sp>
      <p:sp>
        <p:nvSpPr>
          <p:cNvPr id="39" name="Shape 36"/>
          <p:cNvSpPr/>
          <p:nvPr/>
        </p:nvSpPr>
        <p:spPr>
          <a:xfrm>
            <a:off x="10275754" y="6176772"/>
            <a:ext cx="82296" cy="82296"/>
          </a:xfrm>
          <a:prstGeom prst="ellipse">
            <a:avLst/>
          </a:prstGeom>
          <a:solidFill>
            <a:srgbClr val="D3D9CC"/>
          </a:solidFill>
          <a:ln/>
        </p:spPr>
      </p:sp>
      <p:sp>
        <p:nvSpPr>
          <p:cNvPr id="40" name="Shape 37"/>
          <p:cNvSpPr/>
          <p:nvPr/>
        </p:nvSpPr>
        <p:spPr>
          <a:xfrm>
            <a:off x="10428190" y="6176772"/>
            <a:ext cx="82296" cy="82296"/>
          </a:xfrm>
          <a:prstGeom prst="ellipse">
            <a:avLst/>
          </a:prstGeom>
          <a:solidFill>
            <a:srgbClr val="D3D9CC"/>
          </a:solidFill>
          <a:ln/>
        </p:spPr>
      </p:sp>
      <p:sp>
        <p:nvSpPr>
          <p:cNvPr id="41" name="Shape 38"/>
          <p:cNvSpPr/>
          <p:nvPr/>
        </p:nvSpPr>
        <p:spPr>
          <a:xfrm>
            <a:off x="10580627" y="6176772"/>
            <a:ext cx="82296" cy="82296"/>
          </a:xfrm>
          <a:prstGeom prst="ellipse">
            <a:avLst/>
          </a:prstGeom>
          <a:solidFill>
            <a:srgbClr val="D3D9CC"/>
          </a:solidFill>
          <a:ln/>
        </p:spPr>
      </p:sp>
      <p:sp>
        <p:nvSpPr>
          <p:cNvPr id="42" name="Shape 39"/>
          <p:cNvSpPr/>
          <p:nvPr/>
        </p:nvSpPr>
        <p:spPr>
          <a:xfrm>
            <a:off x="10733063" y="6176772"/>
            <a:ext cx="82296" cy="82296"/>
          </a:xfrm>
          <a:prstGeom prst="ellipse">
            <a:avLst/>
          </a:prstGeom>
          <a:solidFill>
            <a:srgbClr val="D3D9CC"/>
          </a:solidFill>
          <a:ln/>
        </p:spPr>
      </p:sp>
      <p:sp>
        <p:nvSpPr>
          <p:cNvPr id="43" name="Shape 40"/>
          <p:cNvSpPr/>
          <p:nvPr/>
        </p:nvSpPr>
        <p:spPr>
          <a:xfrm>
            <a:off x="10885500" y="6176772"/>
            <a:ext cx="82296" cy="82296"/>
          </a:xfrm>
          <a:prstGeom prst="ellipse">
            <a:avLst/>
          </a:prstGeom>
          <a:solidFill>
            <a:srgbClr val="D3D9CC"/>
          </a:solidFill>
          <a:ln/>
        </p:spPr>
      </p:sp>
      <p:sp>
        <p:nvSpPr>
          <p:cNvPr id="44" name="Shape 41"/>
          <p:cNvSpPr/>
          <p:nvPr/>
        </p:nvSpPr>
        <p:spPr>
          <a:xfrm>
            <a:off x="11037936" y="6176772"/>
            <a:ext cx="82296" cy="82296"/>
          </a:xfrm>
          <a:prstGeom prst="ellipse">
            <a:avLst/>
          </a:prstGeom>
          <a:solidFill>
            <a:srgbClr val="D3D9CC"/>
          </a:solidFill>
          <a:ln/>
        </p:spPr>
      </p:sp>
      <p:sp>
        <p:nvSpPr>
          <p:cNvPr id="45" name="Shape 42"/>
          <p:cNvSpPr/>
          <p:nvPr/>
        </p:nvSpPr>
        <p:spPr>
          <a:xfrm>
            <a:off x="11190373" y="6176772"/>
            <a:ext cx="82296" cy="82296"/>
          </a:xfrm>
          <a:prstGeom prst="ellipse">
            <a:avLst/>
          </a:prstGeom>
          <a:solidFill>
            <a:srgbClr val="D3D9CC"/>
          </a:solidFill>
          <a:ln/>
        </p:spPr>
      </p:sp>
      <p:sp>
        <p:nvSpPr>
          <p:cNvPr id="46" name="Shape 43"/>
          <p:cNvSpPr/>
          <p:nvPr/>
        </p:nvSpPr>
        <p:spPr>
          <a:xfrm>
            <a:off x="11342809" y="6176772"/>
            <a:ext cx="82296" cy="82296"/>
          </a:xfrm>
          <a:prstGeom prst="ellipse">
            <a:avLst/>
          </a:prstGeom>
          <a:solidFill>
            <a:srgbClr val="D3D9CC"/>
          </a:solidFill>
          <a:ln/>
        </p:spPr>
      </p:sp>
      <p:sp>
        <p:nvSpPr>
          <p:cNvPr id="25" name="Slide Number Placeholder 0"/>
          <p:cNvSpPr>
            <a:spLocks noGrp="1"/>
          </p:cNvSpPr>
          <p:nvPr>
            <p:ph type="sldNum" sz="quarter" idx="4294967295"/>
          </p:nvPr>
        </p:nvSpPr>
        <p:spPr>
          <a:xfrm>
            <a:off x="11155680" y="6510528"/>
            <a:ext cx="548640" cy="228600"/>
          </a:xfrm>
          <a:prstGeom prst="rect">
            <a:avLst/>
          </a:prstGeom>
          <a:extLst>
            <a:ext uri="{C572A759-6A51-4108-AA02-DFA0A04FC94B}">
              <ma14:wrappingTextBoxFlag xmlns:ma14="http://schemas.microsoft.com/office/mac/drawingml/2011/main" val="0"/>
            </a:ext>
          </a:extLst>
        </p:spPr>
        <p:txBody>
          <a:bodyPr/>
          <a:lstStyle>
            <a:lvl1pPr>
              <a:defRPr sz="1000">
                <a:solidFill>
                  <a:srgbClr val="6D7072"/>
                </a:solidFill>
              </a:defRPr>
            </a:lvl1pPr>
          </a:lstStyle>
          <a:p>
            <a:pPr algn="r"/>
            <a:fld id="{F7021451-1387-4CA6-816F-3879F97B5CBC}" type="slidenum">
              <a:rPr b="0" lang="en-US"/>
              <a:t>28</a:t>
            </a:fld>
            <a:endParaRPr lang="en-US"/>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spTree>
      <p:nvGrpSpPr>
        <p:cNvPr id="1" name=""/>
        <p:cNvGrpSpPr/>
        <p:nvPr/>
      </p:nvGrpSpPr>
      <p:grpSpPr>
        <a:xfrm>
          <a:off x="0" y="0"/>
          <a:ext cx="0" cy="0"/>
          <a:chOff x="0" y="0"/>
          <a:chExt cx="0" cy="0"/>
        </a:xfrm>
      </p:grpSpPr>
      <p:pic>
        <p:nvPicPr>
          <p:cNvPr id="2" name="Step 24 image" descr="Step 24: Add branches and a second trunk">    </p:cNvPr>
          <p:cNvPicPr>
            <a:picLocks noChangeAspect="1"/>
          </p:cNvPicPr>
          <p:nvPr/>
        </p:nvPicPr>
        <p:blipFill>
          <a:blip r:embed="rId1"/>
          <a:stretch>
            <a:fillRect/>
          </a:stretch>
        </p:blipFill>
        <p:spPr>
          <a:xfrm>
            <a:off x="457200" y="411480"/>
            <a:ext cx="5317216" cy="6035040"/>
          </a:xfrm>
          <a:prstGeom prst="rect">
            <a:avLst/>
          </a:prstGeom>
        </p:spPr>
      </p:pic>
      <p:sp>
        <p:nvSpPr>
          <p:cNvPr id="3" name="Stage chip"/>
          <p:cNvSpPr txBox="1"/>
          <p:nvPr/>
        </p:nvSpPr>
        <p:spPr>
          <a:xfrm>
            <a:off x="6277336" y="640080"/>
            <a:ext cx="2247595" cy="292608"/>
          </a:xfrm>
          <a:prstGeom prst="roundRect">
            <a:avLst>
              <a:gd name="adj" fmla="val 31250"/>
            </a:avLst>
          </a:prstGeom>
          <a:solidFill>
            <a:srgbClr val="4B432B"/>
          </a:solidFill>
          <a:ln/>
        </p:spPr>
        <p:txBody>
          <a:bodyPr wrap="square" lIns="0" tIns="0" rIns="0" bIns="0" rtlCol="0" anchor="ctr"/>
          <a:lstStyle/>
          <a:p>
            <a:pPr algn="ctr" indent="0" marL="0">
              <a:buNone/>
            </a:pPr>
            <a:r>
              <a:rPr lang="en-US" sz="1100" b="1" dirty="0">
                <a:solidFill>
                  <a:srgbClr val="FFFFFF"/>
                </a:solidFill>
              </a:rPr>
              <a:t>STAGE 6 · TREE TRUNKS</a:t>
            </a:r>
            <a:endParaRPr lang="en-US" sz="1100" dirty="0"/>
          </a:p>
        </p:txBody>
      </p:sp>
      <p:sp>
        <p:nvSpPr>
          <p:cNvPr id="4" name="Step counter"/>
          <p:cNvSpPr txBox="1"/>
          <p:nvPr/>
        </p:nvSpPr>
        <p:spPr>
          <a:xfrm>
            <a:off x="9905695" y="640080"/>
            <a:ext cx="1554480" cy="292608"/>
          </a:xfrm>
          <a:prstGeom prst="rect">
            <a:avLst/>
          </a:prstGeom>
          <a:noFill/>
          <a:ln/>
        </p:spPr>
        <p:txBody>
          <a:bodyPr wrap="square" lIns="0" tIns="0" rIns="0" bIns="0" rtlCol="0" anchor="ctr"/>
          <a:lstStyle/>
          <a:p>
            <a:pPr algn="r" indent="0" marL="0">
              <a:buNone/>
            </a:pPr>
            <a:r>
              <a:rPr lang="en-US" sz="1100" b="1" dirty="0">
                <a:solidFill>
                  <a:srgbClr val="6D7072"/>
                </a:solidFill>
              </a:rPr>
              <a:t>STEP 24 OF 34</a:t>
            </a:r>
            <a:endParaRPr lang="en-US" sz="1100" dirty="0"/>
          </a:p>
        </p:txBody>
      </p:sp>
      <p:sp>
        <p:nvSpPr>
          <p:cNvPr id="5" name="Text 1"/>
          <p:cNvSpPr/>
          <p:nvPr>
            <p:ph idx="101" type="title" hasCustomPrompt="1"/>
          </p:nvPr>
        </p:nvSpPr>
        <p:spPr>
          <a:xfrm>
            <a:off x="6277336" y="1051560"/>
            <a:ext cx="5182839" cy="868680"/>
          </a:xfrm>
          <a:prstGeom prst="rect">
            <a:avLst/>
          </a:prstGeom>
          <a:noFill/>
          <a:ln/>
        </p:spPr>
        <p:txBody>
          <a:bodyPr wrap="square" lIns="0" tIns="0" rIns="0" bIns="0" rtlCol="0" anchor="t"/>
          <a:lstStyle/>
          <a:p>
            <a:pPr algn="l" indent="0" marL="0">
              <a:buNone/>
            </a:pPr>
            <a:r>
              <a:rPr lang="en-US" sz="2600" b="1" dirty="0">
                <a:solidFill>
                  <a:schemeClr val="tx2"/>
                </a:solidFill>
              </a:rPr>
              <a:t>Add branches and a second trunk</a:t>
            </a:r>
            <a:endParaRPr lang="en-US" sz="2600" dirty="0"/>
          </a:p>
        </p:txBody>
      </p:sp>
      <p:sp>
        <p:nvSpPr>
          <p:cNvPr id="6" name="Text 3"/>
          <p:cNvSpPr txBox="1"/>
          <p:nvPr/>
        </p:nvSpPr>
        <p:spPr>
          <a:xfrm>
            <a:off x="6277336" y="2011680"/>
            <a:ext cx="2743200" cy="228600"/>
          </a:xfrm>
          <a:prstGeom prst="rect">
            <a:avLst/>
          </a:prstGeom>
          <a:noFill/>
          <a:ln/>
        </p:spPr>
        <p:txBody>
          <a:bodyPr wrap="square" lIns="0" tIns="0" rIns="0" bIns="0" rtlCol="0" anchor="ctr"/>
          <a:lstStyle/>
          <a:p>
            <a:pPr indent="0" marL="0">
              <a:buNone/>
            </a:pPr>
            <a:r>
              <a:rPr lang="en-US" sz="1100" b="1" dirty="0">
                <a:solidFill>
                  <a:srgbClr val="6D7072"/>
                </a:solidFill>
              </a:rPr>
              <a:t>WHAT TO DO</a:t>
            </a:r>
            <a:endParaRPr lang="en-US" sz="1100" dirty="0"/>
          </a:p>
        </p:txBody>
      </p:sp>
      <p:sp>
        <p:nvSpPr>
          <p:cNvPr id="7" name="Instructions"/>
          <p:cNvSpPr txBox="1"/>
          <p:nvPr/>
        </p:nvSpPr>
        <p:spPr>
          <a:xfrm>
            <a:off x="6277336" y="2286000"/>
            <a:ext cx="5182839" cy="1874520"/>
          </a:xfrm>
          <a:prstGeom prst="rect">
            <a:avLst/>
          </a:prstGeom>
          <a:noFill/>
          <a:ln/>
        </p:spPr>
        <p:txBody>
          <a:bodyPr wrap="square" lIns="0" tIns="0" rIns="0" bIns="0" rtlCol="0" anchor="t"/>
          <a:lstStyle/>
          <a:p>
            <a:pPr marL="203200" indent="-203200">
              <a:spcAft>
                <a:spcPts val="600"/>
              </a:spcAft>
              <a:buSzPct val="100000"/>
              <a:buChar char="•"/>
            </a:pPr>
            <a:r>
              <a:rPr lang="en-US" sz="1500" dirty="0">
                <a:solidFill>
                  <a:schemeClr val="tx1"/>
                </a:solidFill>
              </a:rPr>
              <a:t>Add forked side branches along the main trunk.</a:t>
            </a:r>
            <a:endParaRPr lang="en-US" sz="1500" dirty="0"/>
          </a:p>
          <a:p>
            <a:pPr marL="203200" indent="-203200">
              <a:spcAft>
                <a:spcPts val="600"/>
              </a:spcAft>
              <a:buSzPct val="100000"/>
              <a:buChar char="•"/>
            </a:pPr>
            <a:r>
              <a:rPr lang="en-US" sz="1500" dirty="0">
                <a:solidFill>
                  <a:schemeClr val="tx1"/>
                </a:solidFill>
              </a:rPr>
              <a:t>Paint a shorter second trunk to its left, with its own thin twigs.</a:t>
            </a:r>
            <a:endParaRPr lang="en-US" sz="1500" dirty="0"/>
          </a:p>
        </p:txBody>
      </p:sp>
      <p:sp>
        <p:nvSpPr>
          <p:cNvPr id="8" name="Tip box"/>
          <p:cNvSpPr/>
          <p:nvPr/>
        </p:nvSpPr>
        <p:spPr>
          <a:xfrm>
            <a:off x="6277336" y="4224528"/>
            <a:ext cx="5182839" cy="932688"/>
          </a:xfrm>
          <a:prstGeom prst="roundRect">
            <a:avLst>
              <a:gd name="adj" fmla="val 7843"/>
            </a:avLst>
          </a:prstGeom>
          <a:solidFill>
            <a:srgbClr val="F2F4F0"/>
          </a:solidFill>
          <a:ln/>
        </p:spPr>
      </p:sp>
      <p:sp>
        <p:nvSpPr>
          <p:cNvPr id="9" name="Tip text"/>
          <p:cNvSpPr txBox="1"/>
          <p:nvPr/>
        </p:nvSpPr>
        <p:spPr>
          <a:xfrm>
            <a:off x="6414496" y="4261104"/>
            <a:ext cx="4908519" cy="859536"/>
          </a:xfrm>
          <a:prstGeom prst="rect">
            <a:avLst/>
          </a:prstGeom>
          <a:noFill/>
          <a:ln/>
        </p:spPr>
        <p:txBody>
          <a:bodyPr wrap="square" lIns="0" tIns="0" rIns="0" bIns="0" rtlCol="0" anchor="ctr"/>
          <a:lstStyle/>
          <a:p>
            <a:pPr indent="0" marL="0">
              <a:buNone/>
            </a:pPr>
            <a:r>
              <a:rPr lang="en-US" sz="1000" b="1" dirty="0">
                <a:solidFill>
                  <a:srgbClr val="B4531A"/>
                </a:solidFill>
              </a:rPr>
              <a:t>WATCH FOR</a:t>
            </a:r>
            <a:endParaRPr lang="en-US" sz="1000" dirty="0"/>
          </a:p>
          <a:p>
            <a:pPr indent="0" marL="0">
              <a:buNone/>
            </a:pPr>
            <a:r>
              <a:rPr lang="en-US" sz="1400" dirty="0">
                <a:solidFill>
                  <a:schemeClr val="tx1"/>
                </a:solidFill>
              </a:rPr>
              <a:t>The shorter trunk stands farther back, so keep it thinner.</a:t>
            </a:r>
            <a:endParaRPr lang="en-US" sz="1000" dirty="0"/>
          </a:p>
        </p:txBody>
      </p:sp>
      <p:sp>
        <p:nvSpPr>
          <p:cNvPr id="10" name="Text 7"/>
          <p:cNvSpPr txBox="1"/>
          <p:nvPr/>
        </p:nvSpPr>
        <p:spPr>
          <a:xfrm>
            <a:off x="6277336" y="5285232"/>
            <a:ext cx="5182839" cy="201168"/>
          </a:xfrm>
          <a:prstGeom prst="rect">
            <a:avLst/>
          </a:prstGeom>
          <a:noFill/>
          <a:ln/>
        </p:spPr>
        <p:txBody>
          <a:bodyPr wrap="square" lIns="0" tIns="0" rIns="0" bIns="0" rtlCol="0" anchor="ctr"/>
          <a:lstStyle/>
          <a:p>
            <a:pPr indent="0" marL="0">
              <a:buNone/>
            </a:pPr>
            <a:r>
              <a:rPr lang="en-US" sz="1000" b="1" dirty="0">
                <a:solidFill>
                  <a:srgbClr val="6D7072"/>
                </a:solidFill>
              </a:rPr>
              <a:t>COLORS IN THIS STEP</a:t>
            </a:r>
            <a:endParaRPr lang="en-US" sz="1000" dirty="0"/>
          </a:p>
        </p:txBody>
      </p:sp>
      <p:sp>
        <p:nvSpPr>
          <p:cNvPr id="11" name="Swatch Dark brown"/>
          <p:cNvSpPr/>
          <p:nvPr/>
        </p:nvSpPr>
        <p:spPr>
          <a:xfrm>
            <a:off x="6277336" y="5532120"/>
            <a:ext cx="329184" cy="329184"/>
          </a:xfrm>
          <a:prstGeom prst="ellipse">
            <a:avLst/>
          </a:prstGeom>
          <a:solidFill>
            <a:srgbClr val="4B432B"/>
          </a:solidFill>
          <a:ln w="9525">
            <a:solidFill>
              <a:srgbClr val="D3D9CC"/>
            </a:solidFill>
            <a:prstDash val="solid"/>
          </a:ln>
        </p:spPr>
      </p:sp>
      <p:sp>
        <p:nvSpPr>
          <p:cNvPr id="12" name="Text 9"/>
          <p:cNvSpPr txBox="1"/>
          <p:nvPr/>
        </p:nvSpPr>
        <p:spPr>
          <a:xfrm>
            <a:off x="6688816" y="5504688"/>
            <a:ext cx="1270413" cy="384048"/>
          </a:xfrm>
          <a:prstGeom prst="rect">
            <a:avLst/>
          </a:prstGeom>
          <a:noFill/>
          <a:ln/>
        </p:spPr>
        <p:txBody>
          <a:bodyPr wrap="square" lIns="0" tIns="0" rIns="0" bIns="0" rtlCol="0" anchor="ctr"/>
          <a:lstStyle/>
          <a:p>
            <a:pPr indent="0" marL="0">
              <a:buNone/>
            </a:pPr>
            <a:r>
              <a:rPr lang="en-US" sz="1100" b="1" dirty="0">
                <a:solidFill>
                  <a:schemeClr val="tx1"/>
                </a:solidFill>
              </a:rPr>
              <a:t>Dark brown</a:t>
            </a:r>
            <a:endParaRPr lang="en-US" sz="1100" dirty="0"/>
          </a:p>
          <a:p>
            <a:pPr indent="0" marL="0">
              <a:buNone/>
            </a:pPr>
            <a:r>
              <a:rPr lang="en-US" sz="1000" dirty="0">
                <a:solidFill>
                  <a:srgbClr val="4A5058"/>
                </a:solidFill>
              </a:rPr>
              <a:t>#4B432B</a:t>
            </a:r>
            <a:endParaRPr lang="en-US" sz="1100" dirty="0"/>
          </a:p>
        </p:txBody>
      </p:sp>
      <p:sp>
        <p:nvSpPr>
          <p:cNvPr id="13" name="Shape 10"/>
          <p:cNvSpPr/>
          <p:nvPr/>
        </p:nvSpPr>
        <p:spPr>
          <a:xfrm>
            <a:off x="6312406" y="6176772"/>
            <a:ext cx="82296" cy="82296"/>
          </a:xfrm>
          <a:prstGeom prst="ellipse">
            <a:avLst/>
          </a:prstGeom>
          <a:solidFill>
            <a:srgbClr val="8E9A82"/>
          </a:solidFill>
          <a:ln/>
        </p:spPr>
      </p:sp>
      <p:sp>
        <p:nvSpPr>
          <p:cNvPr id="14" name="Shape 11"/>
          <p:cNvSpPr/>
          <p:nvPr/>
        </p:nvSpPr>
        <p:spPr>
          <a:xfrm>
            <a:off x="6464843" y="6176772"/>
            <a:ext cx="82296" cy="82296"/>
          </a:xfrm>
          <a:prstGeom prst="ellipse">
            <a:avLst/>
          </a:prstGeom>
          <a:solidFill>
            <a:srgbClr val="8E9A82"/>
          </a:solidFill>
          <a:ln/>
        </p:spPr>
      </p:sp>
      <p:sp>
        <p:nvSpPr>
          <p:cNvPr id="15" name="Shape 12"/>
          <p:cNvSpPr/>
          <p:nvPr/>
        </p:nvSpPr>
        <p:spPr>
          <a:xfrm>
            <a:off x="6617279" y="6176772"/>
            <a:ext cx="82296" cy="82296"/>
          </a:xfrm>
          <a:prstGeom prst="ellipse">
            <a:avLst/>
          </a:prstGeom>
          <a:solidFill>
            <a:srgbClr val="8E9A82"/>
          </a:solidFill>
          <a:ln/>
        </p:spPr>
      </p:sp>
      <p:sp>
        <p:nvSpPr>
          <p:cNvPr id="16" name="Shape 13"/>
          <p:cNvSpPr/>
          <p:nvPr/>
        </p:nvSpPr>
        <p:spPr>
          <a:xfrm>
            <a:off x="6769715" y="6176772"/>
            <a:ext cx="82296" cy="82296"/>
          </a:xfrm>
          <a:prstGeom prst="ellipse">
            <a:avLst/>
          </a:prstGeom>
          <a:solidFill>
            <a:srgbClr val="8E9A82"/>
          </a:solidFill>
          <a:ln/>
        </p:spPr>
      </p:sp>
      <p:sp>
        <p:nvSpPr>
          <p:cNvPr id="17" name="Shape 14"/>
          <p:cNvSpPr/>
          <p:nvPr/>
        </p:nvSpPr>
        <p:spPr>
          <a:xfrm>
            <a:off x="6922152" y="6176772"/>
            <a:ext cx="82296" cy="82296"/>
          </a:xfrm>
          <a:prstGeom prst="ellipse">
            <a:avLst/>
          </a:prstGeom>
          <a:solidFill>
            <a:srgbClr val="8E9A82"/>
          </a:solidFill>
          <a:ln/>
        </p:spPr>
      </p:sp>
      <p:sp>
        <p:nvSpPr>
          <p:cNvPr id="18" name="Shape 15"/>
          <p:cNvSpPr/>
          <p:nvPr/>
        </p:nvSpPr>
        <p:spPr>
          <a:xfrm>
            <a:off x="7074588" y="6176772"/>
            <a:ext cx="82296" cy="82296"/>
          </a:xfrm>
          <a:prstGeom prst="ellipse">
            <a:avLst/>
          </a:prstGeom>
          <a:solidFill>
            <a:srgbClr val="8E9A82"/>
          </a:solidFill>
          <a:ln/>
        </p:spPr>
      </p:sp>
      <p:sp>
        <p:nvSpPr>
          <p:cNvPr id="19" name="Shape 16"/>
          <p:cNvSpPr/>
          <p:nvPr/>
        </p:nvSpPr>
        <p:spPr>
          <a:xfrm>
            <a:off x="7227025" y="6176772"/>
            <a:ext cx="82296" cy="82296"/>
          </a:xfrm>
          <a:prstGeom prst="ellipse">
            <a:avLst/>
          </a:prstGeom>
          <a:solidFill>
            <a:srgbClr val="8E9A82"/>
          </a:solidFill>
          <a:ln/>
        </p:spPr>
      </p:sp>
      <p:sp>
        <p:nvSpPr>
          <p:cNvPr id="20" name="Shape 17"/>
          <p:cNvSpPr/>
          <p:nvPr/>
        </p:nvSpPr>
        <p:spPr>
          <a:xfrm>
            <a:off x="7379461" y="6176772"/>
            <a:ext cx="82296" cy="82296"/>
          </a:xfrm>
          <a:prstGeom prst="ellipse">
            <a:avLst/>
          </a:prstGeom>
          <a:solidFill>
            <a:srgbClr val="8E9A82"/>
          </a:solidFill>
          <a:ln/>
        </p:spPr>
      </p:sp>
      <p:sp>
        <p:nvSpPr>
          <p:cNvPr id="21" name="Shape 18"/>
          <p:cNvSpPr/>
          <p:nvPr/>
        </p:nvSpPr>
        <p:spPr>
          <a:xfrm>
            <a:off x="7531898" y="6176772"/>
            <a:ext cx="82296" cy="82296"/>
          </a:xfrm>
          <a:prstGeom prst="ellipse">
            <a:avLst/>
          </a:prstGeom>
          <a:solidFill>
            <a:srgbClr val="8E9A82"/>
          </a:solidFill>
          <a:ln/>
        </p:spPr>
      </p:sp>
      <p:sp>
        <p:nvSpPr>
          <p:cNvPr id="22" name="Shape 19"/>
          <p:cNvSpPr/>
          <p:nvPr/>
        </p:nvSpPr>
        <p:spPr>
          <a:xfrm>
            <a:off x="7684334" y="6176772"/>
            <a:ext cx="82296" cy="82296"/>
          </a:xfrm>
          <a:prstGeom prst="ellipse">
            <a:avLst/>
          </a:prstGeom>
          <a:solidFill>
            <a:srgbClr val="8E9A82"/>
          </a:solidFill>
          <a:ln/>
        </p:spPr>
      </p:sp>
      <p:sp>
        <p:nvSpPr>
          <p:cNvPr id="23" name="Shape 20"/>
          <p:cNvSpPr/>
          <p:nvPr/>
        </p:nvSpPr>
        <p:spPr>
          <a:xfrm>
            <a:off x="7836771" y="6176772"/>
            <a:ext cx="82296" cy="82296"/>
          </a:xfrm>
          <a:prstGeom prst="ellipse">
            <a:avLst/>
          </a:prstGeom>
          <a:solidFill>
            <a:srgbClr val="8E9A82"/>
          </a:solidFill>
          <a:ln/>
        </p:spPr>
      </p:sp>
      <p:sp>
        <p:nvSpPr>
          <p:cNvPr id="24" name="Shape 21"/>
          <p:cNvSpPr/>
          <p:nvPr/>
        </p:nvSpPr>
        <p:spPr>
          <a:xfrm>
            <a:off x="7989207" y="6176772"/>
            <a:ext cx="82296" cy="82296"/>
          </a:xfrm>
          <a:prstGeom prst="ellipse">
            <a:avLst/>
          </a:prstGeom>
          <a:solidFill>
            <a:srgbClr val="8E9A82"/>
          </a:solidFill>
          <a:ln/>
        </p:spPr>
      </p:sp>
      <p:sp>
        <p:nvSpPr>
          <p:cNvPr id="25" name="Shape 22"/>
          <p:cNvSpPr/>
          <p:nvPr/>
        </p:nvSpPr>
        <p:spPr>
          <a:xfrm>
            <a:off x="8141643" y="6176772"/>
            <a:ext cx="82296" cy="82296"/>
          </a:xfrm>
          <a:prstGeom prst="ellipse">
            <a:avLst/>
          </a:prstGeom>
          <a:solidFill>
            <a:srgbClr val="8E9A82"/>
          </a:solidFill>
          <a:ln/>
        </p:spPr>
      </p:sp>
      <p:sp>
        <p:nvSpPr>
          <p:cNvPr id="26" name="Shape 23"/>
          <p:cNvSpPr/>
          <p:nvPr/>
        </p:nvSpPr>
        <p:spPr>
          <a:xfrm>
            <a:off x="8294080" y="6176772"/>
            <a:ext cx="82296" cy="82296"/>
          </a:xfrm>
          <a:prstGeom prst="ellipse">
            <a:avLst/>
          </a:prstGeom>
          <a:solidFill>
            <a:srgbClr val="8E9A82"/>
          </a:solidFill>
          <a:ln/>
        </p:spPr>
      </p:sp>
      <p:sp>
        <p:nvSpPr>
          <p:cNvPr id="27" name="Shape 24"/>
          <p:cNvSpPr/>
          <p:nvPr/>
        </p:nvSpPr>
        <p:spPr>
          <a:xfrm>
            <a:off x="8446516" y="6176772"/>
            <a:ext cx="82296" cy="82296"/>
          </a:xfrm>
          <a:prstGeom prst="ellipse">
            <a:avLst/>
          </a:prstGeom>
          <a:solidFill>
            <a:srgbClr val="8E9A82"/>
          </a:solidFill>
          <a:ln/>
        </p:spPr>
      </p:sp>
      <p:sp>
        <p:nvSpPr>
          <p:cNvPr id="28" name="Shape 25"/>
          <p:cNvSpPr/>
          <p:nvPr/>
        </p:nvSpPr>
        <p:spPr>
          <a:xfrm>
            <a:off x="8598953" y="6176772"/>
            <a:ext cx="82296" cy="82296"/>
          </a:xfrm>
          <a:prstGeom prst="ellipse">
            <a:avLst/>
          </a:prstGeom>
          <a:solidFill>
            <a:srgbClr val="8E9A82"/>
          </a:solidFill>
          <a:ln/>
        </p:spPr>
      </p:sp>
      <p:sp>
        <p:nvSpPr>
          <p:cNvPr id="29" name="Shape 26"/>
          <p:cNvSpPr/>
          <p:nvPr/>
        </p:nvSpPr>
        <p:spPr>
          <a:xfrm>
            <a:off x="8751389" y="6176772"/>
            <a:ext cx="82296" cy="82296"/>
          </a:xfrm>
          <a:prstGeom prst="ellipse">
            <a:avLst/>
          </a:prstGeom>
          <a:solidFill>
            <a:srgbClr val="8E9A82"/>
          </a:solidFill>
          <a:ln/>
        </p:spPr>
      </p:sp>
      <p:sp>
        <p:nvSpPr>
          <p:cNvPr id="30" name="Shape 27"/>
          <p:cNvSpPr/>
          <p:nvPr/>
        </p:nvSpPr>
        <p:spPr>
          <a:xfrm>
            <a:off x="8903826" y="6176772"/>
            <a:ext cx="82296" cy="82296"/>
          </a:xfrm>
          <a:prstGeom prst="ellipse">
            <a:avLst/>
          </a:prstGeom>
          <a:solidFill>
            <a:srgbClr val="8E9A82"/>
          </a:solidFill>
          <a:ln/>
        </p:spPr>
      </p:sp>
      <p:sp>
        <p:nvSpPr>
          <p:cNvPr id="31" name="Shape 28"/>
          <p:cNvSpPr/>
          <p:nvPr/>
        </p:nvSpPr>
        <p:spPr>
          <a:xfrm>
            <a:off x="9056262" y="6176772"/>
            <a:ext cx="82296" cy="82296"/>
          </a:xfrm>
          <a:prstGeom prst="ellipse">
            <a:avLst/>
          </a:prstGeom>
          <a:solidFill>
            <a:srgbClr val="8E9A82"/>
          </a:solidFill>
          <a:ln/>
        </p:spPr>
      </p:sp>
      <p:sp>
        <p:nvSpPr>
          <p:cNvPr id="32" name="Shape 29"/>
          <p:cNvSpPr/>
          <p:nvPr/>
        </p:nvSpPr>
        <p:spPr>
          <a:xfrm>
            <a:off x="9208699" y="6176772"/>
            <a:ext cx="82296" cy="82296"/>
          </a:xfrm>
          <a:prstGeom prst="ellipse">
            <a:avLst/>
          </a:prstGeom>
          <a:solidFill>
            <a:srgbClr val="8E9A82"/>
          </a:solidFill>
          <a:ln/>
        </p:spPr>
      </p:sp>
      <p:sp>
        <p:nvSpPr>
          <p:cNvPr id="33" name="Shape 30"/>
          <p:cNvSpPr/>
          <p:nvPr/>
        </p:nvSpPr>
        <p:spPr>
          <a:xfrm>
            <a:off x="9361135" y="6176772"/>
            <a:ext cx="82296" cy="82296"/>
          </a:xfrm>
          <a:prstGeom prst="ellipse">
            <a:avLst/>
          </a:prstGeom>
          <a:solidFill>
            <a:srgbClr val="8E9A82"/>
          </a:solidFill>
          <a:ln/>
        </p:spPr>
      </p:sp>
      <p:sp>
        <p:nvSpPr>
          <p:cNvPr id="34" name="Shape 31"/>
          <p:cNvSpPr/>
          <p:nvPr/>
        </p:nvSpPr>
        <p:spPr>
          <a:xfrm>
            <a:off x="9513572" y="6176772"/>
            <a:ext cx="82296" cy="82296"/>
          </a:xfrm>
          <a:prstGeom prst="ellipse">
            <a:avLst/>
          </a:prstGeom>
          <a:solidFill>
            <a:srgbClr val="8E9A82"/>
          </a:solidFill>
          <a:ln/>
        </p:spPr>
      </p:sp>
      <p:sp>
        <p:nvSpPr>
          <p:cNvPr id="35" name="Shape 32"/>
          <p:cNvSpPr/>
          <p:nvPr/>
        </p:nvSpPr>
        <p:spPr>
          <a:xfrm>
            <a:off x="9666008" y="6176772"/>
            <a:ext cx="82296" cy="82296"/>
          </a:xfrm>
          <a:prstGeom prst="ellipse">
            <a:avLst/>
          </a:prstGeom>
          <a:solidFill>
            <a:srgbClr val="8E9A82"/>
          </a:solidFill>
          <a:ln/>
        </p:spPr>
      </p:sp>
      <p:sp>
        <p:nvSpPr>
          <p:cNvPr id="36" name="Shape 33"/>
          <p:cNvSpPr/>
          <p:nvPr/>
        </p:nvSpPr>
        <p:spPr>
          <a:xfrm>
            <a:off x="9781868" y="6140196"/>
            <a:ext cx="155448" cy="155448"/>
          </a:xfrm>
          <a:prstGeom prst="ellipse">
            <a:avLst/>
          </a:prstGeom>
          <a:solidFill>
            <a:srgbClr val="4B432B"/>
          </a:solidFill>
          <a:ln/>
        </p:spPr>
      </p:sp>
      <p:sp>
        <p:nvSpPr>
          <p:cNvPr id="37" name="Shape 34"/>
          <p:cNvSpPr/>
          <p:nvPr/>
        </p:nvSpPr>
        <p:spPr>
          <a:xfrm>
            <a:off x="9970881" y="6176772"/>
            <a:ext cx="82296" cy="82296"/>
          </a:xfrm>
          <a:prstGeom prst="ellipse">
            <a:avLst/>
          </a:prstGeom>
          <a:solidFill>
            <a:srgbClr val="D3D9CC"/>
          </a:solidFill>
          <a:ln/>
        </p:spPr>
      </p:sp>
      <p:sp>
        <p:nvSpPr>
          <p:cNvPr id="38" name="Shape 35"/>
          <p:cNvSpPr/>
          <p:nvPr/>
        </p:nvSpPr>
        <p:spPr>
          <a:xfrm>
            <a:off x="10123317" y="6176772"/>
            <a:ext cx="82296" cy="82296"/>
          </a:xfrm>
          <a:prstGeom prst="ellipse">
            <a:avLst/>
          </a:prstGeom>
          <a:solidFill>
            <a:srgbClr val="D3D9CC"/>
          </a:solidFill>
          <a:ln/>
        </p:spPr>
      </p:sp>
      <p:sp>
        <p:nvSpPr>
          <p:cNvPr id="39" name="Shape 36"/>
          <p:cNvSpPr/>
          <p:nvPr/>
        </p:nvSpPr>
        <p:spPr>
          <a:xfrm>
            <a:off x="10275754" y="6176772"/>
            <a:ext cx="82296" cy="82296"/>
          </a:xfrm>
          <a:prstGeom prst="ellipse">
            <a:avLst/>
          </a:prstGeom>
          <a:solidFill>
            <a:srgbClr val="D3D9CC"/>
          </a:solidFill>
          <a:ln/>
        </p:spPr>
      </p:sp>
      <p:sp>
        <p:nvSpPr>
          <p:cNvPr id="40" name="Shape 37"/>
          <p:cNvSpPr/>
          <p:nvPr/>
        </p:nvSpPr>
        <p:spPr>
          <a:xfrm>
            <a:off x="10428190" y="6176772"/>
            <a:ext cx="82296" cy="82296"/>
          </a:xfrm>
          <a:prstGeom prst="ellipse">
            <a:avLst/>
          </a:prstGeom>
          <a:solidFill>
            <a:srgbClr val="D3D9CC"/>
          </a:solidFill>
          <a:ln/>
        </p:spPr>
      </p:sp>
      <p:sp>
        <p:nvSpPr>
          <p:cNvPr id="41" name="Shape 38"/>
          <p:cNvSpPr/>
          <p:nvPr/>
        </p:nvSpPr>
        <p:spPr>
          <a:xfrm>
            <a:off x="10580627" y="6176772"/>
            <a:ext cx="82296" cy="82296"/>
          </a:xfrm>
          <a:prstGeom prst="ellipse">
            <a:avLst/>
          </a:prstGeom>
          <a:solidFill>
            <a:srgbClr val="D3D9CC"/>
          </a:solidFill>
          <a:ln/>
        </p:spPr>
      </p:sp>
      <p:sp>
        <p:nvSpPr>
          <p:cNvPr id="42" name="Shape 39"/>
          <p:cNvSpPr/>
          <p:nvPr/>
        </p:nvSpPr>
        <p:spPr>
          <a:xfrm>
            <a:off x="10733063" y="6176772"/>
            <a:ext cx="82296" cy="82296"/>
          </a:xfrm>
          <a:prstGeom prst="ellipse">
            <a:avLst/>
          </a:prstGeom>
          <a:solidFill>
            <a:srgbClr val="D3D9CC"/>
          </a:solidFill>
          <a:ln/>
        </p:spPr>
      </p:sp>
      <p:sp>
        <p:nvSpPr>
          <p:cNvPr id="43" name="Shape 40"/>
          <p:cNvSpPr/>
          <p:nvPr/>
        </p:nvSpPr>
        <p:spPr>
          <a:xfrm>
            <a:off x="10885500" y="6176772"/>
            <a:ext cx="82296" cy="82296"/>
          </a:xfrm>
          <a:prstGeom prst="ellipse">
            <a:avLst/>
          </a:prstGeom>
          <a:solidFill>
            <a:srgbClr val="D3D9CC"/>
          </a:solidFill>
          <a:ln/>
        </p:spPr>
      </p:sp>
      <p:sp>
        <p:nvSpPr>
          <p:cNvPr id="44" name="Shape 41"/>
          <p:cNvSpPr/>
          <p:nvPr/>
        </p:nvSpPr>
        <p:spPr>
          <a:xfrm>
            <a:off x="11037936" y="6176772"/>
            <a:ext cx="82296" cy="82296"/>
          </a:xfrm>
          <a:prstGeom prst="ellipse">
            <a:avLst/>
          </a:prstGeom>
          <a:solidFill>
            <a:srgbClr val="D3D9CC"/>
          </a:solidFill>
          <a:ln/>
        </p:spPr>
      </p:sp>
      <p:sp>
        <p:nvSpPr>
          <p:cNvPr id="45" name="Shape 42"/>
          <p:cNvSpPr/>
          <p:nvPr/>
        </p:nvSpPr>
        <p:spPr>
          <a:xfrm>
            <a:off x="11190373" y="6176772"/>
            <a:ext cx="82296" cy="82296"/>
          </a:xfrm>
          <a:prstGeom prst="ellipse">
            <a:avLst/>
          </a:prstGeom>
          <a:solidFill>
            <a:srgbClr val="D3D9CC"/>
          </a:solidFill>
          <a:ln/>
        </p:spPr>
      </p:sp>
      <p:sp>
        <p:nvSpPr>
          <p:cNvPr id="46" name="Shape 43"/>
          <p:cNvSpPr/>
          <p:nvPr/>
        </p:nvSpPr>
        <p:spPr>
          <a:xfrm>
            <a:off x="11342809" y="6176772"/>
            <a:ext cx="82296" cy="82296"/>
          </a:xfrm>
          <a:prstGeom prst="ellipse">
            <a:avLst/>
          </a:prstGeom>
          <a:solidFill>
            <a:srgbClr val="D3D9CC"/>
          </a:solidFill>
          <a:ln/>
        </p:spPr>
      </p:sp>
      <p:sp>
        <p:nvSpPr>
          <p:cNvPr id="25" name="Slide Number Placeholder 0"/>
          <p:cNvSpPr>
            <a:spLocks noGrp="1"/>
          </p:cNvSpPr>
          <p:nvPr>
            <p:ph type="sldNum" sz="quarter" idx="4294967295"/>
          </p:nvPr>
        </p:nvSpPr>
        <p:spPr>
          <a:xfrm>
            <a:off x="11155680" y="6510528"/>
            <a:ext cx="548640" cy="228600"/>
          </a:xfrm>
          <a:prstGeom prst="rect">
            <a:avLst/>
          </a:prstGeom>
          <a:extLst>
            <a:ext uri="{C572A759-6A51-4108-AA02-DFA0A04FC94B}">
              <ma14:wrappingTextBoxFlag xmlns:ma14="http://schemas.microsoft.com/office/mac/drawingml/2011/main" val="0"/>
            </a:ext>
          </a:extLst>
        </p:spPr>
        <p:txBody>
          <a:bodyPr/>
          <a:lstStyle>
            <a:lvl1pPr>
              <a:defRPr sz="1000">
                <a:solidFill>
                  <a:srgbClr val="6D7072"/>
                </a:solidFill>
              </a:defRPr>
            </a:lvl1pPr>
          </a:lstStyle>
          <a:p>
            <a:pPr algn="r"/>
            <a:fld id="{F7021451-1387-4CA6-816F-3879F97B5CBC}" type="slidenum">
              <a:rPr b="0" lang="en-US"/>
              <a:t>29</a:t>
            </a:fld>
            <a:endParaRPr lang="en-US"/>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spTree>
      <p:nvGrpSpPr>
        <p:cNvPr id="1" name=""/>
        <p:cNvGrpSpPr/>
        <p:nvPr/>
      </p:nvGrpSpPr>
      <p:grpSpPr>
        <a:xfrm>
          <a:off x="0" y="0"/>
          <a:ext cx="0" cy="0"/>
          <a:chOff x="0" y="0"/>
          <a:chExt cx="0" cy="0"/>
        </a:xfrm>
      </p:grpSpPr>
      <p:pic>
        <p:nvPicPr>
          <p:cNvPr id="2" name="Step 25 image" descr="Step 25: Paint the remaining trunks with a fine brush">    </p:cNvPr>
          <p:cNvPicPr>
            <a:picLocks noChangeAspect="1"/>
          </p:cNvPicPr>
          <p:nvPr/>
        </p:nvPicPr>
        <p:blipFill>
          <a:blip r:embed="rId1"/>
          <a:stretch>
            <a:fillRect/>
          </a:stretch>
        </p:blipFill>
        <p:spPr>
          <a:xfrm>
            <a:off x="457200" y="411480"/>
            <a:ext cx="5317216" cy="6035040"/>
          </a:xfrm>
          <a:prstGeom prst="rect">
            <a:avLst/>
          </a:prstGeom>
        </p:spPr>
      </p:pic>
      <p:sp>
        <p:nvSpPr>
          <p:cNvPr id="3" name="Stage chip"/>
          <p:cNvSpPr txBox="1"/>
          <p:nvPr/>
        </p:nvSpPr>
        <p:spPr>
          <a:xfrm>
            <a:off x="6277336" y="640080"/>
            <a:ext cx="2247595" cy="292608"/>
          </a:xfrm>
          <a:prstGeom prst="roundRect">
            <a:avLst>
              <a:gd name="adj" fmla="val 31250"/>
            </a:avLst>
          </a:prstGeom>
          <a:solidFill>
            <a:srgbClr val="4B432B"/>
          </a:solidFill>
          <a:ln/>
        </p:spPr>
        <p:txBody>
          <a:bodyPr wrap="square" lIns="0" tIns="0" rIns="0" bIns="0" rtlCol="0" anchor="ctr"/>
          <a:lstStyle/>
          <a:p>
            <a:pPr algn="ctr" indent="0" marL="0">
              <a:buNone/>
            </a:pPr>
            <a:r>
              <a:rPr lang="en-US" sz="1100" b="1" dirty="0">
                <a:solidFill>
                  <a:srgbClr val="FFFFFF"/>
                </a:solidFill>
              </a:rPr>
              <a:t>STAGE 6 · TREE TRUNKS</a:t>
            </a:r>
            <a:endParaRPr lang="en-US" sz="1100" dirty="0"/>
          </a:p>
        </p:txBody>
      </p:sp>
      <p:sp>
        <p:nvSpPr>
          <p:cNvPr id="4" name="Step counter"/>
          <p:cNvSpPr txBox="1"/>
          <p:nvPr/>
        </p:nvSpPr>
        <p:spPr>
          <a:xfrm>
            <a:off x="9905695" y="640080"/>
            <a:ext cx="1554480" cy="292608"/>
          </a:xfrm>
          <a:prstGeom prst="rect">
            <a:avLst/>
          </a:prstGeom>
          <a:noFill/>
          <a:ln/>
        </p:spPr>
        <p:txBody>
          <a:bodyPr wrap="square" lIns="0" tIns="0" rIns="0" bIns="0" rtlCol="0" anchor="ctr"/>
          <a:lstStyle/>
          <a:p>
            <a:pPr algn="r" indent="0" marL="0">
              <a:buNone/>
            </a:pPr>
            <a:r>
              <a:rPr lang="en-US" sz="1100" b="1" dirty="0">
                <a:solidFill>
                  <a:srgbClr val="6D7072"/>
                </a:solidFill>
              </a:rPr>
              <a:t>STEP 25 OF 34</a:t>
            </a:r>
            <a:endParaRPr lang="en-US" sz="1100" dirty="0"/>
          </a:p>
        </p:txBody>
      </p:sp>
      <p:sp>
        <p:nvSpPr>
          <p:cNvPr id="5" name="Text 1"/>
          <p:cNvSpPr/>
          <p:nvPr>
            <p:ph idx="101" type="title" hasCustomPrompt="1"/>
          </p:nvPr>
        </p:nvSpPr>
        <p:spPr>
          <a:xfrm>
            <a:off x="6277336" y="1051560"/>
            <a:ext cx="5182839" cy="868680"/>
          </a:xfrm>
          <a:prstGeom prst="rect">
            <a:avLst/>
          </a:prstGeom>
          <a:noFill/>
          <a:ln/>
        </p:spPr>
        <p:txBody>
          <a:bodyPr wrap="square" lIns="0" tIns="0" rIns="0" bIns="0" rtlCol="0" anchor="t"/>
          <a:lstStyle/>
          <a:p>
            <a:pPr algn="l" indent="0" marL="0">
              <a:buNone/>
            </a:pPr>
            <a:r>
              <a:rPr lang="en-US" sz="2600" b="1" dirty="0">
                <a:solidFill>
                  <a:schemeClr val="tx2"/>
                </a:solidFill>
              </a:rPr>
              <a:t>Paint the remaining trunks with a fine brush</a:t>
            </a:r>
            <a:endParaRPr lang="en-US" sz="2600" dirty="0"/>
          </a:p>
        </p:txBody>
      </p:sp>
      <p:sp>
        <p:nvSpPr>
          <p:cNvPr id="6" name="Text 3"/>
          <p:cNvSpPr txBox="1"/>
          <p:nvPr/>
        </p:nvSpPr>
        <p:spPr>
          <a:xfrm>
            <a:off x="6277336" y="2011680"/>
            <a:ext cx="2743200" cy="228600"/>
          </a:xfrm>
          <a:prstGeom prst="rect">
            <a:avLst/>
          </a:prstGeom>
          <a:noFill/>
          <a:ln/>
        </p:spPr>
        <p:txBody>
          <a:bodyPr wrap="square" lIns="0" tIns="0" rIns="0" bIns="0" rtlCol="0" anchor="ctr"/>
          <a:lstStyle/>
          <a:p>
            <a:pPr indent="0" marL="0">
              <a:buNone/>
            </a:pPr>
            <a:r>
              <a:rPr lang="en-US" sz="1100" b="1" dirty="0">
                <a:solidFill>
                  <a:srgbClr val="6D7072"/>
                </a:solidFill>
              </a:rPr>
              <a:t>WHAT TO DO</a:t>
            </a:r>
            <a:endParaRPr lang="en-US" sz="1100" dirty="0"/>
          </a:p>
        </p:txBody>
      </p:sp>
      <p:sp>
        <p:nvSpPr>
          <p:cNvPr id="7" name="Instructions"/>
          <p:cNvSpPr txBox="1"/>
          <p:nvPr/>
        </p:nvSpPr>
        <p:spPr>
          <a:xfrm>
            <a:off x="6277336" y="2286000"/>
            <a:ext cx="5182839" cy="1874520"/>
          </a:xfrm>
          <a:prstGeom prst="rect">
            <a:avLst/>
          </a:prstGeom>
          <a:noFill/>
          <a:ln/>
        </p:spPr>
        <p:txBody>
          <a:bodyPr wrap="square" lIns="0" tIns="0" rIns="0" bIns="0" rtlCol="0" anchor="t"/>
          <a:lstStyle/>
          <a:p>
            <a:pPr marL="203200" indent="-203200">
              <a:spcAft>
                <a:spcPts val="600"/>
              </a:spcAft>
              <a:buSzPct val="100000"/>
              <a:buChar char="•"/>
            </a:pPr>
            <a:r>
              <a:rPr lang="en-US" sz="1500" dirty="0">
                <a:solidFill>
                  <a:schemeClr val="tx1"/>
                </a:solidFill>
              </a:rPr>
              <a:t>Switch to a thin, long-bristled liner brush for the rest of the trunks and twigs.</a:t>
            </a:r>
            <a:endParaRPr lang="en-US" sz="1500" dirty="0"/>
          </a:p>
          <a:p>
            <a:pPr marL="203200" indent="-203200">
              <a:spcAft>
                <a:spcPts val="600"/>
              </a:spcAft>
              <a:buSzPct val="100000"/>
              <a:buChar char="•"/>
            </a:pPr>
            <a:r>
              <a:rPr lang="en-US" sz="1500" dirty="0">
                <a:solidFill>
                  <a:schemeClr val="tx1"/>
                </a:solidFill>
              </a:rPr>
              <a:t>Work across the left side and the middle, tracing your pencil trunks.</a:t>
            </a:r>
            <a:endParaRPr lang="en-US" sz="1500" dirty="0"/>
          </a:p>
        </p:txBody>
      </p:sp>
      <p:sp>
        <p:nvSpPr>
          <p:cNvPr id="8" name="Tip box"/>
          <p:cNvSpPr/>
          <p:nvPr/>
        </p:nvSpPr>
        <p:spPr>
          <a:xfrm>
            <a:off x="6277336" y="4224528"/>
            <a:ext cx="5182839" cy="932688"/>
          </a:xfrm>
          <a:prstGeom prst="roundRect">
            <a:avLst>
              <a:gd name="adj" fmla="val 7843"/>
            </a:avLst>
          </a:prstGeom>
          <a:solidFill>
            <a:srgbClr val="F2F4F0"/>
          </a:solidFill>
          <a:ln/>
        </p:spPr>
      </p:sp>
      <p:sp>
        <p:nvSpPr>
          <p:cNvPr id="9" name="Tip text"/>
          <p:cNvSpPr txBox="1"/>
          <p:nvPr/>
        </p:nvSpPr>
        <p:spPr>
          <a:xfrm>
            <a:off x="6414496" y="4261104"/>
            <a:ext cx="4908519" cy="859536"/>
          </a:xfrm>
          <a:prstGeom prst="rect">
            <a:avLst/>
          </a:prstGeom>
          <a:noFill/>
          <a:ln/>
        </p:spPr>
        <p:txBody>
          <a:bodyPr wrap="square" lIns="0" tIns="0" rIns="0" bIns="0" rtlCol="0" anchor="ctr"/>
          <a:lstStyle/>
          <a:p>
            <a:pPr indent="0" marL="0">
              <a:buNone/>
            </a:pPr>
            <a:r>
              <a:rPr lang="en-US" sz="1000" b="1" dirty="0">
                <a:solidFill>
                  <a:srgbClr val="B4531A"/>
                </a:solidFill>
              </a:rPr>
              <a:t>WATCH FOR</a:t>
            </a:r>
            <a:endParaRPr lang="en-US" sz="1000" dirty="0"/>
          </a:p>
          <a:p>
            <a:pPr indent="0" marL="0">
              <a:buNone/>
            </a:pPr>
            <a:r>
              <a:rPr lang="en-US" sz="1400" dirty="0">
                <a:solidFill>
                  <a:schemeClr val="tx1"/>
                </a:solidFill>
              </a:rPr>
              <a:t>Trees near the vanishing point are small and thin. Keep the brush light.</a:t>
            </a:r>
            <a:endParaRPr lang="en-US" sz="1000" dirty="0"/>
          </a:p>
        </p:txBody>
      </p:sp>
      <p:sp>
        <p:nvSpPr>
          <p:cNvPr id="10" name="Text 7"/>
          <p:cNvSpPr txBox="1"/>
          <p:nvPr/>
        </p:nvSpPr>
        <p:spPr>
          <a:xfrm>
            <a:off x="6277336" y="5285232"/>
            <a:ext cx="5182839" cy="201168"/>
          </a:xfrm>
          <a:prstGeom prst="rect">
            <a:avLst/>
          </a:prstGeom>
          <a:noFill/>
          <a:ln/>
        </p:spPr>
        <p:txBody>
          <a:bodyPr wrap="square" lIns="0" tIns="0" rIns="0" bIns="0" rtlCol="0" anchor="ctr"/>
          <a:lstStyle/>
          <a:p>
            <a:pPr indent="0" marL="0">
              <a:buNone/>
            </a:pPr>
            <a:r>
              <a:rPr lang="en-US" sz="1000" b="1" dirty="0">
                <a:solidFill>
                  <a:srgbClr val="6D7072"/>
                </a:solidFill>
              </a:rPr>
              <a:t>COLORS IN THIS STEP</a:t>
            </a:r>
            <a:endParaRPr lang="en-US" sz="1000" dirty="0"/>
          </a:p>
        </p:txBody>
      </p:sp>
      <p:sp>
        <p:nvSpPr>
          <p:cNvPr id="11" name="Swatch Dark brown"/>
          <p:cNvSpPr/>
          <p:nvPr/>
        </p:nvSpPr>
        <p:spPr>
          <a:xfrm>
            <a:off x="6277336" y="5532120"/>
            <a:ext cx="329184" cy="329184"/>
          </a:xfrm>
          <a:prstGeom prst="ellipse">
            <a:avLst/>
          </a:prstGeom>
          <a:solidFill>
            <a:srgbClr val="4B432B"/>
          </a:solidFill>
          <a:ln w="9525">
            <a:solidFill>
              <a:srgbClr val="D3D9CC"/>
            </a:solidFill>
            <a:prstDash val="solid"/>
          </a:ln>
        </p:spPr>
      </p:sp>
      <p:sp>
        <p:nvSpPr>
          <p:cNvPr id="12" name="Text 9"/>
          <p:cNvSpPr txBox="1"/>
          <p:nvPr/>
        </p:nvSpPr>
        <p:spPr>
          <a:xfrm>
            <a:off x="6688816" y="5504688"/>
            <a:ext cx="1270413" cy="384048"/>
          </a:xfrm>
          <a:prstGeom prst="rect">
            <a:avLst/>
          </a:prstGeom>
          <a:noFill/>
          <a:ln/>
        </p:spPr>
        <p:txBody>
          <a:bodyPr wrap="square" lIns="0" tIns="0" rIns="0" bIns="0" rtlCol="0" anchor="ctr"/>
          <a:lstStyle/>
          <a:p>
            <a:pPr indent="0" marL="0">
              <a:buNone/>
            </a:pPr>
            <a:r>
              <a:rPr lang="en-US" sz="1100" b="1" dirty="0">
                <a:solidFill>
                  <a:schemeClr val="tx1"/>
                </a:solidFill>
              </a:rPr>
              <a:t>Dark brown</a:t>
            </a:r>
            <a:endParaRPr lang="en-US" sz="1100" dirty="0"/>
          </a:p>
          <a:p>
            <a:pPr indent="0" marL="0">
              <a:buNone/>
            </a:pPr>
            <a:r>
              <a:rPr lang="en-US" sz="1000" dirty="0">
                <a:solidFill>
                  <a:srgbClr val="4A5058"/>
                </a:solidFill>
              </a:rPr>
              <a:t>#4B432B</a:t>
            </a:r>
            <a:endParaRPr lang="en-US" sz="1100" dirty="0"/>
          </a:p>
        </p:txBody>
      </p:sp>
      <p:sp>
        <p:nvSpPr>
          <p:cNvPr id="13" name="Shape 10"/>
          <p:cNvSpPr/>
          <p:nvPr/>
        </p:nvSpPr>
        <p:spPr>
          <a:xfrm>
            <a:off x="6312406" y="6176772"/>
            <a:ext cx="82296" cy="82296"/>
          </a:xfrm>
          <a:prstGeom prst="ellipse">
            <a:avLst/>
          </a:prstGeom>
          <a:solidFill>
            <a:srgbClr val="8E9A82"/>
          </a:solidFill>
          <a:ln/>
        </p:spPr>
      </p:sp>
      <p:sp>
        <p:nvSpPr>
          <p:cNvPr id="14" name="Shape 11"/>
          <p:cNvSpPr/>
          <p:nvPr/>
        </p:nvSpPr>
        <p:spPr>
          <a:xfrm>
            <a:off x="6464843" y="6176772"/>
            <a:ext cx="82296" cy="82296"/>
          </a:xfrm>
          <a:prstGeom prst="ellipse">
            <a:avLst/>
          </a:prstGeom>
          <a:solidFill>
            <a:srgbClr val="8E9A82"/>
          </a:solidFill>
          <a:ln/>
        </p:spPr>
      </p:sp>
      <p:sp>
        <p:nvSpPr>
          <p:cNvPr id="15" name="Shape 12"/>
          <p:cNvSpPr/>
          <p:nvPr/>
        </p:nvSpPr>
        <p:spPr>
          <a:xfrm>
            <a:off x="6617279" y="6176772"/>
            <a:ext cx="82296" cy="82296"/>
          </a:xfrm>
          <a:prstGeom prst="ellipse">
            <a:avLst/>
          </a:prstGeom>
          <a:solidFill>
            <a:srgbClr val="8E9A82"/>
          </a:solidFill>
          <a:ln/>
        </p:spPr>
      </p:sp>
      <p:sp>
        <p:nvSpPr>
          <p:cNvPr id="16" name="Shape 13"/>
          <p:cNvSpPr/>
          <p:nvPr/>
        </p:nvSpPr>
        <p:spPr>
          <a:xfrm>
            <a:off x="6769715" y="6176772"/>
            <a:ext cx="82296" cy="82296"/>
          </a:xfrm>
          <a:prstGeom prst="ellipse">
            <a:avLst/>
          </a:prstGeom>
          <a:solidFill>
            <a:srgbClr val="8E9A82"/>
          </a:solidFill>
          <a:ln/>
        </p:spPr>
      </p:sp>
      <p:sp>
        <p:nvSpPr>
          <p:cNvPr id="17" name="Shape 14"/>
          <p:cNvSpPr/>
          <p:nvPr/>
        </p:nvSpPr>
        <p:spPr>
          <a:xfrm>
            <a:off x="6922152" y="6176772"/>
            <a:ext cx="82296" cy="82296"/>
          </a:xfrm>
          <a:prstGeom prst="ellipse">
            <a:avLst/>
          </a:prstGeom>
          <a:solidFill>
            <a:srgbClr val="8E9A82"/>
          </a:solidFill>
          <a:ln/>
        </p:spPr>
      </p:sp>
      <p:sp>
        <p:nvSpPr>
          <p:cNvPr id="18" name="Shape 15"/>
          <p:cNvSpPr/>
          <p:nvPr/>
        </p:nvSpPr>
        <p:spPr>
          <a:xfrm>
            <a:off x="7074588" y="6176772"/>
            <a:ext cx="82296" cy="82296"/>
          </a:xfrm>
          <a:prstGeom prst="ellipse">
            <a:avLst/>
          </a:prstGeom>
          <a:solidFill>
            <a:srgbClr val="8E9A82"/>
          </a:solidFill>
          <a:ln/>
        </p:spPr>
      </p:sp>
      <p:sp>
        <p:nvSpPr>
          <p:cNvPr id="19" name="Shape 16"/>
          <p:cNvSpPr/>
          <p:nvPr/>
        </p:nvSpPr>
        <p:spPr>
          <a:xfrm>
            <a:off x="7227025" y="6176772"/>
            <a:ext cx="82296" cy="82296"/>
          </a:xfrm>
          <a:prstGeom prst="ellipse">
            <a:avLst/>
          </a:prstGeom>
          <a:solidFill>
            <a:srgbClr val="8E9A82"/>
          </a:solidFill>
          <a:ln/>
        </p:spPr>
      </p:sp>
      <p:sp>
        <p:nvSpPr>
          <p:cNvPr id="20" name="Shape 17"/>
          <p:cNvSpPr/>
          <p:nvPr/>
        </p:nvSpPr>
        <p:spPr>
          <a:xfrm>
            <a:off x="7379461" y="6176772"/>
            <a:ext cx="82296" cy="82296"/>
          </a:xfrm>
          <a:prstGeom prst="ellipse">
            <a:avLst/>
          </a:prstGeom>
          <a:solidFill>
            <a:srgbClr val="8E9A82"/>
          </a:solidFill>
          <a:ln/>
        </p:spPr>
      </p:sp>
      <p:sp>
        <p:nvSpPr>
          <p:cNvPr id="21" name="Shape 18"/>
          <p:cNvSpPr/>
          <p:nvPr/>
        </p:nvSpPr>
        <p:spPr>
          <a:xfrm>
            <a:off x="7531898" y="6176772"/>
            <a:ext cx="82296" cy="82296"/>
          </a:xfrm>
          <a:prstGeom prst="ellipse">
            <a:avLst/>
          </a:prstGeom>
          <a:solidFill>
            <a:srgbClr val="8E9A82"/>
          </a:solidFill>
          <a:ln/>
        </p:spPr>
      </p:sp>
      <p:sp>
        <p:nvSpPr>
          <p:cNvPr id="22" name="Shape 19"/>
          <p:cNvSpPr/>
          <p:nvPr/>
        </p:nvSpPr>
        <p:spPr>
          <a:xfrm>
            <a:off x="7684334" y="6176772"/>
            <a:ext cx="82296" cy="82296"/>
          </a:xfrm>
          <a:prstGeom prst="ellipse">
            <a:avLst/>
          </a:prstGeom>
          <a:solidFill>
            <a:srgbClr val="8E9A82"/>
          </a:solidFill>
          <a:ln/>
        </p:spPr>
      </p:sp>
      <p:sp>
        <p:nvSpPr>
          <p:cNvPr id="23" name="Shape 20"/>
          <p:cNvSpPr/>
          <p:nvPr/>
        </p:nvSpPr>
        <p:spPr>
          <a:xfrm>
            <a:off x="7836771" y="6176772"/>
            <a:ext cx="82296" cy="82296"/>
          </a:xfrm>
          <a:prstGeom prst="ellipse">
            <a:avLst/>
          </a:prstGeom>
          <a:solidFill>
            <a:srgbClr val="8E9A82"/>
          </a:solidFill>
          <a:ln/>
        </p:spPr>
      </p:sp>
      <p:sp>
        <p:nvSpPr>
          <p:cNvPr id="24" name="Shape 21"/>
          <p:cNvSpPr/>
          <p:nvPr/>
        </p:nvSpPr>
        <p:spPr>
          <a:xfrm>
            <a:off x="7989207" y="6176772"/>
            <a:ext cx="82296" cy="82296"/>
          </a:xfrm>
          <a:prstGeom prst="ellipse">
            <a:avLst/>
          </a:prstGeom>
          <a:solidFill>
            <a:srgbClr val="8E9A82"/>
          </a:solidFill>
          <a:ln/>
        </p:spPr>
      </p:sp>
      <p:sp>
        <p:nvSpPr>
          <p:cNvPr id="25" name="Shape 22"/>
          <p:cNvSpPr/>
          <p:nvPr/>
        </p:nvSpPr>
        <p:spPr>
          <a:xfrm>
            <a:off x="8141643" y="6176772"/>
            <a:ext cx="82296" cy="82296"/>
          </a:xfrm>
          <a:prstGeom prst="ellipse">
            <a:avLst/>
          </a:prstGeom>
          <a:solidFill>
            <a:srgbClr val="8E9A82"/>
          </a:solidFill>
          <a:ln/>
        </p:spPr>
      </p:sp>
      <p:sp>
        <p:nvSpPr>
          <p:cNvPr id="26" name="Shape 23"/>
          <p:cNvSpPr/>
          <p:nvPr/>
        </p:nvSpPr>
        <p:spPr>
          <a:xfrm>
            <a:off x="8294080" y="6176772"/>
            <a:ext cx="82296" cy="82296"/>
          </a:xfrm>
          <a:prstGeom prst="ellipse">
            <a:avLst/>
          </a:prstGeom>
          <a:solidFill>
            <a:srgbClr val="8E9A82"/>
          </a:solidFill>
          <a:ln/>
        </p:spPr>
      </p:sp>
      <p:sp>
        <p:nvSpPr>
          <p:cNvPr id="27" name="Shape 24"/>
          <p:cNvSpPr/>
          <p:nvPr/>
        </p:nvSpPr>
        <p:spPr>
          <a:xfrm>
            <a:off x="8446516" y="6176772"/>
            <a:ext cx="82296" cy="82296"/>
          </a:xfrm>
          <a:prstGeom prst="ellipse">
            <a:avLst/>
          </a:prstGeom>
          <a:solidFill>
            <a:srgbClr val="8E9A82"/>
          </a:solidFill>
          <a:ln/>
        </p:spPr>
      </p:sp>
      <p:sp>
        <p:nvSpPr>
          <p:cNvPr id="28" name="Shape 25"/>
          <p:cNvSpPr/>
          <p:nvPr/>
        </p:nvSpPr>
        <p:spPr>
          <a:xfrm>
            <a:off x="8598953" y="6176772"/>
            <a:ext cx="82296" cy="82296"/>
          </a:xfrm>
          <a:prstGeom prst="ellipse">
            <a:avLst/>
          </a:prstGeom>
          <a:solidFill>
            <a:srgbClr val="8E9A82"/>
          </a:solidFill>
          <a:ln/>
        </p:spPr>
      </p:sp>
      <p:sp>
        <p:nvSpPr>
          <p:cNvPr id="29" name="Shape 26"/>
          <p:cNvSpPr/>
          <p:nvPr/>
        </p:nvSpPr>
        <p:spPr>
          <a:xfrm>
            <a:off x="8751389" y="6176772"/>
            <a:ext cx="82296" cy="82296"/>
          </a:xfrm>
          <a:prstGeom prst="ellipse">
            <a:avLst/>
          </a:prstGeom>
          <a:solidFill>
            <a:srgbClr val="8E9A82"/>
          </a:solidFill>
          <a:ln/>
        </p:spPr>
      </p:sp>
      <p:sp>
        <p:nvSpPr>
          <p:cNvPr id="30" name="Shape 27"/>
          <p:cNvSpPr/>
          <p:nvPr/>
        </p:nvSpPr>
        <p:spPr>
          <a:xfrm>
            <a:off x="8903826" y="6176772"/>
            <a:ext cx="82296" cy="82296"/>
          </a:xfrm>
          <a:prstGeom prst="ellipse">
            <a:avLst/>
          </a:prstGeom>
          <a:solidFill>
            <a:srgbClr val="8E9A82"/>
          </a:solidFill>
          <a:ln/>
        </p:spPr>
      </p:sp>
      <p:sp>
        <p:nvSpPr>
          <p:cNvPr id="31" name="Shape 28"/>
          <p:cNvSpPr/>
          <p:nvPr/>
        </p:nvSpPr>
        <p:spPr>
          <a:xfrm>
            <a:off x="9056262" y="6176772"/>
            <a:ext cx="82296" cy="82296"/>
          </a:xfrm>
          <a:prstGeom prst="ellipse">
            <a:avLst/>
          </a:prstGeom>
          <a:solidFill>
            <a:srgbClr val="8E9A82"/>
          </a:solidFill>
          <a:ln/>
        </p:spPr>
      </p:sp>
      <p:sp>
        <p:nvSpPr>
          <p:cNvPr id="32" name="Shape 29"/>
          <p:cNvSpPr/>
          <p:nvPr/>
        </p:nvSpPr>
        <p:spPr>
          <a:xfrm>
            <a:off x="9208699" y="6176772"/>
            <a:ext cx="82296" cy="82296"/>
          </a:xfrm>
          <a:prstGeom prst="ellipse">
            <a:avLst/>
          </a:prstGeom>
          <a:solidFill>
            <a:srgbClr val="8E9A82"/>
          </a:solidFill>
          <a:ln/>
        </p:spPr>
      </p:sp>
      <p:sp>
        <p:nvSpPr>
          <p:cNvPr id="33" name="Shape 30"/>
          <p:cNvSpPr/>
          <p:nvPr/>
        </p:nvSpPr>
        <p:spPr>
          <a:xfrm>
            <a:off x="9361135" y="6176772"/>
            <a:ext cx="82296" cy="82296"/>
          </a:xfrm>
          <a:prstGeom prst="ellipse">
            <a:avLst/>
          </a:prstGeom>
          <a:solidFill>
            <a:srgbClr val="8E9A82"/>
          </a:solidFill>
          <a:ln/>
        </p:spPr>
      </p:sp>
      <p:sp>
        <p:nvSpPr>
          <p:cNvPr id="34" name="Shape 31"/>
          <p:cNvSpPr/>
          <p:nvPr/>
        </p:nvSpPr>
        <p:spPr>
          <a:xfrm>
            <a:off x="9513572" y="6176772"/>
            <a:ext cx="82296" cy="82296"/>
          </a:xfrm>
          <a:prstGeom prst="ellipse">
            <a:avLst/>
          </a:prstGeom>
          <a:solidFill>
            <a:srgbClr val="8E9A82"/>
          </a:solidFill>
          <a:ln/>
        </p:spPr>
      </p:sp>
      <p:sp>
        <p:nvSpPr>
          <p:cNvPr id="35" name="Shape 32"/>
          <p:cNvSpPr/>
          <p:nvPr/>
        </p:nvSpPr>
        <p:spPr>
          <a:xfrm>
            <a:off x="9666008" y="6176772"/>
            <a:ext cx="82296" cy="82296"/>
          </a:xfrm>
          <a:prstGeom prst="ellipse">
            <a:avLst/>
          </a:prstGeom>
          <a:solidFill>
            <a:srgbClr val="8E9A82"/>
          </a:solidFill>
          <a:ln/>
        </p:spPr>
      </p:sp>
      <p:sp>
        <p:nvSpPr>
          <p:cNvPr id="36" name="Shape 33"/>
          <p:cNvSpPr/>
          <p:nvPr/>
        </p:nvSpPr>
        <p:spPr>
          <a:xfrm>
            <a:off x="9818444" y="6176772"/>
            <a:ext cx="82296" cy="82296"/>
          </a:xfrm>
          <a:prstGeom prst="ellipse">
            <a:avLst/>
          </a:prstGeom>
          <a:solidFill>
            <a:srgbClr val="8E9A82"/>
          </a:solidFill>
          <a:ln/>
        </p:spPr>
      </p:sp>
      <p:sp>
        <p:nvSpPr>
          <p:cNvPr id="37" name="Shape 34"/>
          <p:cNvSpPr/>
          <p:nvPr/>
        </p:nvSpPr>
        <p:spPr>
          <a:xfrm>
            <a:off x="9934305" y="6140196"/>
            <a:ext cx="155448" cy="155448"/>
          </a:xfrm>
          <a:prstGeom prst="ellipse">
            <a:avLst/>
          </a:prstGeom>
          <a:solidFill>
            <a:srgbClr val="4B432B"/>
          </a:solidFill>
          <a:ln/>
        </p:spPr>
      </p:sp>
      <p:sp>
        <p:nvSpPr>
          <p:cNvPr id="38" name="Shape 35"/>
          <p:cNvSpPr/>
          <p:nvPr/>
        </p:nvSpPr>
        <p:spPr>
          <a:xfrm>
            <a:off x="10123317" y="6176772"/>
            <a:ext cx="82296" cy="82296"/>
          </a:xfrm>
          <a:prstGeom prst="ellipse">
            <a:avLst/>
          </a:prstGeom>
          <a:solidFill>
            <a:srgbClr val="D3D9CC"/>
          </a:solidFill>
          <a:ln/>
        </p:spPr>
      </p:sp>
      <p:sp>
        <p:nvSpPr>
          <p:cNvPr id="39" name="Shape 36"/>
          <p:cNvSpPr/>
          <p:nvPr/>
        </p:nvSpPr>
        <p:spPr>
          <a:xfrm>
            <a:off x="10275754" y="6176772"/>
            <a:ext cx="82296" cy="82296"/>
          </a:xfrm>
          <a:prstGeom prst="ellipse">
            <a:avLst/>
          </a:prstGeom>
          <a:solidFill>
            <a:srgbClr val="D3D9CC"/>
          </a:solidFill>
          <a:ln/>
        </p:spPr>
      </p:sp>
      <p:sp>
        <p:nvSpPr>
          <p:cNvPr id="40" name="Shape 37"/>
          <p:cNvSpPr/>
          <p:nvPr/>
        </p:nvSpPr>
        <p:spPr>
          <a:xfrm>
            <a:off x="10428190" y="6176772"/>
            <a:ext cx="82296" cy="82296"/>
          </a:xfrm>
          <a:prstGeom prst="ellipse">
            <a:avLst/>
          </a:prstGeom>
          <a:solidFill>
            <a:srgbClr val="D3D9CC"/>
          </a:solidFill>
          <a:ln/>
        </p:spPr>
      </p:sp>
      <p:sp>
        <p:nvSpPr>
          <p:cNvPr id="41" name="Shape 38"/>
          <p:cNvSpPr/>
          <p:nvPr/>
        </p:nvSpPr>
        <p:spPr>
          <a:xfrm>
            <a:off x="10580627" y="6176772"/>
            <a:ext cx="82296" cy="82296"/>
          </a:xfrm>
          <a:prstGeom prst="ellipse">
            <a:avLst/>
          </a:prstGeom>
          <a:solidFill>
            <a:srgbClr val="D3D9CC"/>
          </a:solidFill>
          <a:ln/>
        </p:spPr>
      </p:sp>
      <p:sp>
        <p:nvSpPr>
          <p:cNvPr id="42" name="Shape 39"/>
          <p:cNvSpPr/>
          <p:nvPr/>
        </p:nvSpPr>
        <p:spPr>
          <a:xfrm>
            <a:off x="10733063" y="6176772"/>
            <a:ext cx="82296" cy="82296"/>
          </a:xfrm>
          <a:prstGeom prst="ellipse">
            <a:avLst/>
          </a:prstGeom>
          <a:solidFill>
            <a:srgbClr val="D3D9CC"/>
          </a:solidFill>
          <a:ln/>
        </p:spPr>
      </p:sp>
      <p:sp>
        <p:nvSpPr>
          <p:cNvPr id="43" name="Shape 40"/>
          <p:cNvSpPr/>
          <p:nvPr/>
        </p:nvSpPr>
        <p:spPr>
          <a:xfrm>
            <a:off x="10885500" y="6176772"/>
            <a:ext cx="82296" cy="82296"/>
          </a:xfrm>
          <a:prstGeom prst="ellipse">
            <a:avLst/>
          </a:prstGeom>
          <a:solidFill>
            <a:srgbClr val="D3D9CC"/>
          </a:solidFill>
          <a:ln/>
        </p:spPr>
      </p:sp>
      <p:sp>
        <p:nvSpPr>
          <p:cNvPr id="44" name="Shape 41"/>
          <p:cNvSpPr/>
          <p:nvPr/>
        </p:nvSpPr>
        <p:spPr>
          <a:xfrm>
            <a:off x="11037936" y="6176772"/>
            <a:ext cx="82296" cy="82296"/>
          </a:xfrm>
          <a:prstGeom prst="ellipse">
            <a:avLst/>
          </a:prstGeom>
          <a:solidFill>
            <a:srgbClr val="D3D9CC"/>
          </a:solidFill>
          <a:ln/>
        </p:spPr>
      </p:sp>
      <p:sp>
        <p:nvSpPr>
          <p:cNvPr id="45" name="Shape 42"/>
          <p:cNvSpPr/>
          <p:nvPr/>
        </p:nvSpPr>
        <p:spPr>
          <a:xfrm>
            <a:off x="11190373" y="6176772"/>
            <a:ext cx="82296" cy="82296"/>
          </a:xfrm>
          <a:prstGeom prst="ellipse">
            <a:avLst/>
          </a:prstGeom>
          <a:solidFill>
            <a:srgbClr val="D3D9CC"/>
          </a:solidFill>
          <a:ln/>
        </p:spPr>
      </p:sp>
      <p:sp>
        <p:nvSpPr>
          <p:cNvPr id="46" name="Shape 43"/>
          <p:cNvSpPr/>
          <p:nvPr/>
        </p:nvSpPr>
        <p:spPr>
          <a:xfrm>
            <a:off x="11342809" y="6176772"/>
            <a:ext cx="82296" cy="82296"/>
          </a:xfrm>
          <a:prstGeom prst="ellipse">
            <a:avLst/>
          </a:prstGeom>
          <a:solidFill>
            <a:srgbClr val="D3D9CC"/>
          </a:solidFill>
          <a:ln/>
        </p:spPr>
      </p:sp>
      <p:sp>
        <p:nvSpPr>
          <p:cNvPr id="25" name="Slide Number Placeholder 0"/>
          <p:cNvSpPr>
            <a:spLocks noGrp="1"/>
          </p:cNvSpPr>
          <p:nvPr>
            <p:ph type="sldNum" sz="quarter" idx="4294967295"/>
          </p:nvPr>
        </p:nvSpPr>
        <p:spPr>
          <a:xfrm>
            <a:off x="11155680" y="6510528"/>
            <a:ext cx="548640" cy="228600"/>
          </a:xfrm>
          <a:prstGeom prst="rect">
            <a:avLst/>
          </a:prstGeom>
          <a:extLst>
            <a:ext uri="{C572A759-6A51-4108-AA02-DFA0A04FC94B}">
              <ma14:wrappingTextBoxFlag xmlns:ma14="http://schemas.microsoft.com/office/mac/drawingml/2011/main" val="0"/>
            </a:ext>
          </a:extLst>
        </p:spPr>
        <p:txBody>
          <a:bodyPr/>
          <a:lstStyle>
            <a:lvl1pPr>
              <a:defRPr sz="1000">
                <a:solidFill>
                  <a:srgbClr val="6D7072"/>
                </a:solidFill>
              </a:defRPr>
            </a:lvl1pPr>
          </a:lstStyle>
          <a:p>
            <a:pPr algn="r"/>
            <a:fld id="{F7021451-1387-4CA6-816F-3879F97B5CBC}" type="slidenum">
              <a:rPr b="0" lang="en-US"/>
              <a:t>30</a:t>
            </a:fld>
            <a:endParaRPr lang="en-US"/>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spTree>
      <p:nvGrpSpPr>
        <p:cNvPr id="1" name=""/>
        <p:cNvGrpSpPr/>
        <p:nvPr/>
      </p:nvGrpSpPr>
      <p:grpSpPr>
        <a:xfrm>
          <a:off x="0" y="0"/>
          <a:ext cx="0" cy="0"/>
          <a:chOff x="0" y="0"/>
          <a:chExt cx="0" cy="0"/>
        </a:xfrm>
      </p:grpSpPr>
      <p:pic>
        <p:nvPicPr>
          <p:cNvPr id="2" name="Step 26 image" descr="Step 26: Start the road at the vanishing point">    </p:cNvPr>
          <p:cNvPicPr>
            <a:picLocks noChangeAspect="1"/>
          </p:cNvPicPr>
          <p:nvPr/>
        </p:nvPicPr>
        <p:blipFill>
          <a:blip r:embed="rId1"/>
          <a:stretch>
            <a:fillRect/>
          </a:stretch>
        </p:blipFill>
        <p:spPr>
          <a:xfrm>
            <a:off x="457200" y="411480"/>
            <a:ext cx="5317216" cy="6035040"/>
          </a:xfrm>
          <a:prstGeom prst="rect">
            <a:avLst/>
          </a:prstGeom>
        </p:spPr>
      </p:pic>
      <p:sp>
        <p:nvSpPr>
          <p:cNvPr id="3" name="Stage chip"/>
          <p:cNvSpPr txBox="1"/>
          <p:nvPr/>
        </p:nvSpPr>
        <p:spPr>
          <a:xfrm>
            <a:off x="6277336" y="640080"/>
            <a:ext cx="1620317" cy="292608"/>
          </a:xfrm>
          <a:prstGeom prst="roundRect">
            <a:avLst>
              <a:gd name="adj" fmla="val 31250"/>
            </a:avLst>
          </a:prstGeom>
          <a:solidFill>
            <a:srgbClr val="3F454C"/>
          </a:solidFill>
          <a:ln/>
        </p:spPr>
        <p:txBody>
          <a:bodyPr wrap="square" lIns="0" tIns="0" rIns="0" bIns="0" rtlCol="0" anchor="ctr"/>
          <a:lstStyle/>
          <a:p>
            <a:pPr algn="ctr" indent="0" marL="0">
              <a:buNone/>
            </a:pPr>
            <a:r>
              <a:rPr lang="en-US" sz="1100" b="1" dirty="0">
                <a:solidFill>
                  <a:srgbClr val="FFFFFF"/>
                </a:solidFill>
              </a:rPr>
              <a:t>STAGE 7 · ROAD</a:t>
            </a:r>
            <a:endParaRPr lang="en-US" sz="1100" dirty="0"/>
          </a:p>
        </p:txBody>
      </p:sp>
      <p:sp>
        <p:nvSpPr>
          <p:cNvPr id="4" name="Step counter"/>
          <p:cNvSpPr txBox="1"/>
          <p:nvPr/>
        </p:nvSpPr>
        <p:spPr>
          <a:xfrm>
            <a:off x="9905695" y="640080"/>
            <a:ext cx="1554480" cy="292608"/>
          </a:xfrm>
          <a:prstGeom prst="rect">
            <a:avLst/>
          </a:prstGeom>
          <a:noFill/>
          <a:ln/>
        </p:spPr>
        <p:txBody>
          <a:bodyPr wrap="square" lIns="0" tIns="0" rIns="0" bIns="0" rtlCol="0" anchor="ctr"/>
          <a:lstStyle/>
          <a:p>
            <a:pPr algn="r" indent="0" marL="0">
              <a:buNone/>
            </a:pPr>
            <a:r>
              <a:rPr lang="en-US" sz="1100" b="1" dirty="0">
                <a:solidFill>
                  <a:srgbClr val="6D7072"/>
                </a:solidFill>
              </a:rPr>
              <a:t>STEP 26 OF 34</a:t>
            </a:r>
            <a:endParaRPr lang="en-US" sz="1100" dirty="0"/>
          </a:p>
        </p:txBody>
      </p:sp>
      <p:sp>
        <p:nvSpPr>
          <p:cNvPr id="5" name="Text 1"/>
          <p:cNvSpPr/>
          <p:nvPr>
            <p:ph idx="101" type="title" hasCustomPrompt="1"/>
          </p:nvPr>
        </p:nvSpPr>
        <p:spPr>
          <a:xfrm>
            <a:off x="6277336" y="1051560"/>
            <a:ext cx="5182839" cy="868680"/>
          </a:xfrm>
          <a:prstGeom prst="rect">
            <a:avLst/>
          </a:prstGeom>
          <a:noFill/>
          <a:ln/>
        </p:spPr>
        <p:txBody>
          <a:bodyPr wrap="square" lIns="0" tIns="0" rIns="0" bIns="0" rtlCol="0" anchor="t"/>
          <a:lstStyle/>
          <a:p>
            <a:pPr algn="l" indent="0" marL="0">
              <a:buNone/>
            </a:pPr>
            <a:r>
              <a:rPr lang="en-US" sz="2600" b="1" dirty="0">
                <a:solidFill>
                  <a:schemeClr val="tx2"/>
                </a:solidFill>
              </a:rPr>
              <a:t>Start the road at the vanishing point</a:t>
            </a:r>
            <a:endParaRPr lang="en-US" sz="2600" dirty="0"/>
          </a:p>
        </p:txBody>
      </p:sp>
      <p:sp>
        <p:nvSpPr>
          <p:cNvPr id="6" name="Text 3"/>
          <p:cNvSpPr txBox="1"/>
          <p:nvPr/>
        </p:nvSpPr>
        <p:spPr>
          <a:xfrm>
            <a:off x="6277336" y="2011680"/>
            <a:ext cx="2743200" cy="228600"/>
          </a:xfrm>
          <a:prstGeom prst="rect">
            <a:avLst/>
          </a:prstGeom>
          <a:noFill/>
          <a:ln/>
        </p:spPr>
        <p:txBody>
          <a:bodyPr wrap="square" lIns="0" tIns="0" rIns="0" bIns="0" rtlCol="0" anchor="ctr"/>
          <a:lstStyle/>
          <a:p>
            <a:pPr indent="0" marL="0">
              <a:buNone/>
            </a:pPr>
            <a:r>
              <a:rPr lang="en-US" sz="1100" b="1" dirty="0">
                <a:solidFill>
                  <a:srgbClr val="6D7072"/>
                </a:solidFill>
              </a:rPr>
              <a:t>WHAT TO DO</a:t>
            </a:r>
            <a:endParaRPr lang="en-US" sz="1100" dirty="0"/>
          </a:p>
        </p:txBody>
      </p:sp>
      <p:sp>
        <p:nvSpPr>
          <p:cNvPr id="7" name="Instructions"/>
          <p:cNvSpPr txBox="1"/>
          <p:nvPr/>
        </p:nvSpPr>
        <p:spPr>
          <a:xfrm>
            <a:off x="6277336" y="2286000"/>
            <a:ext cx="5182839" cy="1874520"/>
          </a:xfrm>
          <a:prstGeom prst="rect">
            <a:avLst/>
          </a:prstGeom>
          <a:noFill/>
          <a:ln/>
        </p:spPr>
        <p:txBody>
          <a:bodyPr wrap="square" lIns="0" tIns="0" rIns="0" bIns="0" rtlCol="0" anchor="t"/>
          <a:lstStyle/>
          <a:p>
            <a:pPr marL="203200" indent="-203200">
              <a:spcAft>
                <a:spcPts val="600"/>
              </a:spcAft>
              <a:buSzPct val="100000"/>
              <a:buChar char="•"/>
            </a:pPr>
            <a:r>
              <a:rPr lang="en-US" sz="1500" dirty="0">
                <a:solidFill>
                  <a:schemeClr val="tx1"/>
                </a:solidFill>
              </a:rPr>
              <a:t>Load a brush with dark gray and begin the road at the vanishing point.</a:t>
            </a:r>
            <a:endParaRPr lang="en-US" sz="1500" dirty="0"/>
          </a:p>
          <a:p>
            <a:pPr marL="203200" indent="-203200">
              <a:spcAft>
                <a:spcPts val="600"/>
              </a:spcAft>
              <a:buSzPct val="100000"/>
              <a:buChar char="•"/>
            </a:pPr>
            <a:r>
              <a:rPr lang="en-US" sz="1500" dirty="0">
                <a:solidFill>
                  <a:schemeClr val="tx1"/>
                </a:solidFill>
              </a:rPr>
              <a:t>Paint around the pencil center-line marks so they stay white.</a:t>
            </a:r>
            <a:endParaRPr lang="en-US" sz="1500" dirty="0"/>
          </a:p>
        </p:txBody>
      </p:sp>
      <p:sp>
        <p:nvSpPr>
          <p:cNvPr id="8" name="Tip box"/>
          <p:cNvSpPr/>
          <p:nvPr/>
        </p:nvSpPr>
        <p:spPr>
          <a:xfrm>
            <a:off x="6277336" y="4224528"/>
            <a:ext cx="5182839" cy="932688"/>
          </a:xfrm>
          <a:prstGeom prst="roundRect">
            <a:avLst>
              <a:gd name="adj" fmla="val 7843"/>
            </a:avLst>
          </a:prstGeom>
          <a:solidFill>
            <a:srgbClr val="F2F4F0"/>
          </a:solidFill>
          <a:ln/>
        </p:spPr>
      </p:sp>
      <p:sp>
        <p:nvSpPr>
          <p:cNvPr id="9" name="Tip text"/>
          <p:cNvSpPr txBox="1"/>
          <p:nvPr/>
        </p:nvSpPr>
        <p:spPr>
          <a:xfrm>
            <a:off x="6414496" y="4261104"/>
            <a:ext cx="4908519" cy="859536"/>
          </a:xfrm>
          <a:prstGeom prst="rect">
            <a:avLst/>
          </a:prstGeom>
          <a:noFill/>
          <a:ln/>
        </p:spPr>
        <p:txBody>
          <a:bodyPr wrap="square" lIns="0" tIns="0" rIns="0" bIns="0" rtlCol="0" anchor="ctr"/>
          <a:lstStyle/>
          <a:p>
            <a:pPr indent="0" marL="0">
              <a:buNone/>
            </a:pPr>
            <a:r>
              <a:rPr lang="en-US" sz="1000" b="1" dirty="0">
                <a:solidFill>
                  <a:srgbClr val="B4531A"/>
                </a:solidFill>
              </a:rPr>
              <a:t>WATCH FOR</a:t>
            </a:r>
            <a:endParaRPr lang="en-US" sz="1000" dirty="0"/>
          </a:p>
          <a:p>
            <a:pPr indent="0" marL="0">
              <a:buNone/>
            </a:pPr>
            <a:r>
              <a:rPr lang="en-US" sz="1400" dirty="0">
                <a:solidFill>
                  <a:schemeClr val="tx1"/>
                </a:solidFill>
              </a:rPr>
              <a:t>Those unpainted rungs become the white dashed line, so avoid covering them.</a:t>
            </a:r>
            <a:endParaRPr lang="en-US" sz="1000" dirty="0"/>
          </a:p>
        </p:txBody>
      </p:sp>
      <p:sp>
        <p:nvSpPr>
          <p:cNvPr id="10" name="Text 7"/>
          <p:cNvSpPr txBox="1"/>
          <p:nvPr/>
        </p:nvSpPr>
        <p:spPr>
          <a:xfrm>
            <a:off x="6277336" y="5285232"/>
            <a:ext cx="5182839" cy="201168"/>
          </a:xfrm>
          <a:prstGeom prst="rect">
            <a:avLst/>
          </a:prstGeom>
          <a:noFill/>
          <a:ln/>
        </p:spPr>
        <p:txBody>
          <a:bodyPr wrap="square" lIns="0" tIns="0" rIns="0" bIns="0" rtlCol="0" anchor="ctr"/>
          <a:lstStyle/>
          <a:p>
            <a:pPr indent="0" marL="0">
              <a:buNone/>
            </a:pPr>
            <a:r>
              <a:rPr lang="en-US" sz="1000" b="1" dirty="0">
                <a:solidFill>
                  <a:srgbClr val="6D7072"/>
                </a:solidFill>
              </a:rPr>
              <a:t>COLORS IN THIS STEP</a:t>
            </a:r>
            <a:endParaRPr lang="en-US" sz="1000" dirty="0"/>
          </a:p>
        </p:txBody>
      </p:sp>
      <p:sp>
        <p:nvSpPr>
          <p:cNvPr id="11" name="Swatch Road gray"/>
          <p:cNvSpPr/>
          <p:nvPr/>
        </p:nvSpPr>
        <p:spPr>
          <a:xfrm>
            <a:off x="6277336" y="5532120"/>
            <a:ext cx="329184" cy="329184"/>
          </a:xfrm>
          <a:prstGeom prst="ellipse">
            <a:avLst/>
          </a:prstGeom>
          <a:solidFill>
            <a:srgbClr val="6D7072"/>
          </a:solidFill>
          <a:ln w="9525">
            <a:solidFill>
              <a:srgbClr val="D3D9CC"/>
            </a:solidFill>
            <a:prstDash val="solid"/>
          </a:ln>
        </p:spPr>
      </p:sp>
      <p:sp>
        <p:nvSpPr>
          <p:cNvPr id="12" name="Text 9"/>
          <p:cNvSpPr txBox="1"/>
          <p:nvPr/>
        </p:nvSpPr>
        <p:spPr>
          <a:xfrm>
            <a:off x="6688816" y="5504688"/>
            <a:ext cx="1270413" cy="384048"/>
          </a:xfrm>
          <a:prstGeom prst="rect">
            <a:avLst/>
          </a:prstGeom>
          <a:noFill/>
          <a:ln/>
        </p:spPr>
        <p:txBody>
          <a:bodyPr wrap="square" lIns="0" tIns="0" rIns="0" bIns="0" rtlCol="0" anchor="ctr"/>
          <a:lstStyle/>
          <a:p>
            <a:pPr indent="0" marL="0">
              <a:buNone/>
            </a:pPr>
            <a:r>
              <a:rPr lang="en-US" sz="1100" b="1" dirty="0">
                <a:solidFill>
                  <a:schemeClr val="tx1"/>
                </a:solidFill>
              </a:rPr>
              <a:t>Road gray</a:t>
            </a:r>
            <a:endParaRPr lang="en-US" sz="1100" dirty="0"/>
          </a:p>
          <a:p>
            <a:pPr indent="0" marL="0">
              <a:buNone/>
            </a:pPr>
            <a:r>
              <a:rPr lang="en-US" sz="1000" dirty="0">
                <a:solidFill>
                  <a:srgbClr val="4A5058"/>
                </a:solidFill>
              </a:rPr>
              <a:t>#6D7072</a:t>
            </a:r>
            <a:endParaRPr lang="en-US" sz="1100" dirty="0"/>
          </a:p>
        </p:txBody>
      </p:sp>
      <p:sp>
        <p:nvSpPr>
          <p:cNvPr id="13" name="Shape 10"/>
          <p:cNvSpPr/>
          <p:nvPr/>
        </p:nvSpPr>
        <p:spPr>
          <a:xfrm>
            <a:off x="6312406" y="6176772"/>
            <a:ext cx="82296" cy="82296"/>
          </a:xfrm>
          <a:prstGeom prst="ellipse">
            <a:avLst/>
          </a:prstGeom>
          <a:solidFill>
            <a:srgbClr val="8E9A82"/>
          </a:solidFill>
          <a:ln/>
        </p:spPr>
      </p:sp>
      <p:sp>
        <p:nvSpPr>
          <p:cNvPr id="14" name="Shape 11"/>
          <p:cNvSpPr/>
          <p:nvPr/>
        </p:nvSpPr>
        <p:spPr>
          <a:xfrm>
            <a:off x="6464843" y="6176772"/>
            <a:ext cx="82296" cy="82296"/>
          </a:xfrm>
          <a:prstGeom prst="ellipse">
            <a:avLst/>
          </a:prstGeom>
          <a:solidFill>
            <a:srgbClr val="8E9A82"/>
          </a:solidFill>
          <a:ln/>
        </p:spPr>
      </p:sp>
      <p:sp>
        <p:nvSpPr>
          <p:cNvPr id="15" name="Shape 12"/>
          <p:cNvSpPr/>
          <p:nvPr/>
        </p:nvSpPr>
        <p:spPr>
          <a:xfrm>
            <a:off x="6617279" y="6176772"/>
            <a:ext cx="82296" cy="82296"/>
          </a:xfrm>
          <a:prstGeom prst="ellipse">
            <a:avLst/>
          </a:prstGeom>
          <a:solidFill>
            <a:srgbClr val="8E9A82"/>
          </a:solidFill>
          <a:ln/>
        </p:spPr>
      </p:sp>
      <p:sp>
        <p:nvSpPr>
          <p:cNvPr id="16" name="Shape 13"/>
          <p:cNvSpPr/>
          <p:nvPr/>
        </p:nvSpPr>
        <p:spPr>
          <a:xfrm>
            <a:off x="6769715" y="6176772"/>
            <a:ext cx="82296" cy="82296"/>
          </a:xfrm>
          <a:prstGeom prst="ellipse">
            <a:avLst/>
          </a:prstGeom>
          <a:solidFill>
            <a:srgbClr val="8E9A82"/>
          </a:solidFill>
          <a:ln/>
        </p:spPr>
      </p:sp>
      <p:sp>
        <p:nvSpPr>
          <p:cNvPr id="17" name="Shape 14"/>
          <p:cNvSpPr/>
          <p:nvPr/>
        </p:nvSpPr>
        <p:spPr>
          <a:xfrm>
            <a:off x="6922152" y="6176772"/>
            <a:ext cx="82296" cy="82296"/>
          </a:xfrm>
          <a:prstGeom prst="ellipse">
            <a:avLst/>
          </a:prstGeom>
          <a:solidFill>
            <a:srgbClr val="8E9A82"/>
          </a:solidFill>
          <a:ln/>
        </p:spPr>
      </p:sp>
      <p:sp>
        <p:nvSpPr>
          <p:cNvPr id="18" name="Shape 15"/>
          <p:cNvSpPr/>
          <p:nvPr/>
        </p:nvSpPr>
        <p:spPr>
          <a:xfrm>
            <a:off x="7074588" y="6176772"/>
            <a:ext cx="82296" cy="82296"/>
          </a:xfrm>
          <a:prstGeom prst="ellipse">
            <a:avLst/>
          </a:prstGeom>
          <a:solidFill>
            <a:srgbClr val="8E9A82"/>
          </a:solidFill>
          <a:ln/>
        </p:spPr>
      </p:sp>
      <p:sp>
        <p:nvSpPr>
          <p:cNvPr id="19" name="Shape 16"/>
          <p:cNvSpPr/>
          <p:nvPr/>
        </p:nvSpPr>
        <p:spPr>
          <a:xfrm>
            <a:off x="7227025" y="6176772"/>
            <a:ext cx="82296" cy="82296"/>
          </a:xfrm>
          <a:prstGeom prst="ellipse">
            <a:avLst/>
          </a:prstGeom>
          <a:solidFill>
            <a:srgbClr val="8E9A82"/>
          </a:solidFill>
          <a:ln/>
        </p:spPr>
      </p:sp>
      <p:sp>
        <p:nvSpPr>
          <p:cNvPr id="20" name="Shape 17"/>
          <p:cNvSpPr/>
          <p:nvPr/>
        </p:nvSpPr>
        <p:spPr>
          <a:xfrm>
            <a:off x="7379461" y="6176772"/>
            <a:ext cx="82296" cy="82296"/>
          </a:xfrm>
          <a:prstGeom prst="ellipse">
            <a:avLst/>
          </a:prstGeom>
          <a:solidFill>
            <a:srgbClr val="8E9A82"/>
          </a:solidFill>
          <a:ln/>
        </p:spPr>
      </p:sp>
      <p:sp>
        <p:nvSpPr>
          <p:cNvPr id="21" name="Shape 18"/>
          <p:cNvSpPr/>
          <p:nvPr/>
        </p:nvSpPr>
        <p:spPr>
          <a:xfrm>
            <a:off x="7531898" y="6176772"/>
            <a:ext cx="82296" cy="82296"/>
          </a:xfrm>
          <a:prstGeom prst="ellipse">
            <a:avLst/>
          </a:prstGeom>
          <a:solidFill>
            <a:srgbClr val="8E9A82"/>
          </a:solidFill>
          <a:ln/>
        </p:spPr>
      </p:sp>
      <p:sp>
        <p:nvSpPr>
          <p:cNvPr id="22" name="Shape 19"/>
          <p:cNvSpPr/>
          <p:nvPr/>
        </p:nvSpPr>
        <p:spPr>
          <a:xfrm>
            <a:off x="7684334" y="6176772"/>
            <a:ext cx="82296" cy="82296"/>
          </a:xfrm>
          <a:prstGeom prst="ellipse">
            <a:avLst/>
          </a:prstGeom>
          <a:solidFill>
            <a:srgbClr val="8E9A82"/>
          </a:solidFill>
          <a:ln/>
        </p:spPr>
      </p:sp>
      <p:sp>
        <p:nvSpPr>
          <p:cNvPr id="23" name="Shape 20"/>
          <p:cNvSpPr/>
          <p:nvPr/>
        </p:nvSpPr>
        <p:spPr>
          <a:xfrm>
            <a:off x="7836771" y="6176772"/>
            <a:ext cx="82296" cy="82296"/>
          </a:xfrm>
          <a:prstGeom prst="ellipse">
            <a:avLst/>
          </a:prstGeom>
          <a:solidFill>
            <a:srgbClr val="8E9A82"/>
          </a:solidFill>
          <a:ln/>
        </p:spPr>
      </p:sp>
      <p:sp>
        <p:nvSpPr>
          <p:cNvPr id="24" name="Shape 21"/>
          <p:cNvSpPr/>
          <p:nvPr/>
        </p:nvSpPr>
        <p:spPr>
          <a:xfrm>
            <a:off x="7989207" y="6176772"/>
            <a:ext cx="82296" cy="82296"/>
          </a:xfrm>
          <a:prstGeom prst="ellipse">
            <a:avLst/>
          </a:prstGeom>
          <a:solidFill>
            <a:srgbClr val="8E9A82"/>
          </a:solidFill>
          <a:ln/>
        </p:spPr>
      </p:sp>
      <p:sp>
        <p:nvSpPr>
          <p:cNvPr id="25" name="Shape 22"/>
          <p:cNvSpPr/>
          <p:nvPr/>
        </p:nvSpPr>
        <p:spPr>
          <a:xfrm>
            <a:off x="8141643" y="6176772"/>
            <a:ext cx="82296" cy="82296"/>
          </a:xfrm>
          <a:prstGeom prst="ellipse">
            <a:avLst/>
          </a:prstGeom>
          <a:solidFill>
            <a:srgbClr val="8E9A82"/>
          </a:solidFill>
          <a:ln/>
        </p:spPr>
      </p:sp>
      <p:sp>
        <p:nvSpPr>
          <p:cNvPr id="26" name="Shape 23"/>
          <p:cNvSpPr/>
          <p:nvPr/>
        </p:nvSpPr>
        <p:spPr>
          <a:xfrm>
            <a:off x="8294080" y="6176772"/>
            <a:ext cx="82296" cy="82296"/>
          </a:xfrm>
          <a:prstGeom prst="ellipse">
            <a:avLst/>
          </a:prstGeom>
          <a:solidFill>
            <a:srgbClr val="8E9A82"/>
          </a:solidFill>
          <a:ln/>
        </p:spPr>
      </p:sp>
      <p:sp>
        <p:nvSpPr>
          <p:cNvPr id="27" name="Shape 24"/>
          <p:cNvSpPr/>
          <p:nvPr/>
        </p:nvSpPr>
        <p:spPr>
          <a:xfrm>
            <a:off x="8446516" y="6176772"/>
            <a:ext cx="82296" cy="82296"/>
          </a:xfrm>
          <a:prstGeom prst="ellipse">
            <a:avLst/>
          </a:prstGeom>
          <a:solidFill>
            <a:srgbClr val="8E9A82"/>
          </a:solidFill>
          <a:ln/>
        </p:spPr>
      </p:sp>
      <p:sp>
        <p:nvSpPr>
          <p:cNvPr id="28" name="Shape 25"/>
          <p:cNvSpPr/>
          <p:nvPr/>
        </p:nvSpPr>
        <p:spPr>
          <a:xfrm>
            <a:off x="8598953" y="6176772"/>
            <a:ext cx="82296" cy="82296"/>
          </a:xfrm>
          <a:prstGeom prst="ellipse">
            <a:avLst/>
          </a:prstGeom>
          <a:solidFill>
            <a:srgbClr val="8E9A82"/>
          </a:solidFill>
          <a:ln/>
        </p:spPr>
      </p:sp>
      <p:sp>
        <p:nvSpPr>
          <p:cNvPr id="29" name="Shape 26"/>
          <p:cNvSpPr/>
          <p:nvPr/>
        </p:nvSpPr>
        <p:spPr>
          <a:xfrm>
            <a:off x="8751389" y="6176772"/>
            <a:ext cx="82296" cy="82296"/>
          </a:xfrm>
          <a:prstGeom prst="ellipse">
            <a:avLst/>
          </a:prstGeom>
          <a:solidFill>
            <a:srgbClr val="8E9A82"/>
          </a:solidFill>
          <a:ln/>
        </p:spPr>
      </p:sp>
      <p:sp>
        <p:nvSpPr>
          <p:cNvPr id="30" name="Shape 27"/>
          <p:cNvSpPr/>
          <p:nvPr/>
        </p:nvSpPr>
        <p:spPr>
          <a:xfrm>
            <a:off x="8903826" y="6176772"/>
            <a:ext cx="82296" cy="82296"/>
          </a:xfrm>
          <a:prstGeom prst="ellipse">
            <a:avLst/>
          </a:prstGeom>
          <a:solidFill>
            <a:srgbClr val="8E9A82"/>
          </a:solidFill>
          <a:ln/>
        </p:spPr>
      </p:sp>
      <p:sp>
        <p:nvSpPr>
          <p:cNvPr id="31" name="Shape 28"/>
          <p:cNvSpPr/>
          <p:nvPr/>
        </p:nvSpPr>
        <p:spPr>
          <a:xfrm>
            <a:off x="9056262" y="6176772"/>
            <a:ext cx="82296" cy="82296"/>
          </a:xfrm>
          <a:prstGeom prst="ellipse">
            <a:avLst/>
          </a:prstGeom>
          <a:solidFill>
            <a:srgbClr val="8E9A82"/>
          </a:solidFill>
          <a:ln/>
        </p:spPr>
      </p:sp>
      <p:sp>
        <p:nvSpPr>
          <p:cNvPr id="32" name="Shape 29"/>
          <p:cNvSpPr/>
          <p:nvPr/>
        </p:nvSpPr>
        <p:spPr>
          <a:xfrm>
            <a:off x="9208699" y="6176772"/>
            <a:ext cx="82296" cy="82296"/>
          </a:xfrm>
          <a:prstGeom prst="ellipse">
            <a:avLst/>
          </a:prstGeom>
          <a:solidFill>
            <a:srgbClr val="8E9A82"/>
          </a:solidFill>
          <a:ln/>
        </p:spPr>
      </p:sp>
      <p:sp>
        <p:nvSpPr>
          <p:cNvPr id="33" name="Shape 30"/>
          <p:cNvSpPr/>
          <p:nvPr/>
        </p:nvSpPr>
        <p:spPr>
          <a:xfrm>
            <a:off x="9361135" y="6176772"/>
            <a:ext cx="82296" cy="82296"/>
          </a:xfrm>
          <a:prstGeom prst="ellipse">
            <a:avLst/>
          </a:prstGeom>
          <a:solidFill>
            <a:srgbClr val="8E9A82"/>
          </a:solidFill>
          <a:ln/>
        </p:spPr>
      </p:sp>
      <p:sp>
        <p:nvSpPr>
          <p:cNvPr id="34" name="Shape 31"/>
          <p:cNvSpPr/>
          <p:nvPr/>
        </p:nvSpPr>
        <p:spPr>
          <a:xfrm>
            <a:off x="9513572" y="6176772"/>
            <a:ext cx="82296" cy="82296"/>
          </a:xfrm>
          <a:prstGeom prst="ellipse">
            <a:avLst/>
          </a:prstGeom>
          <a:solidFill>
            <a:srgbClr val="8E9A82"/>
          </a:solidFill>
          <a:ln/>
        </p:spPr>
      </p:sp>
      <p:sp>
        <p:nvSpPr>
          <p:cNvPr id="35" name="Shape 32"/>
          <p:cNvSpPr/>
          <p:nvPr/>
        </p:nvSpPr>
        <p:spPr>
          <a:xfrm>
            <a:off x="9666008" y="6176772"/>
            <a:ext cx="82296" cy="82296"/>
          </a:xfrm>
          <a:prstGeom prst="ellipse">
            <a:avLst/>
          </a:prstGeom>
          <a:solidFill>
            <a:srgbClr val="8E9A82"/>
          </a:solidFill>
          <a:ln/>
        </p:spPr>
      </p:sp>
      <p:sp>
        <p:nvSpPr>
          <p:cNvPr id="36" name="Shape 33"/>
          <p:cNvSpPr/>
          <p:nvPr/>
        </p:nvSpPr>
        <p:spPr>
          <a:xfrm>
            <a:off x="9818444" y="6176772"/>
            <a:ext cx="82296" cy="82296"/>
          </a:xfrm>
          <a:prstGeom prst="ellipse">
            <a:avLst/>
          </a:prstGeom>
          <a:solidFill>
            <a:srgbClr val="8E9A82"/>
          </a:solidFill>
          <a:ln/>
        </p:spPr>
      </p:sp>
      <p:sp>
        <p:nvSpPr>
          <p:cNvPr id="37" name="Shape 34"/>
          <p:cNvSpPr/>
          <p:nvPr/>
        </p:nvSpPr>
        <p:spPr>
          <a:xfrm>
            <a:off x="9970881" y="6176772"/>
            <a:ext cx="82296" cy="82296"/>
          </a:xfrm>
          <a:prstGeom prst="ellipse">
            <a:avLst/>
          </a:prstGeom>
          <a:solidFill>
            <a:srgbClr val="8E9A82"/>
          </a:solidFill>
          <a:ln/>
        </p:spPr>
      </p:sp>
      <p:sp>
        <p:nvSpPr>
          <p:cNvPr id="38" name="Shape 35"/>
          <p:cNvSpPr/>
          <p:nvPr/>
        </p:nvSpPr>
        <p:spPr>
          <a:xfrm>
            <a:off x="10086741" y="6140196"/>
            <a:ext cx="155448" cy="155448"/>
          </a:xfrm>
          <a:prstGeom prst="ellipse">
            <a:avLst/>
          </a:prstGeom>
          <a:solidFill>
            <a:srgbClr val="3F454C"/>
          </a:solidFill>
          <a:ln/>
        </p:spPr>
      </p:sp>
      <p:sp>
        <p:nvSpPr>
          <p:cNvPr id="39" name="Shape 36"/>
          <p:cNvSpPr/>
          <p:nvPr/>
        </p:nvSpPr>
        <p:spPr>
          <a:xfrm>
            <a:off x="10275754" y="6176772"/>
            <a:ext cx="82296" cy="82296"/>
          </a:xfrm>
          <a:prstGeom prst="ellipse">
            <a:avLst/>
          </a:prstGeom>
          <a:solidFill>
            <a:srgbClr val="D3D9CC"/>
          </a:solidFill>
          <a:ln/>
        </p:spPr>
      </p:sp>
      <p:sp>
        <p:nvSpPr>
          <p:cNvPr id="40" name="Shape 37"/>
          <p:cNvSpPr/>
          <p:nvPr/>
        </p:nvSpPr>
        <p:spPr>
          <a:xfrm>
            <a:off x="10428190" y="6176772"/>
            <a:ext cx="82296" cy="82296"/>
          </a:xfrm>
          <a:prstGeom prst="ellipse">
            <a:avLst/>
          </a:prstGeom>
          <a:solidFill>
            <a:srgbClr val="D3D9CC"/>
          </a:solidFill>
          <a:ln/>
        </p:spPr>
      </p:sp>
      <p:sp>
        <p:nvSpPr>
          <p:cNvPr id="41" name="Shape 38"/>
          <p:cNvSpPr/>
          <p:nvPr/>
        </p:nvSpPr>
        <p:spPr>
          <a:xfrm>
            <a:off x="10580627" y="6176772"/>
            <a:ext cx="82296" cy="82296"/>
          </a:xfrm>
          <a:prstGeom prst="ellipse">
            <a:avLst/>
          </a:prstGeom>
          <a:solidFill>
            <a:srgbClr val="D3D9CC"/>
          </a:solidFill>
          <a:ln/>
        </p:spPr>
      </p:sp>
      <p:sp>
        <p:nvSpPr>
          <p:cNvPr id="42" name="Shape 39"/>
          <p:cNvSpPr/>
          <p:nvPr/>
        </p:nvSpPr>
        <p:spPr>
          <a:xfrm>
            <a:off x="10733063" y="6176772"/>
            <a:ext cx="82296" cy="82296"/>
          </a:xfrm>
          <a:prstGeom prst="ellipse">
            <a:avLst/>
          </a:prstGeom>
          <a:solidFill>
            <a:srgbClr val="D3D9CC"/>
          </a:solidFill>
          <a:ln/>
        </p:spPr>
      </p:sp>
      <p:sp>
        <p:nvSpPr>
          <p:cNvPr id="43" name="Shape 40"/>
          <p:cNvSpPr/>
          <p:nvPr/>
        </p:nvSpPr>
        <p:spPr>
          <a:xfrm>
            <a:off x="10885500" y="6176772"/>
            <a:ext cx="82296" cy="82296"/>
          </a:xfrm>
          <a:prstGeom prst="ellipse">
            <a:avLst/>
          </a:prstGeom>
          <a:solidFill>
            <a:srgbClr val="D3D9CC"/>
          </a:solidFill>
          <a:ln/>
        </p:spPr>
      </p:sp>
      <p:sp>
        <p:nvSpPr>
          <p:cNvPr id="44" name="Shape 41"/>
          <p:cNvSpPr/>
          <p:nvPr/>
        </p:nvSpPr>
        <p:spPr>
          <a:xfrm>
            <a:off x="11037936" y="6176772"/>
            <a:ext cx="82296" cy="82296"/>
          </a:xfrm>
          <a:prstGeom prst="ellipse">
            <a:avLst/>
          </a:prstGeom>
          <a:solidFill>
            <a:srgbClr val="D3D9CC"/>
          </a:solidFill>
          <a:ln/>
        </p:spPr>
      </p:sp>
      <p:sp>
        <p:nvSpPr>
          <p:cNvPr id="45" name="Shape 42"/>
          <p:cNvSpPr/>
          <p:nvPr/>
        </p:nvSpPr>
        <p:spPr>
          <a:xfrm>
            <a:off x="11190373" y="6176772"/>
            <a:ext cx="82296" cy="82296"/>
          </a:xfrm>
          <a:prstGeom prst="ellipse">
            <a:avLst/>
          </a:prstGeom>
          <a:solidFill>
            <a:srgbClr val="D3D9CC"/>
          </a:solidFill>
          <a:ln/>
        </p:spPr>
      </p:sp>
      <p:sp>
        <p:nvSpPr>
          <p:cNvPr id="46" name="Shape 43"/>
          <p:cNvSpPr/>
          <p:nvPr/>
        </p:nvSpPr>
        <p:spPr>
          <a:xfrm>
            <a:off x="11342809" y="6176772"/>
            <a:ext cx="82296" cy="82296"/>
          </a:xfrm>
          <a:prstGeom prst="ellipse">
            <a:avLst/>
          </a:prstGeom>
          <a:solidFill>
            <a:srgbClr val="D3D9CC"/>
          </a:solidFill>
          <a:ln/>
        </p:spPr>
      </p:sp>
      <p:sp>
        <p:nvSpPr>
          <p:cNvPr id="25" name="Slide Number Placeholder 0"/>
          <p:cNvSpPr>
            <a:spLocks noGrp="1"/>
          </p:cNvSpPr>
          <p:nvPr>
            <p:ph type="sldNum" sz="quarter" idx="4294967295"/>
          </p:nvPr>
        </p:nvSpPr>
        <p:spPr>
          <a:xfrm>
            <a:off x="11155680" y="6510528"/>
            <a:ext cx="548640" cy="228600"/>
          </a:xfrm>
          <a:prstGeom prst="rect">
            <a:avLst/>
          </a:prstGeom>
          <a:extLst>
            <a:ext uri="{C572A759-6A51-4108-AA02-DFA0A04FC94B}">
              <ma14:wrappingTextBoxFlag xmlns:ma14="http://schemas.microsoft.com/office/mac/drawingml/2011/main" val="0"/>
            </a:ext>
          </a:extLst>
        </p:spPr>
        <p:txBody>
          <a:bodyPr/>
          <a:lstStyle>
            <a:lvl1pPr>
              <a:defRPr sz="1000">
                <a:solidFill>
                  <a:srgbClr val="6D7072"/>
                </a:solidFill>
              </a:defRPr>
            </a:lvl1pPr>
          </a:lstStyle>
          <a:p>
            <a:pPr algn="r"/>
            <a:fld id="{F7021451-1387-4CA6-816F-3879F97B5CBC}" type="slidenum">
              <a:rPr b="0" lang="en-US"/>
              <a:t>31</a:t>
            </a:fld>
            <a:endParaRPr lang="en-US"/>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spTree>
      <p:nvGrpSpPr>
        <p:cNvPr id="1" name=""/>
        <p:cNvGrpSpPr/>
        <p:nvPr/>
      </p:nvGrpSpPr>
      <p:grpSpPr>
        <a:xfrm>
          <a:off x="0" y="0"/>
          <a:ext cx="0" cy="0"/>
          <a:chOff x="0" y="0"/>
          <a:chExt cx="0" cy="0"/>
        </a:xfrm>
      </p:grpSpPr>
      <p:pic>
        <p:nvPicPr>
          <p:cNvPr id="2" name="Step 27 image" descr="Step 27: Fill in the road">    </p:cNvPr>
          <p:cNvPicPr>
            <a:picLocks noChangeAspect="1"/>
          </p:cNvPicPr>
          <p:nvPr/>
        </p:nvPicPr>
        <p:blipFill>
          <a:blip r:embed="rId1"/>
          <a:stretch>
            <a:fillRect/>
          </a:stretch>
        </p:blipFill>
        <p:spPr>
          <a:xfrm>
            <a:off x="457200" y="411480"/>
            <a:ext cx="5317216" cy="6035040"/>
          </a:xfrm>
          <a:prstGeom prst="rect">
            <a:avLst/>
          </a:prstGeom>
        </p:spPr>
      </p:pic>
      <p:sp>
        <p:nvSpPr>
          <p:cNvPr id="3" name="Stage chip"/>
          <p:cNvSpPr txBox="1"/>
          <p:nvPr/>
        </p:nvSpPr>
        <p:spPr>
          <a:xfrm>
            <a:off x="6277336" y="640080"/>
            <a:ext cx="1620317" cy="292608"/>
          </a:xfrm>
          <a:prstGeom prst="roundRect">
            <a:avLst>
              <a:gd name="adj" fmla="val 31250"/>
            </a:avLst>
          </a:prstGeom>
          <a:solidFill>
            <a:srgbClr val="3F454C"/>
          </a:solidFill>
          <a:ln/>
        </p:spPr>
        <p:txBody>
          <a:bodyPr wrap="square" lIns="0" tIns="0" rIns="0" bIns="0" rtlCol="0" anchor="ctr"/>
          <a:lstStyle/>
          <a:p>
            <a:pPr algn="ctr" indent="0" marL="0">
              <a:buNone/>
            </a:pPr>
            <a:r>
              <a:rPr lang="en-US" sz="1100" b="1" dirty="0">
                <a:solidFill>
                  <a:srgbClr val="FFFFFF"/>
                </a:solidFill>
              </a:rPr>
              <a:t>STAGE 7 · ROAD</a:t>
            </a:r>
            <a:endParaRPr lang="en-US" sz="1100" dirty="0"/>
          </a:p>
        </p:txBody>
      </p:sp>
      <p:sp>
        <p:nvSpPr>
          <p:cNvPr id="4" name="Step counter"/>
          <p:cNvSpPr txBox="1"/>
          <p:nvPr/>
        </p:nvSpPr>
        <p:spPr>
          <a:xfrm>
            <a:off x="9905695" y="640080"/>
            <a:ext cx="1554480" cy="292608"/>
          </a:xfrm>
          <a:prstGeom prst="rect">
            <a:avLst/>
          </a:prstGeom>
          <a:noFill/>
          <a:ln/>
        </p:spPr>
        <p:txBody>
          <a:bodyPr wrap="square" lIns="0" tIns="0" rIns="0" bIns="0" rtlCol="0" anchor="ctr"/>
          <a:lstStyle/>
          <a:p>
            <a:pPr algn="r" indent="0" marL="0">
              <a:buNone/>
            </a:pPr>
            <a:r>
              <a:rPr lang="en-US" sz="1100" b="1" dirty="0">
                <a:solidFill>
                  <a:srgbClr val="6D7072"/>
                </a:solidFill>
              </a:rPr>
              <a:t>STEP 27 OF 34</a:t>
            </a:r>
            <a:endParaRPr lang="en-US" sz="1100" dirty="0"/>
          </a:p>
        </p:txBody>
      </p:sp>
      <p:sp>
        <p:nvSpPr>
          <p:cNvPr id="5" name="Text 1"/>
          <p:cNvSpPr/>
          <p:nvPr>
            <p:ph idx="101" type="title" hasCustomPrompt="1"/>
          </p:nvPr>
        </p:nvSpPr>
        <p:spPr>
          <a:xfrm>
            <a:off x="6277336" y="1051560"/>
            <a:ext cx="5182839" cy="868680"/>
          </a:xfrm>
          <a:prstGeom prst="rect">
            <a:avLst/>
          </a:prstGeom>
          <a:noFill/>
          <a:ln/>
        </p:spPr>
        <p:txBody>
          <a:bodyPr wrap="square" lIns="0" tIns="0" rIns="0" bIns="0" rtlCol="0" anchor="t"/>
          <a:lstStyle/>
          <a:p>
            <a:pPr algn="l" indent="0" marL="0">
              <a:buNone/>
            </a:pPr>
            <a:r>
              <a:rPr lang="en-US" sz="2600" b="1" dirty="0">
                <a:solidFill>
                  <a:schemeClr val="tx2"/>
                </a:solidFill>
              </a:rPr>
              <a:t>Fill in the road</a:t>
            </a:r>
            <a:endParaRPr lang="en-US" sz="2600" dirty="0"/>
          </a:p>
        </p:txBody>
      </p:sp>
      <p:sp>
        <p:nvSpPr>
          <p:cNvPr id="6" name="Text 3"/>
          <p:cNvSpPr txBox="1"/>
          <p:nvPr/>
        </p:nvSpPr>
        <p:spPr>
          <a:xfrm>
            <a:off x="6277336" y="2011680"/>
            <a:ext cx="2743200" cy="228600"/>
          </a:xfrm>
          <a:prstGeom prst="rect">
            <a:avLst/>
          </a:prstGeom>
          <a:noFill/>
          <a:ln/>
        </p:spPr>
        <p:txBody>
          <a:bodyPr wrap="square" lIns="0" tIns="0" rIns="0" bIns="0" rtlCol="0" anchor="ctr"/>
          <a:lstStyle/>
          <a:p>
            <a:pPr indent="0" marL="0">
              <a:buNone/>
            </a:pPr>
            <a:r>
              <a:rPr lang="en-US" sz="1100" b="1" dirty="0">
                <a:solidFill>
                  <a:srgbClr val="6D7072"/>
                </a:solidFill>
              </a:rPr>
              <a:t>WHAT TO DO</a:t>
            </a:r>
            <a:endParaRPr lang="en-US" sz="1100" dirty="0"/>
          </a:p>
        </p:txBody>
      </p:sp>
      <p:sp>
        <p:nvSpPr>
          <p:cNvPr id="7" name="Instructions"/>
          <p:cNvSpPr txBox="1"/>
          <p:nvPr/>
        </p:nvSpPr>
        <p:spPr>
          <a:xfrm>
            <a:off x="6277336" y="2286000"/>
            <a:ext cx="5182839" cy="1874520"/>
          </a:xfrm>
          <a:prstGeom prst="rect">
            <a:avLst/>
          </a:prstGeom>
          <a:noFill/>
          <a:ln/>
        </p:spPr>
        <p:txBody>
          <a:bodyPr wrap="square" lIns="0" tIns="0" rIns="0" bIns="0" rtlCol="0" anchor="t"/>
          <a:lstStyle/>
          <a:p>
            <a:pPr marL="203200" indent="-203200">
              <a:spcAft>
                <a:spcPts val="600"/>
              </a:spcAft>
              <a:buSzPct val="100000"/>
              <a:buChar char="•"/>
            </a:pPr>
            <a:r>
              <a:rPr lang="en-US" sz="1500" dirty="0">
                <a:solidFill>
                  <a:schemeClr val="tx1"/>
                </a:solidFill>
              </a:rPr>
              <a:t>Work down toward the bottom edge, filling both sides of the center line.</a:t>
            </a:r>
            <a:endParaRPr lang="en-US" sz="1500" dirty="0"/>
          </a:p>
          <a:p>
            <a:pPr marL="203200" indent="-203200">
              <a:spcAft>
                <a:spcPts val="600"/>
              </a:spcAft>
              <a:buSzPct val="100000"/>
              <a:buChar char="•"/>
            </a:pPr>
            <a:r>
              <a:rPr lang="en-US" sz="1500" dirty="0">
                <a:solidFill>
                  <a:schemeClr val="tx1"/>
                </a:solidFill>
              </a:rPr>
              <a:t>Keep the road a little lighter in the distance and slightly darker at the bottom.</a:t>
            </a:r>
            <a:endParaRPr lang="en-US" sz="1500" dirty="0"/>
          </a:p>
          <a:p>
            <a:pPr marL="203200" indent="-203200">
              <a:spcAft>
                <a:spcPts val="600"/>
              </a:spcAft>
              <a:buSzPct val="100000"/>
              <a:buChar char="•"/>
            </a:pPr>
            <a:r>
              <a:rPr lang="en-US" sz="1500" dirty="0">
                <a:solidFill>
                  <a:schemeClr val="tx1"/>
                </a:solidFill>
              </a:rPr>
              <a:t>Let the bottom edge go a bit ragged, as it does in the reel.</a:t>
            </a:r>
            <a:endParaRPr lang="en-US" sz="1500" dirty="0"/>
          </a:p>
        </p:txBody>
      </p:sp>
      <p:sp>
        <p:nvSpPr>
          <p:cNvPr id="8" name="Tip box"/>
          <p:cNvSpPr/>
          <p:nvPr/>
        </p:nvSpPr>
        <p:spPr>
          <a:xfrm>
            <a:off x="6277336" y="4224528"/>
            <a:ext cx="5182839" cy="932688"/>
          </a:xfrm>
          <a:prstGeom prst="roundRect">
            <a:avLst>
              <a:gd name="adj" fmla="val 7843"/>
            </a:avLst>
          </a:prstGeom>
          <a:solidFill>
            <a:srgbClr val="F2F4F0"/>
          </a:solidFill>
          <a:ln/>
        </p:spPr>
      </p:sp>
      <p:sp>
        <p:nvSpPr>
          <p:cNvPr id="9" name="Tip text"/>
          <p:cNvSpPr txBox="1"/>
          <p:nvPr/>
        </p:nvSpPr>
        <p:spPr>
          <a:xfrm>
            <a:off x="6414496" y="4261104"/>
            <a:ext cx="4908519" cy="859536"/>
          </a:xfrm>
          <a:prstGeom prst="rect">
            <a:avLst/>
          </a:prstGeom>
          <a:noFill/>
          <a:ln/>
        </p:spPr>
        <p:txBody>
          <a:bodyPr wrap="square" lIns="0" tIns="0" rIns="0" bIns="0" rtlCol="0" anchor="ctr"/>
          <a:lstStyle/>
          <a:p>
            <a:pPr indent="0" marL="0">
              <a:buNone/>
            </a:pPr>
            <a:r>
              <a:rPr lang="en-US" sz="1000" b="1" dirty="0">
                <a:solidFill>
                  <a:srgbClr val="B4531A"/>
                </a:solidFill>
              </a:rPr>
              <a:t>WATCH FOR</a:t>
            </a:r>
            <a:endParaRPr lang="en-US" sz="1000" dirty="0"/>
          </a:p>
          <a:p>
            <a:pPr indent="0" marL="0">
              <a:buNone/>
            </a:pPr>
            <a:r>
              <a:rPr lang="en-US" sz="1400" dirty="0">
                <a:solidFill>
                  <a:schemeClr val="tx1"/>
                </a:solidFill>
              </a:rPr>
              <a:t>Leave the white dashes untouched. They shrink toward the vanishing point.</a:t>
            </a:r>
            <a:endParaRPr lang="en-US" sz="1000" dirty="0"/>
          </a:p>
        </p:txBody>
      </p:sp>
      <p:sp>
        <p:nvSpPr>
          <p:cNvPr id="10" name="Text 7"/>
          <p:cNvSpPr txBox="1"/>
          <p:nvPr/>
        </p:nvSpPr>
        <p:spPr>
          <a:xfrm>
            <a:off x="6277336" y="5285232"/>
            <a:ext cx="5182839" cy="201168"/>
          </a:xfrm>
          <a:prstGeom prst="rect">
            <a:avLst/>
          </a:prstGeom>
          <a:noFill/>
          <a:ln/>
        </p:spPr>
        <p:txBody>
          <a:bodyPr wrap="square" lIns="0" tIns="0" rIns="0" bIns="0" rtlCol="0" anchor="ctr"/>
          <a:lstStyle/>
          <a:p>
            <a:pPr indent="0" marL="0">
              <a:buNone/>
            </a:pPr>
            <a:r>
              <a:rPr lang="en-US" sz="1000" b="1" dirty="0">
                <a:solidFill>
                  <a:srgbClr val="6D7072"/>
                </a:solidFill>
              </a:rPr>
              <a:t>COLORS IN THIS STEP</a:t>
            </a:r>
            <a:endParaRPr lang="en-US" sz="1000" dirty="0"/>
          </a:p>
        </p:txBody>
      </p:sp>
      <p:sp>
        <p:nvSpPr>
          <p:cNvPr id="11" name="Swatch Road gray"/>
          <p:cNvSpPr/>
          <p:nvPr/>
        </p:nvSpPr>
        <p:spPr>
          <a:xfrm>
            <a:off x="6277336" y="5532120"/>
            <a:ext cx="329184" cy="329184"/>
          </a:xfrm>
          <a:prstGeom prst="ellipse">
            <a:avLst/>
          </a:prstGeom>
          <a:solidFill>
            <a:srgbClr val="6D7072"/>
          </a:solidFill>
          <a:ln w="9525">
            <a:solidFill>
              <a:srgbClr val="D3D9CC"/>
            </a:solidFill>
            <a:prstDash val="solid"/>
          </a:ln>
        </p:spPr>
      </p:sp>
      <p:sp>
        <p:nvSpPr>
          <p:cNvPr id="12" name="Text 9"/>
          <p:cNvSpPr txBox="1"/>
          <p:nvPr/>
        </p:nvSpPr>
        <p:spPr>
          <a:xfrm>
            <a:off x="6688816" y="5504688"/>
            <a:ext cx="1270413" cy="384048"/>
          </a:xfrm>
          <a:prstGeom prst="rect">
            <a:avLst/>
          </a:prstGeom>
          <a:noFill/>
          <a:ln/>
        </p:spPr>
        <p:txBody>
          <a:bodyPr wrap="square" lIns="0" tIns="0" rIns="0" bIns="0" rtlCol="0" anchor="ctr"/>
          <a:lstStyle/>
          <a:p>
            <a:pPr indent="0" marL="0">
              <a:buNone/>
            </a:pPr>
            <a:r>
              <a:rPr lang="en-US" sz="1100" b="1" dirty="0">
                <a:solidFill>
                  <a:schemeClr val="tx1"/>
                </a:solidFill>
              </a:rPr>
              <a:t>Road gray</a:t>
            </a:r>
            <a:endParaRPr lang="en-US" sz="1100" dirty="0"/>
          </a:p>
          <a:p>
            <a:pPr indent="0" marL="0">
              <a:buNone/>
            </a:pPr>
            <a:r>
              <a:rPr lang="en-US" sz="1000" dirty="0">
                <a:solidFill>
                  <a:srgbClr val="4A5058"/>
                </a:solidFill>
              </a:rPr>
              <a:t>#6D7072</a:t>
            </a:r>
            <a:endParaRPr lang="en-US" sz="1100" dirty="0"/>
          </a:p>
        </p:txBody>
      </p:sp>
      <p:sp>
        <p:nvSpPr>
          <p:cNvPr id="13" name="Shape 10"/>
          <p:cNvSpPr/>
          <p:nvPr/>
        </p:nvSpPr>
        <p:spPr>
          <a:xfrm>
            <a:off x="6312406" y="6176772"/>
            <a:ext cx="82296" cy="82296"/>
          </a:xfrm>
          <a:prstGeom prst="ellipse">
            <a:avLst/>
          </a:prstGeom>
          <a:solidFill>
            <a:srgbClr val="8E9A82"/>
          </a:solidFill>
          <a:ln/>
        </p:spPr>
      </p:sp>
      <p:sp>
        <p:nvSpPr>
          <p:cNvPr id="14" name="Shape 11"/>
          <p:cNvSpPr/>
          <p:nvPr/>
        </p:nvSpPr>
        <p:spPr>
          <a:xfrm>
            <a:off x="6464843" y="6176772"/>
            <a:ext cx="82296" cy="82296"/>
          </a:xfrm>
          <a:prstGeom prst="ellipse">
            <a:avLst/>
          </a:prstGeom>
          <a:solidFill>
            <a:srgbClr val="8E9A82"/>
          </a:solidFill>
          <a:ln/>
        </p:spPr>
      </p:sp>
      <p:sp>
        <p:nvSpPr>
          <p:cNvPr id="15" name="Shape 12"/>
          <p:cNvSpPr/>
          <p:nvPr/>
        </p:nvSpPr>
        <p:spPr>
          <a:xfrm>
            <a:off x="6617279" y="6176772"/>
            <a:ext cx="82296" cy="82296"/>
          </a:xfrm>
          <a:prstGeom prst="ellipse">
            <a:avLst/>
          </a:prstGeom>
          <a:solidFill>
            <a:srgbClr val="8E9A82"/>
          </a:solidFill>
          <a:ln/>
        </p:spPr>
      </p:sp>
      <p:sp>
        <p:nvSpPr>
          <p:cNvPr id="16" name="Shape 13"/>
          <p:cNvSpPr/>
          <p:nvPr/>
        </p:nvSpPr>
        <p:spPr>
          <a:xfrm>
            <a:off x="6769715" y="6176772"/>
            <a:ext cx="82296" cy="82296"/>
          </a:xfrm>
          <a:prstGeom prst="ellipse">
            <a:avLst/>
          </a:prstGeom>
          <a:solidFill>
            <a:srgbClr val="8E9A82"/>
          </a:solidFill>
          <a:ln/>
        </p:spPr>
      </p:sp>
      <p:sp>
        <p:nvSpPr>
          <p:cNvPr id="17" name="Shape 14"/>
          <p:cNvSpPr/>
          <p:nvPr/>
        </p:nvSpPr>
        <p:spPr>
          <a:xfrm>
            <a:off x="6922152" y="6176772"/>
            <a:ext cx="82296" cy="82296"/>
          </a:xfrm>
          <a:prstGeom prst="ellipse">
            <a:avLst/>
          </a:prstGeom>
          <a:solidFill>
            <a:srgbClr val="8E9A82"/>
          </a:solidFill>
          <a:ln/>
        </p:spPr>
      </p:sp>
      <p:sp>
        <p:nvSpPr>
          <p:cNvPr id="18" name="Shape 15"/>
          <p:cNvSpPr/>
          <p:nvPr/>
        </p:nvSpPr>
        <p:spPr>
          <a:xfrm>
            <a:off x="7074588" y="6176772"/>
            <a:ext cx="82296" cy="82296"/>
          </a:xfrm>
          <a:prstGeom prst="ellipse">
            <a:avLst/>
          </a:prstGeom>
          <a:solidFill>
            <a:srgbClr val="8E9A82"/>
          </a:solidFill>
          <a:ln/>
        </p:spPr>
      </p:sp>
      <p:sp>
        <p:nvSpPr>
          <p:cNvPr id="19" name="Shape 16"/>
          <p:cNvSpPr/>
          <p:nvPr/>
        </p:nvSpPr>
        <p:spPr>
          <a:xfrm>
            <a:off x="7227025" y="6176772"/>
            <a:ext cx="82296" cy="82296"/>
          </a:xfrm>
          <a:prstGeom prst="ellipse">
            <a:avLst/>
          </a:prstGeom>
          <a:solidFill>
            <a:srgbClr val="8E9A82"/>
          </a:solidFill>
          <a:ln/>
        </p:spPr>
      </p:sp>
      <p:sp>
        <p:nvSpPr>
          <p:cNvPr id="20" name="Shape 17"/>
          <p:cNvSpPr/>
          <p:nvPr/>
        </p:nvSpPr>
        <p:spPr>
          <a:xfrm>
            <a:off x="7379461" y="6176772"/>
            <a:ext cx="82296" cy="82296"/>
          </a:xfrm>
          <a:prstGeom prst="ellipse">
            <a:avLst/>
          </a:prstGeom>
          <a:solidFill>
            <a:srgbClr val="8E9A82"/>
          </a:solidFill>
          <a:ln/>
        </p:spPr>
      </p:sp>
      <p:sp>
        <p:nvSpPr>
          <p:cNvPr id="21" name="Shape 18"/>
          <p:cNvSpPr/>
          <p:nvPr/>
        </p:nvSpPr>
        <p:spPr>
          <a:xfrm>
            <a:off x="7531898" y="6176772"/>
            <a:ext cx="82296" cy="82296"/>
          </a:xfrm>
          <a:prstGeom prst="ellipse">
            <a:avLst/>
          </a:prstGeom>
          <a:solidFill>
            <a:srgbClr val="8E9A82"/>
          </a:solidFill>
          <a:ln/>
        </p:spPr>
      </p:sp>
      <p:sp>
        <p:nvSpPr>
          <p:cNvPr id="22" name="Shape 19"/>
          <p:cNvSpPr/>
          <p:nvPr/>
        </p:nvSpPr>
        <p:spPr>
          <a:xfrm>
            <a:off x="7684334" y="6176772"/>
            <a:ext cx="82296" cy="82296"/>
          </a:xfrm>
          <a:prstGeom prst="ellipse">
            <a:avLst/>
          </a:prstGeom>
          <a:solidFill>
            <a:srgbClr val="8E9A82"/>
          </a:solidFill>
          <a:ln/>
        </p:spPr>
      </p:sp>
      <p:sp>
        <p:nvSpPr>
          <p:cNvPr id="23" name="Shape 20"/>
          <p:cNvSpPr/>
          <p:nvPr/>
        </p:nvSpPr>
        <p:spPr>
          <a:xfrm>
            <a:off x="7836771" y="6176772"/>
            <a:ext cx="82296" cy="82296"/>
          </a:xfrm>
          <a:prstGeom prst="ellipse">
            <a:avLst/>
          </a:prstGeom>
          <a:solidFill>
            <a:srgbClr val="8E9A82"/>
          </a:solidFill>
          <a:ln/>
        </p:spPr>
      </p:sp>
      <p:sp>
        <p:nvSpPr>
          <p:cNvPr id="24" name="Shape 21"/>
          <p:cNvSpPr/>
          <p:nvPr/>
        </p:nvSpPr>
        <p:spPr>
          <a:xfrm>
            <a:off x="7989207" y="6176772"/>
            <a:ext cx="82296" cy="82296"/>
          </a:xfrm>
          <a:prstGeom prst="ellipse">
            <a:avLst/>
          </a:prstGeom>
          <a:solidFill>
            <a:srgbClr val="8E9A82"/>
          </a:solidFill>
          <a:ln/>
        </p:spPr>
      </p:sp>
      <p:sp>
        <p:nvSpPr>
          <p:cNvPr id="25" name="Shape 22"/>
          <p:cNvSpPr/>
          <p:nvPr/>
        </p:nvSpPr>
        <p:spPr>
          <a:xfrm>
            <a:off x="8141643" y="6176772"/>
            <a:ext cx="82296" cy="82296"/>
          </a:xfrm>
          <a:prstGeom prst="ellipse">
            <a:avLst/>
          </a:prstGeom>
          <a:solidFill>
            <a:srgbClr val="8E9A82"/>
          </a:solidFill>
          <a:ln/>
        </p:spPr>
      </p:sp>
      <p:sp>
        <p:nvSpPr>
          <p:cNvPr id="26" name="Shape 23"/>
          <p:cNvSpPr/>
          <p:nvPr/>
        </p:nvSpPr>
        <p:spPr>
          <a:xfrm>
            <a:off x="8294080" y="6176772"/>
            <a:ext cx="82296" cy="82296"/>
          </a:xfrm>
          <a:prstGeom prst="ellipse">
            <a:avLst/>
          </a:prstGeom>
          <a:solidFill>
            <a:srgbClr val="8E9A82"/>
          </a:solidFill>
          <a:ln/>
        </p:spPr>
      </p:sp>
      <p:sp>
        <p:nvSpPr>
          <p:cNvPr id="27" name="Shape 24"/>
          <p:cNvSpPr/>
          <p:nvPr/>
        </p:nvSpPr>
        <p:spPr>
          <a:xfrm>
            <a:off x="8446516" y="6176772"/>
            <a:ext cx="82296" cy="82296"/>
          </a:xfrm>
          <a:prstGeom prst="ellipse">
            <a:avLst/>
          </a:prstGeom>
          <a:solidFill>
            <a:srgbClr val="8E9A82"/>
          </a:solidFill>
          <a:ln/>
        </p:spPr>
      </p:sp>
      <p:sp>
        <p:nvSpPr>
          <p:cNvPr id="28" name="Shape 25"/>
          <p:cNvSpPr/>
          <p:nvPr/>
        </p:nvSpPr>
        <p:spPr>
          <a:xfrm>
            <a:off x="8598953" y="6176772"/>
            <a:ext cx="82296" cy="82296"/>
          </a:xfrm>
          <a:prstGeom prst="ellipse">
            <a:avLst/>
          </a:prstGeom>
          <a:solidFill>
            <a:srgbClr val="8E9A82"/>
          </a:solidFill>
          <a:ln/>
        </p:spPr>
      </p:sp>
      <p:sp>
        <p:nvSpPr>
          <p:cNvPr id="29" name="Shape 26"/>
          <p:cNvSpPr/>
          <p:nvPr/>
        </p:nvSpPr>
        <p:spPr>
          <a:xfrm>
            <a:off x="8751389" y="6176772"/>
            <a:ext cx="82296" cy="82296"/>
          </a:xfrm>
          <a:prstGeom prst="ellipse">
            <a:avLst/>
          </a:prstGeom>
          <a:solidFill>
            <a:srgbClr val="8E9A82"/>
          </a:solidFill>
          <a:ln/>
        </p:spPr>
      </p:sp>
      <p:sp>
        <p:nvSpPr>
          <p:cNvPr id="30" name="Shape 27"/>
          <p:cNvSpPr/>
          <p:nvPr/>
        </p:nvSpPr>
        <p:spPr>
          <a:xfrm>
            <a:off x="8903826" y="6176772"/>
            <a:ext cx="82296" cy="82296"/>
          </a:xfrm>
          <a:prstGeom prst="ellipse">
            <a:avLst/>
          </a:prstGeom>
          <a:solidFill>
            <a:srgbClr val="8E9A82"/>
          </a:solidFill>
          <a:ln/>
        </p:spPr>
      </p:sp>
      <p:sp>
        <p:nvSpPr>
          <p:cNvPr id="31" name="Shape 28"/>
          <p:cNvSpPr/>
          <p:nvPr/>
        </p:nvSpPr>
        <p:spPr>
          <a:xfrm>
            <a:off x="9056262" y="6176772"/>
            <a:ext cx="82296" cy="82296"/>
          </a:xfrm>
          <a:prstGeom prst="ellipse">
            <a:avLst/>
          </a:prstGeom>
          <a:solidFill>
            <a:srgbClr val="8E9A82"/>
          </a:solidFill>
          <a:ln/>
        </p:spPr>
      </p:sp>
      <p:sp>
        <p:nvSpPr>
          <p:cNvPr id="32" name="Shape 29"/>
          <p:cNvSpPr/>
          <p:nvPr/>
        </p:nvSpPr>
        <p:spPr>
          <a:xfrm>
            <a:off x="9208699" y="6176772"/>
            <a:ext cx="82296" cy="82296"/>
          </a:xfrm>
          <a:prstGeom prst="ellipse">
            <a:avLst/>
          </a:prstGeom>
          <a:solidFill>
            <a:srgbClr val="8E9A82"/>
          </a:solidFill>
          <a:ln/>
        </p:spPr>
      </p:sp>
      <p:sp>
        <p:nvSpPr>
          <p:cNvPr id="33" name="Shape 30"/>
          <p:cNvSpPr/>
          <p:nvPr/>
        </p:nvSpPr>
        <p:spPr>
          <a:xfrm>
            <a:off x="9361135" y="6176772"/>
            <a:ext cx="82296" cy="82296"/>
          </a:xfrm>
          <a:prstGeom prst="ellipse">
            <a:avLst/>
          </a:prstGeom>
          <a:solidFill>
            <a:srgbClr val="8E9A82"/>
          </a:solidFill>
          <a:ln/>
        </p:spPr>
      </p:sp>
      <p:sp>
        <p:nvSpPr>
          <p:cNvPr id="34" name="Shape 31"/>
          <p:cNvSpPr/>
          <p:nvPr/>
        </p:nvSpPr>
        <p:spPr>
          <a:xfrm>
            <a:off x="9513572" y="6176772"/>
            <a:ext cx="82296" cy="82296"/>
          </a:xfrm>
          <a:prstGeom prst="ellipse">
            <a:avLst/>
          </a:prstGeom>
          <a:solidFill>
            <a:srgbClr val="8E9A82"/>
          </a:solidFill>
          <a:ln/>
        </p:spPr>
      </p:sp>
      <p:sp>
        <p:nvSpPr>
          <p:cNvPr id="35" name="Shape 32"/>
          <p:cNvSpPr/>
          <p:nvPr/>
        </p:nvSpPr>
        <p:spPr>
          <a:xfrm>
            <a:off x="9666008" y="6176772"/>
            <a:ext cx="82296" cy="82296"/>
          </a:xfrm>
          <a:prstGeom prst="ellipse">
            <a:avLst/>
          </a:prstGeom>
          <a:solidFill>
            <a:srgbClr val="8E9A82"/>
          </a:solidFill>
          <a:ln/>
        </p:spPr>
      </p:sp>
      <p:sp>
        <p:nvSpPr>
          <p:cNvPr id="36" name="Shape 33"/>
          <p:cNvSpPr/>
          <p:nvPr/>
        </p:nvSpPr>
        <p:spPr>
          <a:xfrm>
            <a:off x="9818444" y="6176772"/>
            <a:ext cx="82296" cy="82296"/>
          </a:xfrm>
          <a:prstGeom prst="ellipse">
            <a:avLst/>
          </a:prstGeom>
          <a:solidFill>
            <a:srgbClr val="8E9A82"/>
          </a:solidFill>
          <a:ln/>
        </p:spPr>
      </p:sp>
      <p:sp>
        <p:nvSpPr>
          <p:cNvPr id="37" name="Shape 34"/>
          <p:cNvSpPr/>
          <p:nvPr/>
        </p:nvSpPr>
        <p:spPr>
          <a:xfrm>
            <a:off x="9970881" y="6176772"/>
            <a:ext cx="82296" cy="82296"/>
          </a:xfrm>
          <a:prstGeom prst="ellipse">
            <a:avLst/>
          </a:prstGeom>
          <a:solidFill>
            <a:srgbClr val="8E9A82"/>
          </a:solidFill>
          <a:ln/>
        </p:spPr>
      </p:sp>
      <p:sp>
        <p:nvSpPr>
          <p:cNvPr id="38" name="Shape 35"/>
          <p:cNvSpPr/>
          <p:nvPr/>
        </p:nvSpPr>
        <p:spPr>
          <a:xfrm>
            <a:off x="10123317" y="6176772"/>
            <a:ext cx="82296" cy="82296"/>
          </a:xfrm>
          <a:prstGeom prst="ellipse">
            <a:avLst/>
          </a:prstGeom>
          <a:solidFill>
            <a:srgbClr val="8E9A82"/>
          </a:solidFill>
          <a:ln/>
        </p:spPr>
      </p:sp>
      <p:sp>
        <p:nvSpPr>
          <p:cNvPr id="39" name="Shape 36"/>
          <p:cNvSpPr/>
          <p:nvPr/>
        </p:nvSpPr>
        <p:spPr>
          <a:xfrm>
            <a:off x="10239178" y="6140196"/>
            <a:ext cx="155448" cy="155448"/>
          </a:xfrm>
          <a:prstGeom prst="ellipse">
            <a:avLst/>
          </a:prstGeom>
          <a:solidFill>
            <a:srgbClr val="3F454C"/>
          </a:solidFill>
          <a:ln/>
        </p:spPr>
      </p:sp>
      <p:sp>
        <p:nvSpPr>
          <p:cNvPr id="40" name="Shape 37"/>
          <p:cNvSpPr/>
          <p:nvPr/>
        </p:nvSpPr>
        <p:spPr>
          <a:xfrm>
            <a:off x="10428190" y="6176772"/>
            <a:ext cx="82296" cy="82296"/>
          </a:xfrm>
          <a:prstGeom prst="ellipse">
            <a:avLst/>
          </a:prstGeom>
          <a:solidFill>
            <a:srgbClr val="D3D9CC"/>
          </a:solidFill>
          <a:ln/>
        </p:spPr>
      </p:sp>
      <p:sp>
        <p:nvSpPr>
          <p:cNvPr id="41" name="Shape 38"/>
          <p:cNvSpPr/>
          <p:nvPr/>
        </p:nvSpPr>
        <p:spPr>
          <a:xfrm>
            <a:off x="10580627" y="6176772"/>
            <a:ext cx="82296" cy="82296"/>
          </a:xfrm>
          <a:prstGeom prst="ellipse">
            <a:avLst/>
          </a:prstGeom>
          <a:solidFill>
            <a:srgbClr val="D3D9CC"/>
          </a:solidFill>
          <a:ln/>
        </p:spPr>
      </p:sp>
      <p:sp>
        <p:nvSpPr>
          <p:cNvPr id="42" name="Shape 39"/>
          <p:cNvSpPr/>
          <p:nvPr/>
        </p:nvSpPr>
        <p:spPr>
          <a:xfrm>
            <a:off x="10733063" y="6176772"/>
            <a:ext cx="82296" cy="82296"/>
          </a:xfrm>
          <a:prstGeom prst="ellipse">
            <a:avLst/>
          </a:prstGeom>
          <a:solidFill>
            <a:srgbClr val="D3D9CC"/>
          </a:solidFill>
          <a:ln/>
        </p:spPr>
      </p:sp>
      <p:sp>
        <p:nvSpPr>
          <p:cNvPr id="43" name="Shape 40"/>
          <p:cNvSpPr/>
          <p:nvPr/>
        </p:nvSpPr>
        <p:spPr>
          <a:xfrm>
            <a:off x="10885500" y="6176772"/>
            <a:ext cx="82296" cy="82296"/>
          </a:xfrm>
          <a:prstGeom prst="ellipse">
            <a:avLst/>
          </a:prstGeom>
          <a:solidFill>
            <a:srgbClr val="D3D9CC"/>
          </a:solidFill>
          <a:ln/>
        </p:spPr>
      </p:sp>
      <p:sp>
        <p:nvSpPr>
          <p:cNvPr id="44" name="Shape 41"/>
          <p:cNvSpPr/>
          <p:nvPr/>
        </p:nvSpPr>
        <p:spPr>
          <a:xfrm>
            <a:off x="11037936" y="6176772"/>
            <a:ext cx="82296" cy="82296"/>
          </a:xfrm>
          <a:prstGeom prst="ellipse">
            <a:avLst/>
          </a:prstGeom>
          <a:solidFill>
            <a:srgbClr val="D3D9CC"/>
          </a:solidFill>
          <a:ln/>
        </p:spPr>
      </p:sp>
      <p:sp>
        <p:nvSpPr>
          <p:cNvPr id="45" name="Shape 42"/>
          <p:cNvSpPr/>
          <p:nvPr/>
        </p:nvSpPr>
        <p:spPr>
          <a:xfrm>
            <a:off x="11190373" y="6176772"/>
            <a:ext cx="82296" cy="82296"/>
          </a:xfrm>
          <a:prstGeom prst="ellipse">
            <a:avLst/>
          </a:prstGeom>
          <a:solidFill>
            <a:srgbClr val="D3D9CC"/>
          </a:solidFill>
          <a:ln/>
        </p:spPr>
      </p:sp>
      <p:sp>
        <p:nvSpPr>
          <p:cNvPr id="46" name="Shape 43"/>
          <p:cNvSpPr/>
          <p:nvPr/>
        </p:nvSpPr>
        <p:spPr>
          <a:xfrm>
            <a:off x="11342809" y="6176772"/>
            <a:ext cx="82296" cy="82296"/>
          </a:xfrm>
          <a:prstGeom prst="ellipse">
            <a:avLst/>
          </a:prstGeom>
          <a:solidFill>
            <a:srgbClr val="D3D9CC"/>
          </a:solidFill>
          <a:ln/>
        </p:spPr>
      </p:sp>
      <p:sp>
        <p:nvSpPr>
          <p:cNvPr id="25" name="Slide Number Placeholder 0"/>
          <p:cNvSpPr>
            <a:spLocks noGrp="1"/>
          </p:cNvSpPr>
          <p:nvPr>
            <p:ph type="sldNum" sz="quarter" idx="4294967295"/>
          </p:nvPr>
        </p:nvSpPr>
        <p:spPr>
          <a:xfrm>
            <a:off x="11155680" y="6510528"/>
            <a:ext cx="548640" cy="228600"/>
          </a:xfrm>
          <a:prstGeom prst="rect">
            <a:avLst/>
          </a:prstGeom>
          <a:extLst>
            <a:ext uri="{C572A759-6A51-4108-AA02-DFA0A04FC94B}">
              <ma14:wrappingTextBoxFlag xmlns:ma14="http://schemas.microsoft.com/office/mac/drawingml/2011/main" val="0"/>
            </a:ext>
          </a:extLst>
        </p:spPr>
        <p:txBody>
          <a:bodyPr/>
          <a:lstStyle>
            <a:lvl1pPr>
              <a:defRPr sz="1000">
                <a:solidFill>
                  <a:srgbClr val="6D7072"/>
                </a:solidFill>
              </a:defRPr>
            </a:lvl1pPr>
          </a:lstStyle>
          <a:p>
            <a:pPr algn="r"/>
            <a:fld id="{F7021451-1387-4CA6-816F-3879F97B5CBC}" type="slidenum">
              <a:rPr b="0" lang="en-US"/>
              <a:t>32</a:t>
            </a:fld>
            <a:endParaRPr lang="en-US"/>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spTree>
      <p:nvGrpSpPr>
        <p:cNvPr id="1" name=""/>
        <p:cNvGrpSpPr/>
        <p:nvPr/>
      </p:nvGrpSpPr>
      <p:grpSpPr>
        <a:xfrm>
          <a:off x="0" y="0"/>
          <a:ext cx="0" cy="0"/>
          <a:chOff x="0" y="0"/>
          <a:chExt cx="0" cy="0"/>
        </a:xfrm>
      </p:grpSpPr>
      <p:pic>
        <p:nvPicPr>
          <p:cNvPr id="2" name="Step 28 image" descr="Step 28: Autumn leaves: start with yellow">    </p:cNvPr>
          <p:cNvPicPr>
            <a:picLocks noChangeAspect="1"/>
          </p:cNvPicPr>
          <p:nvPr/>
        </p:nvPicPr>
        <p:blipFill>
          <a:blip r:embed="rId1"/>
          <a:stretch>
            <a:fillRect/>
          </a:stretch>
        </p:blipFill>
        <p:spPr>
          <a:xfrm>
            <a:off x="457200" y="411480"/>
            <a:ext cx="5317216" cy="6035040"/>
          </a:xfrm>
          <a:prstGeom prst="rect">
            <a:avLst/>
          </a:prstGeom>
        </p:spPr>
      </p:pic>
      <p:sp>
        <p:nvSpPr>
          <p:cNvPr id="3" name="Stage chip"/>
          <p:cNvSpPr txBox="1"/>
          <p:nvPr/>
        </p:nvSpPr>
        <p:spPr>
          <a:xfrm>
            <a:off x="6277336" y="640080"/>
            <a:ext cx="2426818" cy="292608"/>
          </a:xfrm>
          <a:prstGeom prst="roundRect">
            <a:avLst>
              <a:gd name="adj" fmla="val 31250"/>
            </a:avLst>
          </a:prstGeom>
          <a:solidFill>
            <a:srgbClr val="B0402F"/>
          </a:solidFill>
          <a:ln/>
        </p:spPr>
        <p:txBody>
          <a:bodyPr wrap="square" lIns="0" tIns="0" rIns="0" bIns="0" rtlCol="0" anchor="ctr"/>
          <a:lstStyle/>
          <a:p>
            <a:pPr algn="ctr" indent="0" marL="0">
              <a:buNone/>
            </a:pPr>
            <a:r>
              <a:rPr lang="en-US" sz="1100" b="1" dirty="0">
                <a:solidFill>
                  <a:srgbClr val="FFFFFF"/>
                </a:solidFill>
              </a:rPr>
              <a:t>STAGE 8 · AUTUMN LEAVES</a:t>
            </a:r>
            <a:endParaRPr lang="en-US" sz="1100" dirty="0"/>
          </a:p>
        </p:txBody>
      </p:sp>
      <p:sp>
        <p:nvSpPr>
          <p:cNvPr id="4" name="Step counter"/>
          <p:cNvSpPr txBox="1"/>
          <p:nvPr/>
        </p:nvSpPr>
        <p:spPr>
          <a:xfrm>
            <a:off x="9905695" y="640080"/>
            <a:ext cx="1554480" cy="292608"/>
          </a:xfrm>
          <a:prstGeom prst="rect">
            <a:avLst/>
          </a:prstGeom>
          <a:noFill/>
          <a:ln/>
        </p:spPr>
        <p:txBody>
          <a:bodyPr wrap="square" lIns="0" tIns="0" rIns="0" bIns="0" rtlCol="0" anchor="ctr"/>
          <a:lstStyle/>
          <a:p>
            <a:pPr algn="r" indent="0" marL="0">
              <a:buNone/>
            </a:pPr>
            <a:r>
              <a:rPr lang="en-US" sz="1100" b="1" dirty="0">
                <a:solidFill>
                  <a:srgbClr val="6D7072"/>
                </a:solidFill>
              </a:rPr>
              <a:t>STEP 28 OF 34</a:t>
            </a:r>
            <a:endParaRPr lang="en-US" sz="1100" dirty="0"/>
          </a:p>
        </p:txBody>
      </p:sp>
      <p:sp>
        <p:nvSpPr>
          <p:cNvPr id="5" name="Text 1"/>
          <p:cNvSpPr/>
          <p:nvPr>
            <p:ph idx="101" type="title" hasCustomPrompt="1"/>
          </p:nvPr>
        </p:nvSpPr>
        <p:spPr>
          <a:xfrm>
            <a:off x="6277336" y="1051560"/>
            <a:ext cx="5182839" cy="868680"/>
          </a:xfrm>
          <a:prstGeom prst="rect">
            <a:avLst/>
          </a:prstGeom>
          <a:noFill/>
          <a:ln/>
        </p:spPr>
        <p:txBody>
          <a:bodyPr wrap="square" lIns="0" tIns="0" rIns="0" bIns="0" rtlCol="0" anchor="t"/>
          <a:lstStyle/>
          <a:p>
            <a:pPr algn="l" indent="0" marL="0">
              <a:buNone/>
            </a:pPr>
            <a:r>
              <a:rPr lang="en-US" sz="2600" b="1" dirty="0">
                <a:solidFill>
                  <a:schemeClr val="tx2"/>
                </a:solidFill>
              </a:rPr>
              <a:t>Autumn leaves: start with yellow</a:t>
            </a:r>
            <a:endParaRPr lang="en-US" sz="2600" dirty="0"/>
          </a:p>
        </p:txBody>
      </p:sp>
      <p:sp>
        <p:nvSpPr>
          <p:cNvPr id="6" name="Text 3"/>
          <p:cNvSpPr txBox="1"/>
          <p:nvPr/>
        </p:nvSpPr>
        <p:spPr>
          <a:xfrm>
            <a:off x="6277336" y="2011680"/>
            <a:ext cx="2743200" cy="228600"/>
          </a:xfrm>
          <a:prstGeom prst="rect">
            <a:avLst/>
          </a:prstGeom>
          <a:noFill/>
          <a:ln/>
        </p:spPr>
        <p:txBody>
          <a:bodyPr wrap="square" lIns="0" tIns="0" rIns="0" bIns="0" rtlCol="0" anchor="ctr"/>
          <a:lstStyle/>
          <a:p>
            <a:pPr indent="0" marL="0">
              <a:buNone/>
            </a:pPr>
            <a:r>
              <a:rPr lang="en-US" sz="1100" b="1" dirty="0">
                <a:solidFill>
                  <a:srgbClr val="6D7072"/>
                </a:solidFill>
              </a:rPr>
              <a:t>WHAT TO DO</a:t>
            </a:r>
            <a:endParaRPr lang="en-US" sz="1100" dirty="0"/>
          </a:p>
        </p:txBody>
      </p:sp>
      <p:sp>
        <p:nvSpPr>
          <p:cNvPr id="7" name="Instructions"/>
          <p:cNvSpPr txBox="1"/>
          <p:nvPr/>
        </p:nvSpPr>
        <p:spPr>
          <a:xfrm>
            <a:off x="6277336" y="2286000"/>
            <a:ext cx="5182839" cy="1874520"/>
          </a:xfrm>
          <a:prstGeom prst="rect">
            <a:avLst/>
          </a:prstGeom>
          <a:noFill/>
          <a:ln/>
        </p:spPr>
        <p:txBody>
          <a:bodyPr wrap="square" lIns="0" tIns="0" rIns="0" bIns="0" rtlCol="0" anchor="t"/>
          <a:lstStyle/>
          <a:p>
            <a:pPr marL="203200" indent="-203200">
              <a:spcAft>
                <a:spcPts val="600"/>
              </a:spcAft>
              <a:buSzPct val="100000"/>
              <a:buChar char="•"/>
            </a:pPr>
            <a:r>
              <a:rPr lang="en-US" sz="1500" dirty="0">
                <a:solidFill>
                  <a:schemeClr val="tx1"/>
                </a:solidFill>
              </a:rPr>
              <a:t>Pick up bright yellow and dab leaf clusters at the tips of the tall right-hand tree's branches.</a:t>
            </a:r>
            <a:endParaRPr lang="en-US" sz="1500" dirty="0"/>
          </a:p>
          <a:p>
            <a:pPr marL="203200" indent="-203200">
              <a:spcAft>
                <a:spcPts val="600"/>
              </a:spcAft>
              <a:buSzPct val="100000"/>
              <a:buChar char="•"/>
            </a:pPr>
            <a:r>
              <a:rPr lang="en-US" sz="1500" dirty="0">
                <a:solidFill>
                  <a:schemeClr val="tx1"/>
                </a:solidFill>
              </a:rPr>
              <a:t>Use small, irregular shapes, not perfect leaves.</a:t>
            </a:r>
            <a:endParaRPr lang="en-US" sz="1500" dirty="0"/>
          </a:p>
        </p:txBody>
      </p:sp>
      <p:sp>
        <p:nvSpPr>
          <p:cNvPr id="8" name="Tip box"/>
          <p:cNvSpPr/>
          <p:nvPr/>
        </p:nvSpPr>
        <p:spPr>
          <a:xfrm>
            <a:off x="6277336" y="4224528"/>
            <a:ext cx="5182839" cy="932688"/>
          </a:xfrm>
          <a:prstGeom prst="roundRect">
            <a:avLst>
              <a:gd name="adj" fmla="val 7843"/>
            </a:avLst>
          </a:prstGeom>
          <a:solidFill>
            <a:srgbClr val="F2F4F0"/>
          </a:solidFill>
          <a:ln/>
        </p:spPr>
      </p:sp>
      <p:sp>
        <p:nvSpPr>
          <p:cNvPr id="9" name="Tip text"/>
          <p:cNvSpPr txBox="1"/>
          <p:nvPr/>
        </p:nvSpPr>
        <p:spPr>
          <a:xfrm>
            <a:off x="6414496" y="4261104"/>
            <a:ext cx="4908519" cy="859536"/>
          </a:xfrm>
          <a:prstGeom prst="rect">
            <a:avLst/>
          </a:prstGeom>
          <a:noFill/>
          <a:ln/>
        </p:spPr>
        <p:txBody>
          <a:bodyPr wrap="square" lIns="0" tIns="0" rIns="0" bIns="0" rtlCol="0" anchor="ctr"/>
          <a:lstStyle/>
          <a:p>
            <a:pPr indent="0" marL="0">
              <a:buNone/>
            </a:pPr>
            <a:r>
              <a:rPr lang="en-US" sz="1000" b="1" dirty="0">
                <a:solidFill>
                  <a:srgbClr val="B4531A"/>
                </a:solidFill>
              </a:rPr>
              <a:t>WATCH FOR</a:t>
            </a:r>
            <a:endParaRPr lang="en-US" sz="1000" dirty="0"/>
          </a:p>
          <a:p>
            <a:pPr indent="0" marL="0">
              <a:buNone/>
            </a:pPr>
            <a:r>
              <a:rPr lang="en-US" sz="1400" dirty="0">
                <a:solidFill>
                  <a:schemeClr val="tx1"/>
                </a:solidFill>
              </a:rPr>
              <a:t>Start with the lightest color. Orange and dark tones go on top.</a:t>
            </a:r>
            <a:endParaRPr lang="en-US" sz="1000" dirty="0"/>
          </a:p>
        </p:txBody>
      </p:sp>
      <p:sp>
        <p:nvSpPr>
          <p:cNvPr id="10" name="Text 7"/>
          <p:cNvSpPr txBox="1"/>
          <p:nvPr/>
        </p:nvSpPr>
        <p:spPr>
          <a:xfrm>
            <a:off x="6277336" y="5285232"/>
            <a:ext cx="5182839" cy="201168"/>
          </a:xfrm>
          <a:prstGeom prst="rect">
            <a:avLst/>
          </a:prstGeom>
          <a:noFill/>
          <a:ln/>
        </p:spPr>
        <p:txBody>
          <a:bodyPr wrap="square" lIns="0" tIns="0" rIns="0" bIns="0" rtlCol="0" anchor="ctr"/>
          <a:lstStyle/>
          <a:p>
            <a:pPr indent="0" marL="0">
              <a:buNone/>
            </a:pPr>
            <a:r>
              <a:rPr lang="en-US" sz="1000" b="1" dirty="0">
                <a:solidFill>
                  <a:srgbClr val="6D7072"/>
                </a:solidFill>
              </a:rPr>
              <a:t>COLORS IN THIS STEP</a:t>
            </a:r>
            <a:endParaRPr lang="en-US" sz="1000" dirty="0"/>
          </a:p>
        </p:txBody>
      </p:sp>
      <p:sp>
        <p:nvSpPr>
          <p:cNvPr id="11" name="Swatch Golden yellow"/>
          <p:cNvSpPr/>
          <p:nvPr/>
        </p:nvSpPr>
        <p:spPr>
          <a:xfrm>
            <a:off x="6277336" y="5532120"/>
            <a:ext cx="329184" cy="329184"/>
          </a:xfrm>
          <a:prstGeom prst="ellipse">
            <a:avLst/>
          </a:prstGeom>
          <a:solidFill>
            <a:srgbClr val="E1AE42"/>
          </a:solidFill>
          <a:ln w="9525">
            <a:solidFill>
              <a:srgbClr val="D3D9CC"/>
            </a:solidFill>
            <a:prstDash val="solid"/>
          </a:ln>
        </p:spPr>
      </p:sp>
      <p:sp>
        <p:nvSpPr>
          <p:cNvPr id="12" name="Text 9"/>
          <p:cNvSpPr txBox="1"/>
          <p:nvPr/>
        </p:nvSpPr>
        <p:spPr>
          <a:xfrm>
            <a:off x="6688816" y="5504688"/>
            <a:ext cx="1270413" cy="384048"/>
          </a:xfrm>
          <a:prstGeom prst="rect">
            <a:avLst/>
          </a:prstGeom>
          <a:noFill/>
          <a:ln/>
        </p:spPr>
        <p:txBody>
          <a:bodyPr wrap="square" lIns="0" tIns="0" rIns="0" bIns="0" rtlCol="0" anchor="ctr"/>
          <a:lstStyle/>
          <a:p>
            <a:pPr indent="0" marL="0">
              <a:buNone/>
            </a:pPr>
            <a:r>
              <a:rPr lang="en-US" sz="1100" b="1" dirty="0">
                <a:solidFill>
                  <a:schemeClr val="tx1"/>
                </a:solidFill>
              </a:rPr>
              <a:t>Golden yellow</a:t>
            </a:r>
            <a:endParaRPr lang="en-US" sz="1100" dirty="0"/>
          </a:p>
          <a:p>
            <a:pPr indent="0" marL="0">
              <a:buNone/>
            </a:pPr>
            <a:r>
              <a:rPr lang="en-US" sz="1000" dirty="0">
                <a:solidFill>
                  <a:srgbClr val="4A5058"/>
                </a:solidFill>
              </a:rPr>
              <a:t>#E1AE42</a:t>
            </a:r>
            <a:endParaRPr lang="en-US" sz="1100" dirty="0"/>
          </a:p>
        </p:txBody>
      </p:sp>
      <p:sp>
        <p:nvSpPr>
          <p:cNvPr id="13" name="Shape 10"/>
          <p:cNvSpPr/>
          <p:nvPr/>
        </p:nvSpPr>
        <p:spPr>
          <a:xfrm>
            <a:off x="6312406" y="6176772"/>
            <a:ext cx="82296" cy="82296"/>
          </a:xfrm>
          <a:prstGeom prst="ellipse">
            <a:avLst/>
          </a:prstGeom>
          <a:solidFill>
            <a:srgbClr val="8E9A82"/>
          </a:solidFill>
          <a:ln/>
        </p:spPr>
      </p:sp>
      <p:sp>
        <p:nvSpPr>
          <p:cNvPr id="14" name="Shape 11"/>
          <p:cNvSpPr/>
          <p:nvPr/>
        </p:nvSpPr>
        <p:spPr>
          <a:xfrm>
            <a:off x="6464843" y="6176772"/>
            <a:ext cx="82296" cy="82296"/>
          </a:xfrm>
          <a:prstGeom prst="ellipse">
            <a:avLst/>
          </a:prstGeom>
          <a:solidFill>
            <a:srgbClr val="8E9A82"/>
          </a:solidFill>
          <a:ln/>
        </p:spPr>
      </p:sp>
      <p:sp>
        <p:nvSpPr>
          <p:cNvPr id="15" name="Shape 12"/>
          <p:cNvSpPr/>
          <p:nvPr/>
        </p:nvSpPr>
        <p:spPr>
          <a:xfrm>
            <a:off x="6617279" y="6176772"/>
            <a:ext cx="82296" cy="82296"/>
          </a:xfrm>
          <a:prstGeom prst="ellipse">
            <a:avLst/>
          </a:prstGeom>
          <a:solidFill>
            <a:srgbClr val="8E9A82"/>
          </a:solidFill>
          <a:ln/>
        </p:spPr>
      </p:sp>
      <p:sp>
        <p:nvSpPr>
          <p:cNvPr id="16" name="Shape 13"/>
          <p:cNvSpPr/>
          <p:nvPr/>
        </p:nvSpPr>
        <p:spPr>
          <a:xfrm>
            <a:off x="6769715" y="6176772"/>
            <a:ext cx="82296" cy="82296"/>
          </a:xfrm>
          <a:prstGeom prst="ellipse">
            <a:avLst/>
          </a:prstGeom>
          <a:solidFill>
            <a:srgbClr val="8E9A82"/>
          </a:solidFill>
          <a:ln/>
        </p:spPr>
      </p:sp>
      <p:sp>
        <p:nvSpPr>
          <p:cNvPr id="17" name="Shape 14"/>
          <p:cNvSpPr/>
          <p:nvPr/>
        </p:nvSpPr>
        <p:spPr>
          <a:xfrm>
            <a:off x="6922152" y="6176772"/>
            <a:ext cx="82296" cy="82296"/>
          </a:xfrm>
          <a:prstGeom prst="ellipse">
            <a:avLst/>
          </a:prstGeom>
          <a:solidFill>
            <a:srgbClr val="8E9A82"/>
          </a:solidFill>
          <a:ln/>
        </p:spPr>
      </p:sp>
      <p:sp>
        <p:nvSpPr>
          <p:cNvPr id="18" name="Shape 15"/>
          <p:cNvSpPr/>
          <p:nvPr/>
        </p:nvSpPr>
        <p:spPr>
          <a:xfrm>
            <a:off x="7074588" y="6176772"/>
            <a:ext cx="82296" cy="82296"/>
          </a:xfrm>
          <a:prstGeom prst="ellipse">
            <a:avLst/>
          </a:prstGeom>
          <a:solidFill>
            <a:srgbClr val="8E9A82"/>
          </a:solidFill>
          <a:ln/>
        </p:spPr>
      </p:sp>
      <p:sp>
        <p:nvSpPr>
          <p:cNvPr id="19" name="Shape 16"/>
          <p:cNvSpPr/>
          <p:nvPr/>
        </p:nvSpPr>
        <p:spPr>
          <a:xfrm>
            <a:off x="7227025" y="6176772"/>
            <a:ext cx="82296" cy="82296"/>
          </a:xfrm>
          <a:prstGeom prst="ellipse">
            <a:avLst/>
          </a:prstGeom>
          <a:solidFill>
            <a:srgbClr val="8E9A82"/>
          </a:solidFill>
          <a:ln/>
        </p:spPr>
      </p:sp>
      <p:sp>
        <p:nvSpPr>
          <p:cNvPr id="20" name="Shape 17"/>
          <p:cNvSpPr/>
          <p:nvPr/>
        </p:nvSpPr>
        <p:spPr>
          <a:xfrm>
            <a:off x="7379461" y="6176772"/>
            <a:ext cx="82296" cy="82296"/>
          </a:xfrm>
          <a:prstGeom prst="ellipse">
            <a:avLst/>
          </a:prstGeom>
          <a:solidFill>
            <a:srgbClr val="8E9A82"/>
          </a:solidFill>
          <a:ln/>
        </p:spPr>
      </p:sp>
      <p:sp>
        <p:nvSpPr>
          <p:cNvPr id="21" name="Shape 18"/>
          <p:cNvSpPr/>
          <p:nvPr/>
        </p:nvSpPr>
        <p:spPr>
          <a:xfrm>
            <a:off x="7531898" y="6176772"/>
            <a:ext cx="82296" cy="82296"/>
          </a:xfrm>
          <a:prstGeom prst="ellipse">
            <a:avLst/>
          </a:prstGeom>
          <a:solidFill>
            <a:srgbClr val="8E9A82"/>
          </a:solidFill>
          <a:ln/>
        </p:spPr>
      </p:sp>
      <p:sp>
        <p:nvSpPr>
          <p:cNvPr id="22" name="Shape 19"/>
          <p:cNvSpPr/>
          <p:nvPr/>
        </p:nvSpPr>
        <p:spPr>
          <a:xfrm>
            <a:off x="7684334" y="6176772"/>
            <a:ext cx="82296" cy="82296"/>
          </a:xfrm>
          <a:prstGeom prst="ellipse">
            <a:avLst/>
          </a:prstGeom>
          <a:solidFill>
            <a:srgbClr val="8E9A82"/>
          </a:solidFill>
          <a:ln/>
        </p:spPr>
      </p:sp>
      <p:sp>
        <p:nvSpPr>
          <p:cNvPr id="23" name="Shape 20"/>
          <p:cNvSpPr/>
          <p:nvPr/>
        </p:nvSpPr>
        <p:spPr>
          <a:xfrm>
            <a:off x="7836771" y="6176772"/>
            <a:ext cx="82296" cy="82296"/>
          </a:xfrm>
          <a:prstGeom prst="ellipse">
            <a:avLst/>
          </a:prstGeom>
          <a:solidFill>
            <a:srgbClr val="8E9A82"/>
          </a:solidFill>
          <a:ln/>
        </p:spPr>
      </p:sp>
      <p:sp>
        <p:nvSpPr>
          <p:cNvPr id="24" name="Shape 21"/>
          <p:cNvSpPr/>
          <p:nvPr/>
        </p:nvSpPr>
        <p:spPr>
          <a:xfrm>
            <a:off x="7989207" y="6176772"/>
            <a:ext cx="82296" cy="82296"/>
          </a:xfrm>
          <a:prstGeom prst="ellipse">
            <a:avLst/>
          </a:prstGeom>
          <a:solidFill>
            <a:srgbClr val="8E9A82"/>
          </a:solidFill>
          <a:ln/>
        </p:spPr>
      </p:sp>
      <p:sp>
        <p:nvSpPr>
          <p:cNvPr id="25" name="Shape 22"/>
          <p:cNvSpPr/>
          <p:nvPr/>
        </p:nvSpPr>
        <p:spPr>
          <a:xfrm>
            <a:off x="8141643" y="6176772"/>
            <a:ext cx="82296" cy="82296"/>
          </a:xfrm>
          <a:prstGeom prst="ellipse">
            <a:avLst/>
          </a:prstGeom>
          <a:solidFill>
            <a:srgbClr val="8E9A82"/>
          </a:solidFill>
          <a:ln/>
        </p:spPr>
      </p:sp>
      <p:sp>
        <p:nvSpPr>
          <p:cNvPr id="26" name="Shape 23"/>
          <p:cNvSpPr/>
          <p:nvPr/>
        </p:nvSpPr>
        <p:spPr>
          <a:xfrm>
            <a:off x="8294080" y="6176772"/>
            <a:ext cx="82296" cy="82296"/>
          </a:xfrm>
          <a:prstGeom prst="ellipse">
            <a:avLst/>
          </a:prstGeom>
          <a:solidFill>
            <a:srgbClr val="8E9A82"/>
          </a:solidFill>
          <a:ln/>
        </p:spPr>
      </p:sp>
      <p:sp>
        <p:nvSpPr>
          <p:cNvPr id="27" name="Shape 24"/>
          <p:cNvSpPr/>
          <p:nvPr/>
        </p:nvSpPr>
        <p:spPr>
          <a:xfrm>
            <a:off x="8446516" y="6176772"/>
            <a:ext cx="82296" cy="82296"/>
          </a:xfrm>
          <a:prstGeom prst="ellipse">
            <a:avLst/>
          </a:prstGeom>
          <a:solidFill>
            <a:srgbClr val="8E9A82"/>
          </a:solidFill>
          <a:ln/>
        </p:spPr>
      </p:sp>
      <p:sp>
        <p:nvSpPr>
          <p:cNvPr id="28" name="Shape 25"/>
          <p:cNvSpPr/>
          <p:nvPr/>
        </p:nvSpPr>
        <p:spPr>
          <a:xfrm>
            <a:off x="8598953" y="6176772"/>
            <a:ext cx="82296" cy="82296"/>
          </a:xfrm>
          <a:prstGeom prst="ellipse">
            <a:avLst/>
          </a:prstGeom>
          <a:solidFill>
            <a:srgbClr val="8E9A82"/>
          </a:solidFill>
          <a:ln/>
        </p:spPr>
      </p:sp>
      <p:sp>
        <p:nvSpPr>
          <p:cNvPr id="29" name="Shape 26"/>
          <p:cNvSpPr/>
          <p:nvPr/>
        </p:nvSpPr>
        <p:spPr>
          <a:xfrm>
            <a:off x="8751389" y="6176772"/>
            <a:ext cx="82296" cy="82296"/>
          </a:xfrm>
          <a:prstGeom prst="ellipse">
            <a:avLst/>
          </a:prstGeom>
          <a:solidFill>
            <a:srgbClr val="8E9A82"/>
          </a:solidFill>
          <a:ln/>
        </p:spPr>
      </p:sp>
      <p:sp>
        <p:nvSpPr>
          <p:cNvPr id="30" name="Shape 27"/>
          <p:cNvSpPr/>
          <p:nvPr/>
        </p:nvSpPr>
        <p:spPr>
          <a:xfrm>
            <a:off x="8903826" y="6176772"/>
            <a:ext cx="82296" cy="82296"/>
          </a:xfrm>
          <a:prstGeom prst="ellipse">
            <a:avLst/>
          </a:prstGeom>
          <a:solidFill>
            <a:srgbClr val="8E9A82"/>
          </a:solidFill>
          <a:ln/>
        </p:spPr>
      </p:sp>
      <p:sp>
        <p:nvSpPr>
          <p:cNvPr id="31" name="Shape 28"/>
          <p:cNvSpPr/>
          <p:nvPr/>
        </p:nvSpPr>
        <p:spPr>
          <a:xfrm>
            <a:off x="9056262" y="6176772"/>
            <a:ext cx="82296" cy="82296"/>
          </a:xfrm>
          <a:prstGeom prst="ellipse">
            <a:avLst/>
          </a:prstGeom>
          <a:solidFill>
            <a:srgbClr val="8E9A82"/>
          </a:solidFill>
          <a:ln/>
        </p:spPr>
      </p:sp>
      <p:sp>
        <p:nvSpPr>
          <p:cNvPr id="32" name="Shape 29"/>
          <p:cNvSpPr/>
          <p:nvPr/>
        </p:nvSpPr>
        <p:spPr>
          <a:xfrm>
            <a:off x="9208699" y="6176772"/>
            <a:ext cx="82296" cy="82296"/>
          </a:xfrm>
          <a:prstGeom prst="ellipse">
            <a:avLst/>
          </a:prstGeom>
          <a:solidFill>
            <a:srgbClr val="8E9A82"/>
          </a:solidFill>
          <a:ln/>
        </p:spPr>
      </p:sp>
      <p:sp>
        <p:nvSpPr>
          <p:cNvPr id="33" name="Shape 30"/>
          <p:cNvSpPr/>
          <p:nvPr/>
        </p:nvSpPr>
        <p:spPr>
          <a:xfrm>
            <a:off x="9361135" y="6176772"/>
            <a:ext cx="82296" cy="82296"/>
          </a:xfrm>
          <a:prstGeom prst="ellipse">
            <a:avLst/>
          </a:prstGeom>
          <a:solidFill>
            <a:srgbClr val="8E9A82"/>
          </a:solidFill>
          <a:ln/>
        </p:spPr>
      </p:sp>
      <p:sp>
        <p:nvSpPr>
          <p:cNvPr id="34" name="Shape 31"/>
          <p:cNvSpPr/>
          <p:nvPr/>
        </p:nvSpPr>
        <p:spPr>
          <a:xfrm>
            <a:off x="9513572" y="6176772"/>
            <a:ext cx="82296" cy="82296"/>
          </a:xfrm>
          <a:prstGeom prst="ellipse">
            <a:avLst/>
          </a:prstGeom>
          <a:solidFill>
            <a:srgbClr val="8E9A82"/>
          </a:solidFill>
          <a:ln/>
        </p:spPr>
      </p:sp>
      <p:sp>
        <p:nvSpPr>
          <p:cNvPr id="35" name="Shape 32"/>
          <p:cNvSpPr/>
          <p:nvPr/>
        </p:nvSpPr>
        <p:spPr>
          <a:xfrm>
            <a:off x="9666008" y="6176772"/>
            <a:ext cx="82296" cy="82296"/>
          </a:xfrm>
          <a:prstGeom prst="ellipse">
            <a:avLst/>
          </a:prstGeom>
          <a:solidFill>
            <a:srgbClr val="8E9A82"/>
          </a:solidFill>
          <a:ln/>
        </p:spPr>
      </p:sp>
      <p:sp>
        <p:nvSpPr>
          <p:cNvPr id="36" name="Shape 33"/>
          <p:cNvSpPr/>
          <p:nvPr/>
        </p:nvSpPr>
        <p:spPr>
          <a:xfrm>
            <a:off x="9818444" y="6176772"/>
            <a:ext cx="82296" cy="82296"/>
          </a:xfrm>
          <a:prstGeom prst="ellipse">
            <a:avLst/>
          </a:prstGeom>
          <a:solidFill>
            <a:srgbClr val="8E9A82"/>
          </a:solidFill>
          <a:ln/>
        </p:spPr>
      </p:sp>
      <p:sp>
        <p:nvSpPr>
          <p:cNvPr id="37" name="Shape 34"/>
          <p:cNvSpPr/>
          <p:nvPr/>
        </p:nvSpPr>
        <p:spPr>
          <a:xfrm>
            <a:off x="9970881" y="6176772"/>
            <a:ext cx="82296" cy="82296"/>
          </a:xfrm>
          <a:prstGeom prst="ellipse">
            <a:avLst/>
          </a:prstGeom>
          <a:solidFill>
            <a:srgbClr val="8E9A82"/>
          </a:solidFill>
          <a:ln/>
        </p:spPr>
      </p:sp>
      <p:sp>
        <p:nvSpPr>
          <p:cNvPr id="38" name="Shape 35"/>
          <p:cNvSpPr/>
          <p:nvPr/>
        </p:nvSpPr>
        <p:spPr>
          <a:xfrm>
            <a:off x="10123317" y="6176772"/>
            <a:ext cx="82296" cy="82296"/>
          </a:xfrm>
          <a:prstGeom prst="ellipse">
            <a:avLst/>
          </a:prstGeom>
          <a:solidFill>
            <a:srgbClr val="8E9A82"/>
          </a:solidFill>
          <a:ln/>
        </p:spPr>
      </p:sp>
      <p:sp>
        <p:nvSpPr>
          <p:cNvPr id="39" name="Shape 36"/>
          <p:cNvSpPr/>
          <p:nvPr/>
        </p:nvSpPr>
        <p:spPr>
          <a:xfrm>
            <a:off x="10275754" y="6176772"/>
            <a:ext cx="82296" cy="82296"/>
          </a:xfrm>
          <a:prstGeom prst="ellipse">
            <a:avLst/>
          </a:prstGeom>
          <a:solidFill>
            <a:srgbClr val="8E9A82"/>
          </a:solidFill>
          <a:ln/>
        </p:spPr>
      </p:sp>
      <p:sp>
        <p:nvSpPr>
          <p:cNvPr id="40" name="Shape 37"/>
          <p:cNvSpPr/>
          <p:nvPr/>
        </p:nvSpPr>
        <p:spPr>
          <a:xfrm>
            <a:off x="10391614" y="6140196"/>
            <a:ext cx="155448" cy="155448"/>
          </a:xfrm>
          <a:prstGeom prst="ellipse">
            <a:avLst/>
          </a:prstGeom>
          <a:solidFill>
            <a:srgbClr val="B0402F"/>
          </a:solidFill>
          <a:ln/>
        </p:spPr>
      </p:sp>
      <p:sp>
        <p:nvSpPr>
          <p:cNvPr id="41" name="Shape 38"/>
          <p:cNvSpPr/>
          <p:nvPr/>
        </p:nvSpPr>
        <p:spPr>
          <a:xfrm>
            <a:off x="10580627" y="6176772"/>
            <a:ext cx="82296" cy="82296"/>
          </a:xfrm>
          <a:prstGeom prst="ellipse">
            <a:avLst/>
          </a:prstGeom>
          <a:solidFill>
            <a:srgbClr val="D3D9CC"/>
          </a:solidFill>
          <a:ln/>
        </p:spPr>
      </p:sp>
      <p:sp>
        <p:nvSpPr>
          <p:cNvPr id="42" name="Shape 39"/>
          <p:cNvSpPr/>
          <p:nvPr/>
        </p:nvSpPr>
        <p:spPr>
          <a:xfrm>
            <a:off x="10733063" y="6176772"/>
            <a:ext cx="82296" cy="82296"/>
          </a:xfrm>
          <a:prstGeom prst="ellipse">
            <a:avLst/>
          </a:prstGeom>
          <a:solidFill>
            <a:srgbClr val="D3D9CC"/>
          </a:solidFill>
          <a:ln/>
        </p:spPr>
      </p:sp>
      <p:sp>
        <p:nvSpPr>
          <p:cNvPr id="43" name="Shape 40"/>
          <p:cNvSpPr/>
          <p:nvPr/>
        </p:nvSpPr>
        <p:spPr>
          <a:xfrm>
            <a:off x="10885500" y="6176772"/>
            <a:ext cx="82296" cy="82296"/>
          </a:xfrm>
          <a:prstGeom prst="ellipse">
            <a:avLst/>
          </a:prstGeom>
          <a:solidFill>
            <a:srgbClr val="D3D9CC"/>
          </a:solidFill>
          <a:ln/>
        </p:spPr>
      </p:sp>
      <p:sp>
        <p:nvSpPr>
          <p:cNvPr id="44" name="Shape 41"/>
          <p:cNvSpPr/>
          <p:nvPr/>
        </p:nvSpPr>
        <p:spPr>
          <a:xfrm>
            <a:off x="11037936" y="6176772"/>
            <a:ext cx="82296" cy="82296"/>
          </a:xfrm>
          <a:prstGeom prst="ellipse">
            <a:avLst/>
          </a:prstGeom>
          <a:solidFill>
            <a:srgbClr val="D3D9CC"/>
          </a:solidFill>
          <a:ln/>
        </p:spPr>
      </p:sp>
      <p:sp>
        <p:nvSpPr>
          <p:cNvPr id="45" name="Shape 42"/>
          <p:cNvSpPr/>
          <p:nvPr/>
        </p:nvSpPr>
        <p:spPr>
          <a:xfrm>
            <a:off x="11190373" y="6176772"/>
            <a:ext cx="82296" cy="82296"/>
          </a:xfrm>
          <a:prstGeom prst="ellipse">
            <a:avLst/>
          </a:prstGeom>
          <a:solidFill>
            <a:srgbClr val="D3D9CC"/>
          </a:solidFill>
          <a:ln/>
        </p:spPr>
      </p:sp>
      <p:sp>
        <p:nvSpPr>
          <p:cNvPr id="46" name="Shape 43"/>
          <p:cNvSpPr/>
          <p:nvPr/>
        </p:nvSpPr>
        <p:spPr>
          <a:xfrm>
            <a:off x="11342809" y="6176772"/>
            <a:ext cx="82296" cy="82296"/>
          </a:xfrm>
          <a:prstGeom prst="ellipse">
            <a:avLst/>
          </a:prstGeom>
          <a:solidFill>
            <a:srgbClr val="D3D9CC"/>
          </a:solidFill>
          <a:ln/>
        </p:spPr>
      </p:sp>
      <p:sp>
        <p:nvSpPr>
          <p:cNvPr id="25" name="Slide Number Placeholder 0"/>
          <p:cNvSpPr>
            <a:spLocks noGrp="1"/>
          </p:cNvSpPr>
          <p:nvPr>
            <p:ph type="sldNum" sz="quarter" idx="4294967295"/>
          </p:nvPr>
        </p:nvSpPr>
        <p:spPr>
          <a:xfrm>
            <a:off x="11155680" y="6510528"/>
            <a:ext cx="548640" cy="228600"/>
          </a:xfrm>
          <a:prstGeom prst="rect">
            <a:avLst/>
          </a:prstGeom>
          <a:extLst>
            <a:ext uri="{C572A759-6A51-4108-AA02-DFA0A04FC94B}">
              <ma14:wrappingTextBoxFlag xmlns:ma14="http://schemas.microsoft.com/office/mac/drawingml/2011/main" val="0"/>
            </a:ext>
          </a:extLst>
        </p:spPr>
        <p:txBody>
          <a:bodyPr/>
          <a:lstStyle>
            <a:lvl1pPr>
              <a:defRPr sz="1000">
                <a:solidFill>
                  <a:srgbClr val="6D7072"/>
                </a:solidFill>
              </a:defRPr>
            </a:lvl1pPr>
          </a:lstStyle>
          <a:p>
            <a:pPr algn="r"/>
            <a:fld id="{F7021451-1387-4CA6-816F-3879F97B5CBC}" type="slidenum">
              <a:rPr b="0" lang="en-US"/>
              <a:t>33</a:t>
            </a:fld>
            <a:endParaRPr lang="en-US"/>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spTree>
      <p:nvGrpSpPr>
        <p:cNvPr id="1" name=""/>
        <p:cNvGrpSpPr/>
        <p:nvPr/>
      </p:nvGrpSpPr>
      <p:grpSpPr>
        <a:xfrm>
          <a:off x="0" y="0"/>
          <a:ext cx="0" cy="0"/>
          <a:chOff x="0" y="0"/>
          <a:chExt cx="0" cy="0"/>
        </a:xfrm>
      </p:grpSpPr>
      <p:pic>
        <p:nvPicPr>
          <p:cNvPr id="2" name="Step 29 image" descr="Step 29: Layer orange over the yellow">    </p:cNvPr>
          <p:cNvPicPr>
            <a:picLocks noChangeAspect="1"/>
          </p:cNvPicPr>
          <p:nvPr/>
        </p:nvPicPr>
        <p:blipFill>
          <a:blip r:embed="rId1"/>
          <a:stretch>
            <a:fillRect/>
          </a:stretch>
        </p:blipFill>
        <p:spPr>
          <a:xfrm>
            <a:off x="457200" y="411480"/>
            <a:ext cx="5317216" cy="6035040"/>
          </a:xfrm>
          <a:prstGeom prst="rect">
            <a:avLst/>
          </a:prstGeom>
        </p:spPr>
      </p:pic>
      <p:sp>
        <p:nvSpPr>
          <p:cNvPr id="3" name="Stage chip"/>
          <p:cNvSpPr txBox="1"/>
          <p:nvPr/>
        </p:nvSpPr>
        <p:spPr>
          <a:xfrm>
            <a:off x="6277336" y="640080"/>
            <a:ext cx="2426818" cy="292608"/>
          </a:xfrm>
          <a:prstGeom prst="roundRect">
            <a:avLst>
              <a:gd name="adj" fmla="val 31250"/>
            </a:avLst>
          </a:prstGeom>
          <a:solidFill>
            <a:srgbClr val="B0402F"/>
          </a:solidFill>
          <a:ln/>
        </p:spPr>
        <p:txBody>
          <a:bodyPr wrap="square" lIns="0" tIns="0" rIns="0" bIns="0" rtlCol="0" anchor="ctr"/>
          <a:lstStyle/>
          <a:p>
            <a:pPr algn="ctr" indent="0" marL="0">
              <a:buNone/>
            </a:pPr>
            <a:r>
              <a:rPr lang="en-US" sz="1100" b="1" dirty="0">
                <a:solidFill>
                  <a:srgbClr val="FFFFFF"/>
                </a:solidFill>
              </a:rPr>
              <a:t>STAGE 8 · AUTUMN LEAVES</a:t>
            </a:r>
            <a:endParaRPr lang="en-US" sz="1100" dirty="0"/>
          </a:p>
        </p:txBody>
      </p:sp>
      <p:sp>
        <p:nvSpPr>
          <p:cNvPr id="4" name="Step counter"/>
          <p:cNvSpPr txBox="1"/>
          <p:nvPr/>
        </p:nvSpPr>
        <p:spPr>
          <a:xfrm>
            <a:off x="9905695" y="640080"/>
            <a:ext cx="1554480" cy="292608"/>
          </a:xfrm>
          <a:prstGeom prst="rect">
            <a:avLst/>
          </a:prstGeom>
          <a:noFill/>
          <a:ln/>
        </p:spPr>
        <p:txBody>
          <a:bodyPr wrap="square" lIns="0" tIns="0" rIns="0" bIns="0" rtlCol="0" anchor="ctr"/>
          <a:lstStyle/>
          <a:p>
            <a:pPr algn="r" indent="0" marL="0">
              <a:buNone/>
            </a:pPr>
            <a:r>
              <a:rPr lang="en-US" sz="1100" b="1" dirty="0">
                <a:solidFill>
                  <a:srgbClr val="6D7072"/>
                </a:solidFill>
              </a:rPr>
              <a:t>STEP 29 OF 34</a:t>
            </a:r>
            <a:endParaRPr lang="en-US" sz="1100" dirty="0"/>
          </a:p>
        </p:txBody>
      </p:sp>
      <p:sp>
        <p:nvSpPr>
          <p:cNvPr id="5" name="Text 1"/>
          <p:cNvSpPr/>
          <p:nvPr>
            <p:ph idx="101" type="title" hasCustomPrompt="1"/>
          </p:nvPr>
        </p:nvSpPr>
        <p:spPr>
          <a:xfrm>
            <a:off x="6277336" y="1051560"/>
            <a:ext cx="5182839" cy="868680"/>
          </a:xfrm>
          <a:prstGeom prst="rect">
            <a:avLst/>
          </a:prstGeom>
          <a:noFill/>
          <a:ln/>
        </p:spPr>
        <p:txBody>
          <a:bodyPr wrap="square" lIns="0" tIns="0" rIns="0" bIns="0" rtlCol="0" anchor="t"/>
          <a:lstStyle/>
          <a:p>
            <a:pPr algn="l" indent="0" marL="0">
              <a:buNone/>
            </a:pPr>
            <a:r>
              <a:rPr lang="en-US" sz="2600" b="1" dirty="0">
                <a:solidFill>
                  <a:schemeClr val="tx2"/>
                </a:solidFill>
              </a:rPr>
              <a:t>Layer orange over the yellow</a:t>
            </a:r>
            <a:endParaRPr lang="en-US" sz="2600" dirty="0"/>
          </a:p>
        </p:txBody>
      </p:sp>
      <p:sp>
        <p:nvSpPr>
          <p:cNvPr id="6" name="Text 3"/>
          <p:cNvSpPr txBox="1"/>
          <p:nvPr/>
        </p:nvSpPr>
        <p:spPr>
          <a:xfrm>
            <a:off x="6277336" y="2011680"/>
            <a:ext cx="2743200" cy="228600"/>
          </a:xfrm>
          <a:prstGeom prst="rect">
            <a:avLst/>
          </a:prstGeom>
          <a:noFill/>
          <a:ln/>
        </p:spPr>
        <p:txBody>
          <a:bodyPr wrap="square" lIns="0" tIns="0" rIns="0" bIns="0" rtlCol="0" anchor="ctr"/>
          <a:lstStyle/>
          <a:p>
            <a:pPr indent="0" marL="0">
              <a:buNone/>
            </a:pPr>
            <a:r>
              <a:rPr lang="en-US" sz="1100" b="1" dirty="0">
                <a:solidFill>
                  <a:srgbClr val="6D7072"/>
                </a:solidFill>
              </a:rPr>
              <a:t>WHAT TO DO</a:t>
            </a:r>
            <a:endParaRPr lang="en-US" sz="1100" dirty="0"/>
          </a:p>
        </p:txBody>
      </p:sp>
      <p:sp>
        <p:nvSpPr>
          <p:cNvPr id="7" name="Instructions"/>
          <p:cNvSpPr txBox="1"/>
          <p:nvPr/>
        </p:nvSpPr>
        <p:spPr>
          <a:xfrm>
            <a:off x="6277336" y="2286000"/>
            <a:ext cx="5182839" cy="1874520"/>
          </a:xfrm>
          <a:prstGeom prst="rect">
            <a:avLst/>
          </a:prstGeom>
          <a:noFill/>
          <a:ln/>
        </p:spPr>
        <p:txBody>
          <a:bodyPr wrap="square" lIns="0" tIns="0" rIns="0" bIns="0" rtlCol="0" anchor="t"/>
          <a:lstStyle/>
          <a:p>
            <a:pPr marL="203200" indent="-203200">
              <a:spcAft>
                <a:spcPts val="600"/>
              </a:spcAft>
              <a:buSzPct val="100000"/>
              <a:buChar char="•"/>
            </a:pPr>
            <a:r>
              <a:rPr lang="en-US" sz="1500" dirty="0">
                <a:solidFill>
                  <a:schemeClr val="tx1"/>
                </a:solidFill>
              </a:rPr>
              <a:t>Dab orange onto the clusters, partly overlapping the yellow.</a:t>
            </a:r>
            <a:endParaRPr lang="en-US" sz="1500" dirty="0"/>
          </a:p>
          <a:p>
            <a:pPr marL="203200" indent="-203200">
              <a:spcAft>
                <a:spcPts val="600"/>
              </a:spcAft>
              <a:buSzPct val="100000"/>
              <a:buChar char="•"/>
            </a:pPr>
            <a:r>
              <a:rPr lang="en-US" sz="1500" dirty="0">
                <a:solidFill>
                  <a:schemeClr val="tx1"/>
                </a:solidFill>
              </a:rPr>
              <a:t>Leave some of the yellow showing.</a:t>
            </a:r>
            <a:endParaRPr lang="en-US" sz="1500" dirty="0"/>
          </a:p>
        </p:txBody>
      </p:sp>
      <p:sp>
        <p:nvSpPr>
          <p:cNvPr id="8" name="Tip box"/>
          <p:cNvSpPr/>
          <p:nvPr/>
        </p:nvSpPr>
        <p:spPr>
          <a:xfrm>
            <a:off x="6277336" y="4224528"/>
            <a:ext cx="5182839" cy="932688"/>
          </a:xfrm>
          <a:prstGeom prst="roundRect">
            <a:avLst>
              <a:gd name="adj" fmla="val 7843"/>
            </a:avLst>
          </a:prstGeom>
          <a:solidFill>
            <a:srgbClr val="F2F4F0"/>
          </a:solidFill>
          <a:ln/>
        </p:spPr>
      </p:sp>
      <p:sp>
        <p:nvSpPr>
          <p:cNvPr id="9" name="Tip text"/>
          <p:cNvSpPr txBox="1"/>
          <p:nvPr/>
        </p:nvSpPr>
        <p:spPr>
          <a:xfrm>
            <a:off x="6414496" y="4261104"/>
            <a:ext cx="4908519" cy="859536"/>
          </a:xfrm>
          <a:prstGeom prst="rect">
            <a:avLst/>
          </a:prstGeom>
          <a:noFill/>
          <a:ln/>
        </p:spPr>
        <p:txBody>
          <a:bodyPr wrap="square" lIns="0" tIns="0" rIns="0" bIns="0" rtlCol="0" anchor="ctr"/>
          <a:lstStyle/>
          <a:p>
            <a:pPr indent="0" marL="0">
              <a:buNone/>
            </a:pPr>
            <a:r>
              <a:rPr lang="en-US" sz="1000" b="1" dirty="0">
                <a:solidFill>
                  <a:srgbClr val="B4531A"/>
                </a:solidFill>
              </a:rPr>
              <a:t>WATCH FOR</a:t>
            </a:r>
            <a:endParaRPr lang="en-US" sz="1000" dirty="0"/>
          </a:p>
          <a:p>
            <a:pPr indent="0" marL="0">
              <a:buNone/>
            </a:pPr>
            <a:r>
              <a:rPr lang="en-US" sz="1400" dirty="0">
                <a:solidFill>
                  <a:schemeClr val="tx1"/>
                </a:solidFill>
              </a:rPr>
              <a:t>Overlaps give the foliage a glowing, layered look.</a:t>
            </a:r>
            <a:endParaRPr lang="en-US" sz="1000" dirty="0"/>
          </a:p>
        </p:txBody>
      </p:sp>
      <p:sp>
        <p:nvSpPr>
          <p:cNvPr id="10" name="Text 7"/>
          <p:cNvSpPr txBox="1"/>
          <p:nvPr/>
        </p:nvSpPr>
        <p:spPr>
          <a:xfrm>
            <a:off x="6277336" y="5285232"/>
            <a:ext cx="5182839" cy="201168"/>
          </a:xfrm>
          <a:prstGeom prst="rect">
            <a:avLst/>
          </a:prstGeom>
          <a:noFill/>
          <a:ln/>
        </p:spPr>
        <p:txBody>
          <a:bodyPr wrap="square" lIns="0" tIns="0" rIns="0" bIns="0" rtlCol="0" anchor="ctr"/>
          <a:lstStyle/>
          <a:p>
            <a:pPr indent="0" marL="0">
              <a:buNone/>
            </a:pPr>
            <a:r>
              <a:rPr lang="en-US" sz="1000" b="1" dirty="0">
                <a:solidFill>
                  <a:srgbClr val="6D7072"/>
                </a:solidFill>
              </a:rPr>
              <a:t>COLORS IN THIS STEP</a:t>
            </a:r>
            <a:endParaRPr lang="en-US" sz="1000" dirty="0"/>
          </a:p>
        </p:txBody>
      </p:sp>
      <p:sp>
        <p:nvSpPr>
          <p:cNvPr id="11" name="Swatch Orange"/>
          <p:cNvSpPr/>
          <p:nvPr/>
        </p:nvSpPr>
        <p:spPr>
          <a:xfrm>
            <a:off x="6277336" y="5532120"/>
            <a:ext cx="329184" cy="329184"/>
          </a:xfrm>
          <a:prstGeom prst="ellipse">
            <a:avLst/>
          </a:prstGeom>
          <a:solidFill>
            <a:srgbClr val="E8853E"/>
          </a:solidFill>
          <a:ln w="9525">
            <a:solidFill>
              <a:srgbClr val="D3D9CC"/>
            </a:solidFill>
            <a:prstDash val="solid"/>
          </a:ln>
        </p:spPr>
      </p:sp>
      <p:sp>
        <p:nvSpPr>
          <p:cNvPr id="12" name="Text 9"/>
          <p:cNvSpPr txBox="1"/>
          <p:nvPr/>
        </p:nvSpPr>
        <p:spPr>
          <a:xfrm>
            <a:off x="6688816" y="5504688"/>
            <a:ext cx="1270413" cy="384048"/>
          </a:xfrm>
          <a:prstGeom prst="rect">
            <a:avLst/>
          </a:prstGeom>
          <a:noFill/>
          <a:ln/>
        </p:spPr>
        <p:txBody>
          <a:bodyPr wrap="square" lIns="0" tIns="0" rIns="0" bIns="0" rtlCol="0" anchor="ctr"/>
          <a:lstStyle/>
          <a:p>
            <a:pPr indent="0" marL="0">
              <a:buNone/>
            </a:pPr>
            <a:r>
              <a:rPr lang="en-US" sz="1100" b="1" dirty="0">
                <a:solidFill>
                  <a:schemeClr val="tx1"/>
                </a:solidFill>
              </a:rPr>
              <a:t>Orange</a:t>
            </a:r>
            <a:endParaRPr lang="en-US" sz="1100" dirty="0"/>
          </a:p>
          <a:p>
            <a:pPr indent="0" marL="0">
              <a:buNone/>
            </a:pPr>
            <a:r>
              <a:rPr lang="en-US" sz="1000" dirty="0">
                <a:solidFill>
                  <a:srgbClr val="4A5058"/>
                </a:solidFill>
              </a:rPr>
              <a:t>#E8853E</a:t>
            </a:r>
            <a:endParaRPr lang="en-US" sz="1100" dirty="0"/>
          </a:p>
        </p:txBody>
      </p:sp>
      <p:sp>
        <p:nvSpPr>
          <p:cNvPr id="13" name="Swatch Golden yellow"/>
          <p:cNvSpPr/>
          <p:nvPr/>
        </p:nvSpPr>
        <p:spPr>
          <a:xfrm>
            <a:off x="8004949" y="5532120"/>
            <a:ext cx="329184" cy="329184"/>
          </a:xfrm>
          <a:prstGeom prst="ellipse">
            <a:avLst/>
          </a:prstGeom>
          <a:solidFill>
            <a:srgbClr val="E1AE42"/>
          </a:solidFill>
          <a:ln w="9525">
            <a:solidFill>
              <a:srgbClr val="D3D9CC"/>
            </a:solidFill>
            <a:prstDash val="solid"/>
          </a:ln>
        </p:spPr>
      </p:sp>
      <p:sp>
        <p:nvSpPr>
          <p:cNvPr id="14" name="Text 11"/>
          <p:cNvSpPr txBox="1"/>
          <p:nvPr/>
        </p:nvSpPr>
        <p:spPr>
          <a:xfrm>
            <a:off x="8416429" y="5504688"/>
            <a:ext cx="1270413" cy="384048"/>
          </a:xfrm>
          <a:prstGeom prst="rect">
            <a:avLst/>
          </a:prstGeom>
          <a:noFill/>
          <a:ln/>
        </p:spPr>
        <p:txBody>
          <a:bodyPr wrap="square" lIns="0" tIns="0" rIns="0" bIns="0" rtlCol="0" anchor="ctr"/>
          <a:lstStyle/>
          <a:p>
            <a:pPr indent="0" marL="0">
              <a:buNone/>
            </a:pPr>
            <a:r>
              <a:rPr lang="en-US" sz="1100" b="1" dirty="0">
                <a:solidFill>
                  <a:schemeClr val="tx1"/>
                </a:solidFill>
              </a:rPr>
              <a:t>Golden yellow</a:t>
            </a:r>
            <a:endParaRPr lang="en-US" sz="1100" dirty="0"/>
          </a:p>
          <a:p>
            <a:pPr indent="0" marL="0">
              <a:buNone/>
            </a:pPr>
            <a:r>
              <a:rPr lang="en-US" sz="1000" dirty="0">
                <a:solidFill>
                  <a:srgbClr val="4A5058"/>
                </a:solidFill>
              </a:rPr>
              <a:t>#E1AE42</a:t>
            </a:r>
            <a:endParaRPr lang="en-US" sz="1100" dirty="0"/>
          </a:p>
        </p:txBody>
      </p:sp>
      <p:sp>
        <p:nvSpPr>
          <p:cNvPr id="15" name="Shape 12"/>
          <p:cNvSpPr/>
          <p:nvPr/>
        </p:nvSpPr>
        <p:spPr>
          <a:xfrm>
            <a:off x="6312406" y="6176772"/>
            <a:ext cx="82296" cy="82296"/>
          </a:xfrm>
          <a:prstGeom prst="ellipse">
            <a:avLst/>
          </a:prstGeom>
          <a:solidFill>
            <a:srgbClr val="8E9A82"/>
          </a:solidFill>
          <a:ln/>
        </p:spPr>
      </p:sp>
      <p:sp>
        <p:nvSpPr>
          <p:cNvPr id="16" name="Shape 13"/>
          <p:cNvSpPr/>
          <p:nvPr/>
        </p:nvSpPr>
        <p:spPr>
          <a:xfrm>
            <a:off x="6464843" y="6176772"/>
            <a:ext cx="82296" cy="82296"/>
          </a:xfrm>
          <a:prstGeom prst="ellipse">
            <a:avLst/>
          </a:prstGeom>
          <a:solidFill>
            <a:srgbClr val="8E9A82"/>
          </a:solidFill>
          <a:ln/>
        </p:spPr>
      </p:sp>
      <p:sp>
        <p:nvSpPr>
          <p:cNvPr id="17" name="Shape 14"/>
          <p:cNvSpPr/>
          <p:nvPr/>
        </p:nvSpPr>
        <p:spPr>
          <a:xfrm>
            <a:off x="6617279" y="6176772"/>
            <a:ext cx="82296" cy="82296"/>
          </a:xfrm>
          <a:prstGeom prst="ellipse">
            <a:avLst/>
          </a:prstGeom>
          <a:solidFill>
            <a:srgbClr val="8E9A82"/>
          </a:solidFill>
          <a:ln/>
        </p:spPr>
      </p:sp>
      <p:sp>
        <p:nvSpPr>
          <p:cNvPr id="18" name="Shape 15"/>
          <p:cNvSpPr/>
          <p:nvPr/>
        </p:nvSpPr>
        <p:spPr>
          <a:xfrm>
            <a:off x="6769715" y="6176772"/>
            <a:ext cx="82296" cy="82296"/>
          </a:xfrm>
          <a:prstGeom prst="ellipse">
            <a:avLst/>
          </a:prstGeom>
          <a:solidFill>
            <a:srgbClr val="8E9A82"/>
          </a:solidFill>
          <a:ln/>
        </p:spPr>
      </p:sp>
      <p:sp>
        <p:nvSpPr>
          <p:cNvPr id="19" name="Shape 16"/>
          <p:cNvSpPr/>
          <p:nvPr/>
        </p:nvSpPr>
        <p:spPr>
          <a:xfrm>
            <a:off x="6922152" y="6176772"/>
            <a:ext cx="82296" cy="82296"/>
          </a:xfrm>
          <a:prstGeom prst="ellipse">
            <a:avLst/>
          </a:prstGeom>
          <a:solidFill>
            <a:srgbClr val="8E9A82"/>
          </a:solidFill>
          <a:ln/>
        </p:spPr>
      </p:sp>
      <p:sp>
        <p:nvSpPr>
          <p:cNvPr id="20" name="Shape 17"/>
          <p:cNvSpPr/>
          <p:nvPr/>
        </p:nvSpPr>
        <p:spPr>
          <a:xfrm>
            <a:off x="7074588" y="6176772"/>
            <a:ext cx="82296" cy="82296"/>
          </a:xfrm>
          <a:prstGeom prst="ellipse">
            <a:avLst/>
          </a:prstGeom>
          <a:solidFill>
            <a:srgbClr val="8E9A82"/>
          </a:solidFill>
          <a:ln/>
        </p:spPr>
      </p:sp>
      <p:sp>
        <p:nvSpPr>
          <p:cNvPr id="21" name="Shape 18"/>
          <p:cNvSpPr/>
          <p:nvPr/>
        </p:nvSpPr>
        <p:spPr>
          <a:xfrm>
            <a:off x="7227025" y="6176772"/>
            <a:ext cx="82296" cy="82296"/>
          </a:xfrm>
          <a:prstGeom prst="ellipse">
            <a:avLst/>
          </a:prstGeom>
          <a:solidFill>
            <a:srgbClr val="8E9A82"/>
          </a:solidFill>
          <a:ln/>
        </p:spPr>
      </p:sp>
      <p:sp>
        <p:nvSpPr>
          <p:cNvPr id="22" name="Shape 19"/>
          <p:cNvSpPr/>
          <p:nvPr/>
        </p:nvSpPr>
        <p:spPr>
          <a:xfrm>
            <a:off x="7379461" y="6176772"/>
            <a:ext cx="82296" cy="82296"/>
          </a:xfrm>
          <a:prstGeom prst="ellipse">
            <a:avLst/>
          </a:prstGeom>
          <a:solidFill>
            <a:srgbClr val="8E9A82"/>
          </a:solidFill>
          <a:ln/>
        </p:spPr>
      </p:sp>
      <p:sp>
        <p:nvSpPr>
          <p:cNvPr id="23" name="Shape 20"/>
          <p:cNvSpPr/>
          <p:nvPr/>
        </p:nvSpPr>
        <p:spPr>
          <a:xfrm>
            <a:off x="7531898" y="6176772"/>
            <a:ext cx="82296" cy="82296"/>
          </a:xfrm>
          <a:prstGeom prst="ellipse">
            <a:avLst/>
          </a:prstGeom>
          <a:solidFill>
            <a:srgbClr val="8E9A82"/>
          </a:solidFill>
          <a:ln/>
        </p:spPr>
      </p:sp>
      <p:sp>
        <p:nvSpPr>
          <p:cNvPr id="24" name="Shape 21"/>
          <p:cNvSpPr/>
          <p:nvPr/>
        </p:nvSpPr>
        <p:spPr>
          <a:xfrm>
            <a:off x="7684334" y="6176772"/>
            <a:ext cx="82296" cy="82296"/>
          </a:xfrm>
          <a:prstGeom prst="ellipse">
            <a:avLst/>
          </a:prstGeom>
          <a:solidFill>
            <a:srgbClr val="8E9A82"/>
          </a:solidFill>
          <a:ln/>
        </p:spPr>
      </p:sp>
      <p:sp>
        <p:nvSpPr>
          <p:cNvPr id="25" name="Shape 22"/>
          <p:cNvSpPr/>
          <p:nvPr/>
        </p:nvSpPr>
        <p:spPr>
          <a:xfrm>
            <a:off x="7836771" y="6176772"/>
            <a:ext cx="82296" cy="82296"/>
          </a:xfrm>
          <a:prstGeom prst="ellipse">
            <a:avLst/>
          </a:prstGeom>
          <a:solidFill>
            <a:srgbClr val="8E9A82"/>
          </a:solidFill>
          <a:ln/>
        </p:spPr>
      </p:sp>
      <p:sp>
        <p:nvSpPr>
          <p:cNvPr id="26" name="Shape 23"/>
          <p:cNvSpPr/>
          <p:nvPr/>
        </p:nvSpPr>
        <p:spPr>
          <a:xfrm>
            <a:off x="7989207" y="6176772"/>
            <a:ext cx="82296" cy="82296"/>
          </a:xfrm>
          <a:prstGeom prst="ellipse">
            <a:avLst/>
          </a:prstGeom>
          <a:solidFill>
            <a:srgbClr val="8E9A82"/>
          </a:solidFill>
          <a:ln/>
        </p:spPr>
      </p:sp>
      <p:sp>
        <p:nvSpPr>
          <p:cNvPr id="27" name="Shape 24"/>
          <p:cNvSpPr/>
          <p:nvPr/>
        </p:nvSpPr>
        <p:spPr>
          <a:xfrm>
            <a:off x="8141643" y="6176772"/>
            <a:ext cx="82296" cy="82296"/>
          </a:xfrm>
          <a:prstGeom prst="ellipse">
            <a:avLst/>
          </a:prstGeom>
          <a:solidFill>
            <a:srgbClr val="8E9A82"/>
          </a:solidFill>
          <a:ln/>
        </p:spPr>
      </p:sp>
      <p:sp>
        <p:nvSpPr>
          <p:cNvPr id="28" name="Shape 25"/>
          <p:cNvSpPr/>
          <p:nvPr/>
        </p:nvSpPr>
        <p:spPr>
          <a:xfrm>
            <a:off x="8294080" y="6176772"/>
            <a:ext cx="82296" cy="82296"/>
          </a:xfrm>
          <a:prstGeom prst="ellipse">
            <a:avLst/>
          </a:prstGeom>
          <a:solidFill>
            <a:srgbClr val="8E9A82"/>
          </a:solidFill>
          <a:ln/>
        </p:spPr>
      </p:sp>
      <p:sp>
        <p:nvSpPr>
          <p:cNvPr id="29" name="Shape 26"/>
          <p:cNvSpPr/>
          <p:nvPr/>
        </p:nvSpPr>
        <p:spPr>
          <a:xfrm>
            <a:off x="8446516" y="6176772"/>
            <a:ext cx="82296" cy="82296"/>
          </a:xfrm>
          <a:prstGeom prst="ellipse">
            <a:avLst/>
          </a:prstGeom>
          <a:solidFill>
            <a:srgbClr val="8E9A82"/>
          </a:solidFill>
          <a:ln/>
        </p:spPr>
      </p:sp>
      <p:sp>
        <p:nvSpPr>
          <p:cNvPr id="30" name="Shape 27"/>
          <p:cNvSpPr/>
          <p:nvPr/>
        </p:nvSpPr>
        <p:spPr>
          <a:xfrm>
            <a:off x="8598953" y="6176772"/>
            <a:ext cx="82296" cy="82296"/>
          </a:xfrm>
          <a:prstGeom prst="ellipse">
            <a:avLst/>
          </a:prstGeom>
          <a:solidFill>
            <a:srgbClr val="8E9A82"/>
          </a:solidFill>
          <a:ln/>
        </p:spPr>
      </p:sp>
      <p:sp>
        <p:nvSpPr>
          <p:cNvPr id="31" name="Shape 28"/>
          <p:cNvSpPr/>
          <p:nvPr/>
        </p:nvSpPr>
        <p:spPr>
          <a:xfrm>
            <a:off x="8751389" y="6176772"/>
            <a:ext cx="82296" cy="82296"/>
          </a:xfrm>
          <a:prstGeom prst="ellipse">
            <a:avLst/>
          </a:prstGeom>
          <a:solidFill>
            <a:srgbClr val="8E9A82"/>
          </a:solidFill>
          <a:ln/>
        </p:spPr>
      </p:sp>
      <p:sp>
        <p:nvSpPr>
          <p:cNvPr id="32" name="Shape 29"/>
          <p:cNvSpPr/>
          <p:nvPr/>
        </p:nvSpPr>
        <p:spPr>
          <a:xfrm>
            <a:off x="8903826" y="6176772"/>
            <a:ext cx="82296" cy="82296"/>
          </a:xfrm>
          <a:prstGeom prst="ellipse">
            <a:avLst/>
          </a:prstGeom>
          <a:solidFill>
            <a:srgbClr val="8E9A82"/>
          </a:solidFill>
          <a:ln/>
        </p:spPr>
      </p:sp>
      <p:sp>
        <p:nvSpPr>
          <p:cNvPr id="33" name="Shape 30"/>
          <p:cNvSpPr/>
          <p:nvPr/>
        </p:nvSpPr>
        <p:spPr>
          <a:xfrm>
            <a:off x="9056262" y="6176772"/>
            <a:ext cx="82296" cy="82296"/>
          </a:xfrm>
          <a:prstGeom prst="ellipse">
            <a:avLst/>
          </a:prstGeom>
          <a:solidFill>
            <a:srgbClr val="8E9A82"/>
          </a:solidFill>
          <a:ln/>
        </p:spPr>
      </p:sp>
      <p:sp>
        <p:nvSpPr>
          <p:cNvPr id="34" name="Shape 31"/>
          <p:cNvSpPr/>
          <p:nvPr/>
        </p:nvSpPr>
        <p:spPr>
          <a:xfrm>
            <a:off x="9208699" y="6176772"/>
            <a:ext cx="82296" cy="82296"/>
          </a:xfrm>
          <a:prstGeom prst="ellipse">
            <a:avLst/>
          </a:prstGeom>
          <a:solidFill>
            <a:srgbClr val="8E9A82"/>
          </a:solidFill>
          <a:ln/>
        </p:spPr>
      </p:sp>
      <p:sp>
        <p:nvSpPr>
          <p:cNvPr id="35" name="Shape 32"/>
          <p:cNvSpPr/>
          <p:nvPr/>
        </p:nvSpPr>
        <p:spPr>
          <a:xfrm>
            <a:off x="9361135" y="6176772"/>
            <a:ext cx="82296" cy="82296"/>
          </a:xfrm>
          <a:prstGeom prst="ellipse">
            <a:avLst/>
          </a:prstGeom>
          <a:solidFill>
            <a:srgbClr val="8E9A82"/>
          </a:solidFill>
          <a:ln/>
        </p:spPr>
      </p:sp>
      <p:sp>
        <p:nvSpPr>
          <p:cNvPr id="36" name="Shape 33"/>
          <p:cNvSpPr/>
          <p:nvPr/>
        </p:nvSpPr>
        <p:spPr>
          <a:xfrm>
            <a:off x="9513572" y="6176772"/>
            <a:ext cx="82296" cy="82296"/>
          </a:xfrm>
          <a:prstGeom prst="ellipse">
            <a:avLst/>
          </a:prstGeom>
          <a:solidFill>
            <a:srgbClr val="8E9A82"/>
          </a:solidFill>
          <a:ln/>
        </p:spPr>
      </p:sp>
      <p:sp>
        <p:nvSpPr>
          <p:cNvPr id="37" name="Shape 34"/>
          <p:cNvSpPr/>
          <p:nvPr/>
        </p:nvSpPr>
        <p:spPr>
          <a:xfrm>
            <a:off x="9666008" y="6176772"/>
            <a:ext cx="82296" cy="82296"/>
          </a:xfrm>
          <a:prstGeom prst="ellipse">
            <a:avLst/>
          </a:prstGeom>
          <a:solidFill>
            <a:srgbClr val="8E9A82"/>
          </a:solidFill>
          <a:ln/>
        </p:spPr>
      </p:sp>
      <p:sp>
        <p:nvSpPr>
          <p:cNvPr id="38" name="Shape 35"/>
          <p:cNvSpPr/>
          <p:nvPr/>
        </p:nvSpPr>
        <p:spPr>
          <a:xfrm>
            <a:off x="9818444" y="6176772"/>
            <a:ext cx="82296" cy="82296"/>
          </a:xfrm>
          <a:prstGeom prst="ellipse">
            <a:avLst/>
          </a:prstGeom>
          <a:solidFill>
            <a:srgbClr val="8E9A82"/>
          </a:solidFill>
          <a:ln/>
        </p:spPr>
      </p:sp>
      <p:sp>
        <p:nvSpPr>
          <p:cNvPr id="39" name="Shape 36"/>
          <p:cNvSpPr/>
          <p:nvPr/>
        </p:nvSpPr>
        <p:spPr>
          <a:xfrm>
            <a:off x="9970881" y="6176772"/>
            <a:ext cx="82296" cy="82296"/>
          </a:xfrm>
          <a:prstGeom prst="ellipse">
            <a:avLst/>
          </a:prstGeom>
          <a:solidFill>
            <a:srgbClr val="8E9A82"/>
          </a:solidFill>
          <a:ln/>
        </p:spPr>
      </p:sp>
      <p:sp>
        <p:nvSpPr>
          <p:cNvPr id="40" name="Shape 37"/>
          <p:cNvSpPr/>
          <p:nvPr/>
        </p:nvSpPr>
        <p:spPr>
          <a:xfrm>
            <a:off x="10123317" y="6176772"/>
            <a:ext cx="82296" cy="82296"/>
          </a:xfrm>
          <a:prstGeom prst="ellipse">
            <a:avLst/>
          </a:prstGeom>
          <a:solidFill>
            <a:srgbClr val="8E9A82"/>
          </a:solidFill>
          <a:ln/>
        </p:spPr>
      </p:sp>
      <p:sp>
        <p:nvSpPr>
          <p:cNvPr id="41" name="Shape 38"/>
          <p:cNvSpPr/>
          <p:nvPr/>
        </p:nvSpPr>
        <p:spPr>
          <a:xfrm>
            <a:off x="10275754" y="6176772"/>
            <a:ext cx="82296" cy="82296"/>
          </a:xfrm>
          <a:prstGeom prst="ellipse">
            <a:avLst/>
          </a:prstGeom>
          <a:solidFill>
            <a:srgbClr val="8E9A82"/>
          </a:solidFill>
          <a:ln/>
        </p:spPr>
      </p:sp>
      <p:sp>
        <p:nvSpPr>
          <p:cNvPr id="42" name="Shape 39"/>
          <p:cNvSpPr/>
          <p:nvPr/>
        </p:nvSpPr>
        <p:spPr>
          <a:xfrm>
            <a:off x="10428190" y="6176772"/>
            <a:ext cx="82296" cy="82296"/>
          </a:xfrm>
          <a:prstGeom prst="ellipse">
            <a:avLst/>
          </a:prstGeom>
          <a:solidFill>
            <a:srgbClr val="8E9A82"/>
          </a:solidFill>
          <a:ln/>
        </p:spPr>
      </p:sp>
      <p:sp>
        <p:nvSpPr>
          <p:cNvPr id="43" name="Shape 40"/>
          <p:cNvSpPr/>
          <p:nvPr/>
        </p:nvSpPr>
        <p:spPr>
          <a:xfrm>
            <a:off x="10544051" y="6140196"/>
            <a:ext cx="155448" cy="155448"/>
          </a:xfrm>
          <a:prstGeom prst="ellipse">
            <a:avLst/>
          </a:prstGeom>
          <a:solidFill>
            <a:srgbClr val="B0402F"/>
          </a:solidFill>
          <a:ln/>
        </p:spPr>
      </p:sp>
      <p:sp>
        <p:nvSpPr>
          <p:cNvPr id="44" name="Shape 41"/>
          <p:cNvSpPr/>
          <p:nvPr/>
        </p:nvSpPr>
        <p:spPr>
          <a:xfrm>
            <a:off x="10733063" y="6176772"/>
            <a:ext cx="82296" cy="82296"/>
          </a:xfrm>
          <a:prstGeom prst="ellipse">
            <a:avLst/>
          </a:prstGeom>
          <a:solidFill>
            <a:srgbClr val="D3D9CC"/>
          </a:solidFill>
          <a:ln/>
        </p:spPr>
      </p:sp>
      <p:sp>
        <p:nvSpPr>
          <p:cNvPr id="45" name="Shape 42"/>
          <p:cNvSpPr/>
          <p:nvPr/>
        </p:nvSpPr>
        <p:spPr>
          <a:xfrm>
            <a:off x="10885500" y="6176772"/>
            <a:ext cx="82296" cy="82296"/>
          </a:xfrm>
          <a:prstGeom prst="ellipse">
            <a:avLst/>
          </a:prstGeom>
          <a:solidFill>
            <a:srgbClr val="D3D9CC"/>
          </a:solidFill>
          <a:ln/>
        </p:spPr>
      </p:sp>
      <p:sp>
        <p:nvSpPr>
          <p:cNvPr id="46" name="Shape 43"/>
          <p:cNvSpPr/>
          <p:nvPr/>
        </p:nvSpPr>
        <p:spPr>
          <a:xfrm>
            <a:off x="11037936" y="6176772"/>
            <a:ext cx="82296" cy="82296"/>
          </a:xfrm>
          <a:prstGeom prst="ellipse">
            <a:avLst/>
          </a:prstGeom>
          <a:solidFill>
            <a:srgbClr val="D3D9CC"/>
          </a:solidFill>
          <a:ln/>
        </p:spPr>
      </p:sp>
      <p:sp>
        <p:nvSpPr>
          <p:cNvPr id="47" name="Shape 44"/>
          <p:cNvSpPr/>
          <p:nvPr/>
        </p:nvSpPr>
        <p:spPr>
          <a:xfrm>
            <a:off x="11190373" y="6176772"/>
            <a:ext cx="82296" cy="82296"/>
          </a:xfrm>
          <a:prstGeom prst="ellipse">
            <a:avLst/>
          </a:prstGeom>
          <a:solidFill>
            <a:srgbClr val="D3D9CC"/>
          </a:solidFill>
          <a:ln/>
        </p:spPr>
      </p:sp>
      <p:sp>
        <p:nvSpPr>
          <p:cNvPr id="48" name="Shape 45"/>
          <p:cNvSpPr/>
          <p:nvPr/>
        </p:nvSpPr>
        <p:spPr>
          <a:xfrm>
            <a:off x="11342809" y="6176772"/>
            <a:ext cx="82296" cy="82296"/>
          </a:xfrm>
          <a:prstGeom prst="ellipse">
            <a:avLst/>
          </a:prstGeom>
          <a:solidFill>
            <a:srgbClr val="D3D9CC"/>
          </a:solidFill>
          <a:ln/>
        </p:spPr>
      </p:sp>
      <p:sp>
        <p:nvSpPr>
          <p:cNvPr id="25" name="Slide Number Placeholder 0"/>
          <p:cNvSpPr>
            <a:spLocks noGrp="1"/>
          </p:cNvSpPr>
          <p:nvPr>
            <p:ph type="sldNum" sz="quarter" idx="4294967295"/>
          </p:nvPr>
        </p:nvSpPr>
        <p:spPr>
          <a:xfrm>
            <a:off x="11155680" y="6510528"/>
            <a:ext cx="548640" cy="228600"/>
          </a:xfrm>
          <a:prstGeom prst="rect">
            <a:avLst/>
          </a:prstGeom>
          <a:extLst>
            <a:ext uri="{C572A759-6A51-4108-AA02-DFA0A04FC94B}">
              <ma14:wrappingTextBoxFlag xmlns:ma14="http://schemas.microsoft.com/office/mac/drawingml/2011/main" val="0"/>
            </a:ext>
          </a:extLst>
        </p:spPr>
        <p:txBody>
          <a:bodyPr/>
          <a:lstStyle>
            <a:lvl1pPr>
              <a:defRPr sz="1000">
                <a:solidFill>
                  <a:srgbClr val="6D7072"/>
                </a:solidFill>
              </a:defRPr>
            </a:lvl1pPr>
          </a:lstStyle>
          <a:p>
            <a:pPr algn="r"/>
            <a:fld id="{F7021451-1387-4CA6-816F-3879F97B5CBC}" type="slidenum">
              <a:rPr b="0" lang="en-US"/>
              <a:t>34</a:t>
            </a:fld>
            <a:endParaRPr lang="en-US"/>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spTree>
      <p:nvGrpSpPr>
        <p:cNvPr id="1" name=""/>
        <p:cNvGrpSpPr/>
        <p:nvPr/>
      </p:nvGrpSpPr>
      <p:grpSpPr>
        <a:xfrm>
          <a:off x="0" y="0"/>
          <a:ext cx="0" cy="0"/>
          <a:chOff x="0" y="0"/>
          <a:chExt cx="0" cy="0"/>
        </a:xfrm>
      </p:grpSpPr>
      <p:pic>
        <p:nvPicPr>
          <p:cNvPr id="2" name="Step 30 image" descr="Step 30: Build up the leaf clusters">    </p:cNvPr>
          <p:cNvPicPr>
            <a:picLocks noChangeAspect="1"/>
          </p:cNvPicPr>
          <p:nvPr/>
        </p:nvPicPr>
        <p:blipFill>
          <a:blip r:embed="rId1"/>
          <a:stretch>
            <a:fillRect/>
          </a:stretch>
        </p:blipFill>
        <p:spPr>
          <a:xfrm>
            <a:off x="457200" y="411480"/>
            <a:ext cx="5317216" cy="6035040"/>
          </a:xfrm>
          <a:prstGeom prst="rect">
            <a:avLst/>
          </a:prstGeom>
        </p:spPr>
      </p:pic>
      <p:sp>
        <p:nvSpPr>
          <p:cNvPr id="3" name="Stage chip"/>
          <p:cNvSpPr txBox="1"/>
          <p:nvPr/>
        </p:nvSpPr>
        <p:spPr>
          <a:xfrm>
            <a:off x="6277336" y="640080"/>
            <a:ext cx="2426818" cy="292608"/>
          </a:xfrm>
          <a:prstGeom prst="roundRect">
            <a:avLst>
              <a:gd name="adj" fmla="val 31250"/>
            </a:avLst>
          </a:prstGeom>
          <a:solidFill>
            <a:srgbClr val="B0402F"/>
          </a:solidFill>
          <a:ln/>
        </p:spPr>
        <p:txBody>
          <a:bodyPr wrap="square" lIns="0" tIns="0" rIns="0" bIns="0" rtlCol="0" anchor="ctr"/>
          <a:lstStyle/>
          <a:p>
            <a:pPr algn="ctr" indent="0" marL="0">
              <a:buNone/>
            </a:pPr>
            <a:r>
              <a:rPr lang="en-US" sz="1100" b="1" dirty="0">
                <a:solidFill>
                  <a:srgbClr val="FFFFFF"/>
                </a:solidFill>
              </a:rPr>
              <a:t>STAGE 8 · AUTUMN LEAVES</a:t>
            </a:r>
            <a:endParaRPr lang="en-US" sz="1100" dirty="0"/>
          </a:p>
        </p:txBody>
      </p:sp>
      <p:sp>
        <p:nvSpPr>
          <p:cNvPr id="4" name="Step counter"/>
          <p:cNvSpPr txBox="1"/>
          <p:nvPr/>
        </p:nvSpPr>
        <p:spPr>
          <a:xfrm>
            <a:off x="9905695" y="640080"/>
            <a:ext cx="1554480" cy="292608"/>
          </a:xfrm>
          <a:prstGeom prst="rect">
            <a:avLst/>
          </a:prstGeom>
          <a:noFill/>
          <a:ln/>
        </p:spPr>
        <p:txBody>
          <a:bodyPr wrap="square" lIns="0" tIns="0" rIns="0" bIns="0" rtlCol="0" anchor="ctr"/>
          <a:lstStyle/>
          <a:p>
            <a:pPr algn="r" indent="0" marL="0">
              <a:buNone/>
            </a:pPr>
            <a:r>
              <a:rPr lang="en-US" sz="1100" b="1" dirty="0">
                <a:solidFill>
                  <a:srgbClr val="6D7072"/>
                </a:solidFill>
              </a:rPr>
              <a:t>STEP 30 OF 34</a:t>
            </a:r>
            <a:endParaRPr lang="en-US" sz="1100" dirty="0"/>
          </a:p>
        </p:txBody>
      </p:sp>
      <p:sp>
        <p:nvSpPr>
          <p:cNvPr id="5" name="Text 1"/>
          <p:cNvSpPr/>
          <p:nvPr>
            <p:ph idx="101" type="title" hasCustomPrompt="1"/>
          </p:nvPr>
        </p:nvSpPr>
        <p:spPr>
          <a:xfrm>
            <a:off x="6277336" y="1051560"/>
            <a:ext cx="5182839" cy="868680"/>
          </a:xfrm>
          <a:prstGeom prst="rect">
            <a:avLst/>
          </a:prstGeom>
          <a:noFill/>
          <a:ln/>
        </p:spPr>
        <p:txBody>
          <a:bodyPr wrap="square" lIns="0" tIns="0" rIns="0" bIns="0" rtlCol="0" anchor="t"/>
          <a:lstStyle/>
          <a:p>
            <a:pPr algn="l" indent="0" marL="0">
              <a:buNone/>
            </a:pPr>
            <a:r>
              <a:rPr lang="en-US" sz="2600" b="1" dirty="0">
                <a:solidFill>
                  <a:schemeClr val="tx2"/>
                </a:solidFill>
              </a:rPr>
              <a:t>Build up the leaf clusters</a:t>
            </a:r>
            <a:endParaRPr lang="en-US" sz="2600" dirty="0"/>
          </a:p>
        </p:txBody>
      </p:sp>
      <p:sp>
        <p:nvSpPr>
          <p:cNvPr id="6" name="Text 3"/>
          <p:cNvSpPr txBox="1"/>
          <p:nvPr/>
        </p:nvSpPr>
        <p:spPr>
          <a:xfrm>
            <a:off x="6277336" y="2011680"/>
            <a:ext cx="2743200" cy="228600"/>
          </a:xfrm>
          <a:prstGeom prst="rect">
            <a:avLst/>
          </a:prstGeom>
          <a:noFill/>
          <a:ln/>
        </p:spPr>
        <p:txBody>
          <a:bodyPr wrap="square" lIns="0" tIns="0" rIns="0" bIns="0" rtlCol="0" anchor="ctr"/>
          <a:lstStyle/>
          <a:p>
            <a:pPr indent="0" marL="0">
              <a:buNone/>
            </a:pPr>
            <a:r>
              <a:rPr lang="en-US" sz="1100" b="1" dirty="0">
                <a:solidFill>
                  <a:srgbClr val="6D7072"/>
                </a:solidFill>
              </a:rPr>
              <a:t>WHAT TO DO</a:t>
            </a:r>
            <a:endParaRPr lang="en-US" sz="1100" dirty="0"/>
          </a:p>
        </p:txBody>
      </p:sp>
      <p:sp>
        <p:nvSpPr>
          <p:cNvPr id="7" name="Instructions"/>
          <p:cNvSpPr txBox="1"/>
          <p:nvPr/>
        </p:nvSpPr>
        <p:spPr>
          <a:xfrm>
            <a:off x="6277336" y="2286000"/>
            <a:ext cx="5182839" cy="1874520"/>
          </a:xfrm>
          <a:prstGeom prst="rect">
            <a:avLst/>
          </a:prstGeom>
          <a:noFill/>
          <a:ln/>
        </p:spPr>
        <p:txBody>
          <a:bodyPr wrap="square" lIns="0" tIns="0" rIns="0" bIns="0" rtlCol="0" anchor="t"/>
          <a:lstStyle/>
          <a:p>
            <a:pPr marL="203200" indent="-203200">
              <a:spcAft>
                <a:spcPts val="600"/>
              </a:spcAft>
              <a:buSzPct val="100000"/>
              <a:buChar char="•"/>
            </a:pPr>
            <a:r>
              <a:rPr lang="en-US" sz="1500" dirty="0">
                <a:solidFill>
                  <a:schemeClr val="tx1"/>
                </a:solidFill>
              </a:rPr>
              <a:t>Keep adding orange and yellow clusters along the upper branches.</a:t>
            </a:r>
            <a:endParaRPr lang="en-US" sz="1500" dirty="0"/>
          </a:p>
          <a:p>
            <a:pPr marL="203200" indent="-203200">
              <a:spcAft>
                <a:spcPts val="600"/>
              </a:spcAft>
              <a:buSzPct val="100000"/>
              <a:buChar char="•"/>
            </a:pPr>
            <a:r>
              <a:rPr lang="en-US" sz="1500" dirty="0">
                <a:solidFill>
                  <a:schemeClr val="tx1"/>
                </a:solidFill>
              </a:rPr>
              <a:t>Vary the size of the clusters.</a:t>
            </a:r>
            <a:endParaRPr lang="en-US" sz="1500" dirty="0"/>
          </a:p>
        </p:txBody>
      </p:sp>
      <p:sp>
        <p:nvSpPr>
          <p:cNvPr id="8" name="Tip box"/>
          <p:cNvSpPr/>
          <p:nvPr/>
        </p:nvSpPr>
        <p:spPr>
          <a:xfrm>
            <a:off x="6277336" y="4224528"/>
            <a:ext cx="5182839" cy="932688"/>
          </a:xfrm>
          <a:prstGeom prst="roundRect">
            <a:avLst>
              <a:gd name="adj" fmla="val 7843"/>
            </a:avLst>
          </a:prstGeom>
          <a:solidFill>
            <a:srgbClr val="F2F4F0"/>
          </a:solidFill>
          <a:ln/>
        </p:spPr>
      </p:sp>
      <p:sp>
        <p:nvSpPr>
          <p:cNvPr id="9" name="Tip text"/>
          <p:cNvSpPr txBox="1"/>
          <p:nvPr/>
        </p:nvSpPr>
        <p:spPr>
          <a:xfrm>
            <a:off x="6414496" y="4261104"/>
            <a:ext cx="4908519" cy="859536"/>
          </a:xfrm>
          <a:prstGeom prst="rect">
            <a:avLst/>
          </a:prstGeom>
          <a:noFill/>
          <a:ln/>
        </p:spPr>
        <p:txBody>
          <a:bodyPr wrap="square" lIns="0" tIns="0" rIns="0" bIns="0" rtlCol="0" anchor="ctr"/>
          <a:lstStyle/>
          <a:p>
            <a:pPr indent="0" marL="0">
              <a:buNone/>
            </a:pPr>
            <a:r>
              <a:rPr lang="en-US" sz="1000" b="1" dirty="0">
                <a:solidFill>
                  <a:srgbClr val="B4531A"/>
                </a:solidFill>
              </a:rPr>
              <a:t>WATCH FOR</a:t>
            </a:r>
            <a:endParaRPr lang="en-US" sz="1000" dirty="0"/>
          </a:p>
          <a:p>
            <a:pPr indent="0" marL="0">
              <a:buNone/>
            </a:pPr>
            <a:r>
              <a:rPr lang="en-US" sz="1400" dirty="0">
                <a:solidFill>
                  <a:schemeClr val="tx1"/>
                </a:solidFill>
              </a:rPr>
              <a:t>Leave some sky showing between clusters so the tree stays airy.</a:t>
            </a:r>
            <a:endParaRPr lang="en-US" sz="1000" dirty="0"/>
          </a:p>
        </p:txBody>
      </p:sp>
      <p:sp>
        <p:nvSpPr>
          <p:cNvPr id="10" name="Text 7"/>
          <p:cNvSpPr txBox="1"/>
          <p:nvPr/>
        </p:nvSpPr>
        <p:spPr>
          <a:xfrm>
            <a:off x="6277336" y="5285232"/>
            <a:ext cx="5182839" cy="201168"/>
          </a:xfrm>
          <a:prstGeom prst="rect">
            <a:avLst/>
          </a:prstGeom>
          <a:noFill/>
          <a:ln/>
        </p:spPr>
        <p:txBody>
          <a:bodyPr wrap="square" lIns="0" tIns="0" rIns="0" bIns="0" rtlCol="0" anchor="ctr"/>
          <a:lstStyle/>
          <a:p>
            <a:pPr indent="0" marL="0">
              <a:buNone/>
            </a:pPr>
            <a:r>
              <a:rPr lang="en-US" sz="1000" b="1" dirty="0">
                <a:solidFill>
                  <a:srgbClr val="6D7072"/>
                </a:solidFill>
              </a:rPr>
              <a:t>COLORS IN THIS STEP</a:t>
            </a:r>
            <a:endParaRPr lang="en-US" sz="1000" dirty="0"/>
          </a:p>
        </p:txBody>
      </p:sp>
      <p:sp>
        <p:nvSpPr>
          <p:cNvPr id="11" name="Swatch Orange"/>
          <p:cNvSpPr/>
          <p:nvPr/>
        </p:nvSpPr>
        <p:spPr>
          <a:xfrm>
            <a:off x="6277336" y="5532120"/>
            <a:ext cx="329184" cy="329184"/>
          </a:xfrm>
          <a:prstGeom prst="ellipse">
            <a:avLst/>
          </a:prstGeom>
          <a:solidFill>
            <a:srgbClr val="E8853E"/>
          </a:solidFill>
          <a:ln w="9525">
            <a:solidFill>
              <a:srgbClr val="D3D9CC"/>
            </a:solidFill>
            <a:prstDash val="solid"/>
          </a:ln>
        </p:spPr>
      </p:sp>
      <p:sp>
        <p:nvSpPr>
          <p:cNvPr id="12" name="Text 9"/>
          <p:cNvSpPr txBox="1"/>
          <p:nvPr/>
        </p:nvSpPr>
        <p:spPr>
          <a:xfrm>
            <a:off x="6688816" y="5504688"/>
            <a:ext cx="1270413" cy="384048"/>
          </a:xfrm>
          <a:prstGeom prst="rect">
            <a:avLst/>
          </a:prstGeom>
          <a:noFill/>
          <a:ln/>
        </p:spPr>
        <p:txBody>
          <a:bodyPr wrap="square" lIns="0" tIns="0" rIns="0" bIns="0" rtlCol="0" anchor="ctr"/>
          <a:lstStyle/>
          <a:p>
            <a:pPr indent="0" marL="0">
              <a:buNone/>
            </a:pPr>
            <a:r>
              <a:rPr lang="en-US" sz="1100" b="1" dirty="0">
                <a:solidFill>
                  <a:schemeClr val="tx1"/>
                </a:solidFill>
              </a:rPr>
              <a:t>Orange</a:t>
            </a:r>
            <a:endParaRPr lang="en-US" sz="1100" dirty="0"/>
          </a:p>
          <a:p>
            <a:pPr indent="0" marL="0">
              <a:buNone/>
            </a:pPr>
            <a:r>
              <a:rPr lang="en-US" sz="1000" dirty="0">
                <a:solidFill>
                  <a:srgbClr val="4A5058"/>
                </a:solidFill>
              </a:rPr>
              <a:t>#E8853E</a:t>
            </a:r>
            <a:endParaRPr lang="en-US" sz="1100" dirty="0"/>
          </a:p>
        </p:txBody>
      </p:sp>
      <p:sp>
        <p:nvSpPr>
          <p:cNvPr id="13" name="Swatch Golden yellow"/>
          <p:cNvSpPr/>
          <p:nvPr/>
        </p:nvSpPr>
        <p:spPr>
          <a:xfrm>
            <a:off x="8004949" y="5532120"/>
            <a:ext cx="329184" cy="329184"/>
          </a:xfrm>
          <a:prstGeom prst="ellipse">
            <a:avLst/>
          </a:prstGeom>
          <a:solidFill>
            <a:srgbClr val="E1AE42"/>
          </a:solidFill>
          <a:ln w="9525">
            <a:solidFill>
              <a:srgbClr val="D3D9CC"/>
            </a:solidFill>
            <a:prstDash val="solid"/>
          </a:ln>
        </p:spPr>
      </p:sp>
      <p:sp>
        <p:nvSpPr>
          <p:cNvPr id="14" name="Text 11"/>
          <p:cNvSpPr txBox="1"/>
          <p:nvPr/>
        </p:nvSpPr>
        <p:spPr>
          <a:xfrm>
            <a:off x="8416429" y="5504688"/>
            <a:ext cx="1270413" cy="384048"/>
          </a:xfrm>
          <a:prstGeom prst="rect">
            <a:avLst/>
          </a:prstGeom>
          <a:noFill/>
          <a:ln/>
        </p:spPr>
        <p:txBody>
          <a:bodyPr wrap="square" lIns="0" tIns="0" rIns="0" bIns="0" rtlCol="0" anchor="ctr"/>
          <a:lstStyle/>
          <a:p>
            <a:pPr indent="0" marL="0">
              <a:buNone/>
            </a:pPr>
            <a:r>
              <a:rPr lang="en-US" sz="1100" b="1" dirty="0">
                <a:solidFill>
                  <a:schemeClr val="tx1"/>
                </a:solidFill>
              </a:rPr>
              <a:t>Golden yellow</a:t>
            </a:r>
            <a:endParaRPr lang="en-US" sz="1100" dirty="0"/>
          </a:p>
          <a:p>
            <a:pPr indent="0" marL="0">
              <a:buNone/>
            </a:pPr>
            <a:r>
              <a:rPr lang="en-US" sz="1000" dirty="0">
                <a:solidFill>
                  <a:srgbClr val="4A5058"/>
                </a:solidFill>
              </a:rPr>
              <a:t>#E1AE42</a:t>
            </a:r>
            <a:endParaRPr lang="en-US" sz="1100" dirty="0"/>
          </a:p>
        </p:txBody>
      </p:sp>
      <p:sp>
        <p:nvSpPr>
          <p:cNvPr id="15" name="Shape 12"/>
          <p:cNvSpPr/>
          <p:nvPr/>
        </p:nvSpPr>
        <p:spPr>
          <a:xfrm>
            <a:off x="6312406" y="6176772"/>
            <a:ext cx="82296" cy="82296"/>
          </a:xfrm>
          <a:prstGeom prst="ellipse">
            <a:avLst/>
          </a:prstGeom>
          <a:solidFill>
            <a:srgbClr val="8E9A82"/>
          </a:solidFill>
          <a:ln/>
        </p:spPr>
      </p:sp>
      <p:sp>
        <p:nvSpPr>
          <p:cNvPr id="16" name="Shape 13"/>
          <p:cNvSpPr/>
          <p:nvPr/>
        </p:nvSpPr>
        <p:spPr>
          <a:xfrm>
            <a:off x="6464843" y="6176772"/>
            <a:ext cx="82296" cy="82296"/>
          </a:xfrm>
          <a:prstGeom prst="ellipse">
            <a:avLst/>
          </a:prstGeom>
          <a:solidFill>
            <a:srgbClr val="8E9A82"/>
          </a:solidFill>
          <a:ln/>
        </p:spPr>
      </p:sp>
      <p:sp>
        <p:nvSpPr>
          <p:cNvPr id="17" name="Shape 14"/>
          <p:cNvSpPr/>
          <p:nvPr/>
        </p:nvSpPr>
        <p:spPr>
          <a:xfrm>
            <a:off x="6617279" y="6176772"/>
            <a:ext cx="82296" cy="82296"/>
          </a:xfrm>
          <a:prstGeom prst="ellipse">
            <a:avLst/>
          </a:prstGeom>
          <a:solidFill>
            <a:srgbClr val="8E9A82"/>
          </a:solidFill>
          <a:ln/>
        </p:spPr>
      </p:sp>
      <p:sp>
        <p:nvSpPr>
          <p:cNvPr id="18" name="Shape 15"/>
          <p:cNvSpPr/>
          <p:nvPr/>
        </p:nvSpPr>
        <p:spPr>
          <a:xfrm>
            <a:off x="6769715" y="6176772"/>
            <a:ext cx="82296" cy="82296"/>
          </a:xfrm>
          <a:prstGeom prst="ellipse">
            <a:avLst/>
          </a:prstGeom>
          <a:solidFill>
            <a:srgbClr val="8E9A82"/>
          </a:solidFill>
          <a:ln/>
        </p:spPr>
      </p:sp>
      <p:sp>
        <p:nvSpPr>
          <p:cNvPr id="19" name="Shape 16"/>
          <p:cNvSpPr/>
          <p:nvPr/>
        </p:nvSpPr>
        <p:spPr>
          <a:xfrm>
            <a:off x="6922152" y="6176772"/>
            <a:ext cx="82296" cy="82296"/>
          </a:xfrm>
          <a:prstGeom prst="ellipse">
            <a:avLst/>
          </a:prstGeom>
          <a:solidFill>
            <a:srgbClr val="8E9A82"/>
          </a:solidFill>
          <a:ln/>
        </p:spPr>
      </p:sp>
      <p:sp>
        <p:nvSpPr>
          <p:cNvPr id="20" name="Shape 17"/>
          <p:cNvSpPr/>
          <p:nvPr/>
        </p:nvSpPr>
        <p:spPr>
          <a:xfrm>
            <a:off x="7074588" y="6176772"/>
            <a:ext cx="82296" cy="82296"/>
          </a:xfrm>
          <a:prstGeom prst="ellipse">
            <a:avLst/>
          </a:prstGeom>
          <a:solidFill>
            <a:srgbClr val="8E9A82"/>
          </a:solidFill>
          <a:ln/>
        </p:spPr>
      </p:sp>
      <p:sp>
        <p:nvSpPr>
          <p:cNvPr id="21" name="Shape 18"/>
          <p:cNvSpPr/>
          <p:nvPr/>
        </p:nvSpPr>
        <p:spPr>
          <a:xfrm>
            <a:off x="7227025" y="6176772"/>
            <a:ext cx="82296" cy="82296"/>
          </a:xfrm>
          <a:prstGeom prst="ellipse">
            <a:avLst/>
          </a:prstGeom>
          <a:solidFill>
            <a:srgbClr val="8E9A82"/>
          </a:solidFill>
          <a:ln/>
        </p:spPr>
      </p:sp>
      <p:sp>
        <p:nvSpPr>
          <p:cNvPr id="22" name="Shape 19"/>
          <p:cNvSpPr/>
          <p:nvPr/>
        </p:nvSpPr>
        <p:spPr>
          <a:xfrm>
            <a:off x="7379461" y="6176772"/>
            <a:ext cx="82296" cy="82296"/>
          </a:xfrm>
          <a:prstGeom prst="ellipse">
            <a:avLst/>
          </a:prstGeom>
          <a:solidFill>
            <a:srgbClr val="8E9A82"/>
          </a:solidFill>
          <a:ln/>
        </p:spPr>
      </p:sp>
      <p:sp>
        <p:nvSpPr>
          <p:cNvPr id="23" name="Shape 20"/>
          <p:cNvSpPr/>
          <p:nvPr/>
        </p:nvSpPr>
        <p:spPr>
          <a:xfrm>
            <a:off x="7531898" y="6176772"/>
            <a:ext cx="82296" cy="82296"/>
          </a:xfrm>
          <a:prstGeom prst="ellipse">
            <a:avLst/>
          </a:prstGeom>
          <a:solidFill>
            <a:srgbClr val="8E9A82"/>
          </a:solidFill>
          <a:ln/>
        </p:spPr>
      </p:sp>
      <p:sp>
        <p:nvSpPr>
          <p:cNvPr id="24" name="Shape 21"/>
          <p:cNvSpPr/>
          <p:nvPr/>
        </p:nvSpPr>
        <p:spPr>
          <a:xfrm>
            <a:off x="7684334" y="6176772"/>
            <a:ext cx="82296" cy="82296"/>
          </a:xfrm>
          <a:prstGeom prst="ellipse">
            <a:avLst/>
          </a:prstGeom>
          <a:solidFill>
            <a:srgbClr val="8E9A82"/>
          </a:solidFill>
          <a:ln/>
        </p:spPr>
      </p:sp>
      <p:sp>
        <p:nvSpPr>
          <p:cNvPr id="25" name="Shape 22"/>
          <p:cNvSpPr/>
          <p:nvPr/>
        </p:nvSpPr>
        <p:spPr>
          <a:xfrm>
            <a:off x="7836771" y="6176772"/>
            <a:ext cx="82296" cy="82296"/>
          </a:xfrm>
          <a:prstGeom prst="ellipse">
            <a:avLst/>
          </a:prstGeom>
          <a:solidFill>
            <a:srgbClr val="8E9A82"/>
          </a:solidFill>
          <a:ln/>
        </p:spPr>
      </p:sp>
      <p:sp>
        <p:nvSpPr>
          <p:cNvPr id="26" name="Shape 23"/>
          <p:cNvSpPr/>
          <p:nvPr/>
        </p:nvSpPr>
        <p:spPr>
          <a:xfrm>
            <a:off x="7989207" y="6176772"/>
            <a:ext cx="82296" cy="82296"/>
          </a:xfrm>
          <a:prstGeom prst="ellipse">
            <a:avLst/>
          </a:prstGeom>
          <a:solidFill>
            <a:srgbClr val="8E9A82"/>
          </a:solidFill>
          <a:ln/>
        </p:spPr>
      </p:sp>
      <p:sp>
        <p:nvSpPr>
          <p:cNvPr id="27" name="Shape 24"/>
          <p:cNvSpPr/>
          <p:nvPr/>
        </p:nvSpPr>
        <p:spPr>
          <a:xfrm>
            <a:off x="8141643" y="6176772"/>
            <a:ext cx="82296" cy="82296"/>
          </a:xfrm>
          <a:prstGeom prst="ellipse">
            <a:avLst/>
          </a:prstGeom>
          <a:solidFill>
            <a:srgbClr val="8E9A82"/>
          </a:solidFill>
          <a:ln/>
        </p:spPr>
      </p:sp>
      <p:sp>
        <p:nvSpPr>
          <p:cNvPr id="28" name="Shape 25"/>
          <p:cNvSpPr/>
          <p:nvPr/>
        </p:nvSpPr>
        <p:spPr>
          <a:xfrm>
            <a:off x="8294080" y="6176772"/>
            <a:ext cx="82296" cy="82296"/>
          </a:xfrm>
          <a:prstGeom prst="ellipse">
            <a:avLst/>
          </a:prstGeom>
          <a:solidFill>
            <a:srgbClr val="8E9A82"/>
          </a:solidFill>
          <a:ln/>
        </p:spPr>
      </p:sp>
      <p:sp>
        <p:nvSpPr>
          <p:cNvPr id="29" name="Shape 26"/>
          <p:cNvSpPr/>
          <p:nvPr/>
        </p:nvSpPr>
        <p:spPr>
          <a:xfrm>
            <a:off x="8446516" y="6176772"/>
            <a:ext cx="82296" cy="82296"/>
          </a:xfrm>
          <a:prstGeom prst="ellipse">
            <a:avLst/>
          </a:prstGeom>
          <a:solidFill>
            <a:srgbClr val="8E9A82"/>
          </a:solidFill>
          <a:ln/>
        </p:spPr>
      </p:sp>
      <p:sp>
        <p:nvSpPr>
          <p:cNvPr id="30" name="Shape 27"/>
          <p:cNvSpPr/>
          <p:nvPr/>
        </p:nvSpPr>
        <p:spPr>
          <a:xfrm>
            <a:off x="8598953" y="6176772"/>
            <a:ext cx="82296" cy="82296"/>
          </a:xfrm>
          <a:prstGeom prst="ellipse">
            <a:avLst/>
          </a:prstGeom>
          <a:solidFill>
            <a:srgbClr val="8E9A82"/>
          </a:solidFill>
          <a:ln/>
        </p:spPr>
      </p:sp>
      <p:sp>
        <p:nvSpPr>
          <p:cNvPr id="31" name="Shape 28"/>
          <p:cNvSpPr/>
          <p:nvPr/>
        </p:nvSpPr>
        <p:spPr>
          <a:xfrm>
            <a:off x="8751389" y="6176772"/>
            <a:ext cx="82296" cy="82296"/>
          </a:xfrm>
          <a:prstGeom prst="ellipse">
            <a:avLst/>
          </a:prstGeom>
          <a:solidFill>
            <a:srgbClr val="8E9A82"/>
          </a:solidFill>
          <a:ln/>
        </p:spPr>
      </p:sp>
      <p:sp>
        <p:nvSpPr>
          <p:cNvPr id="32" name="Shape 29"/>
          <p:cNvSpPr/>
          <p:nvPr/>
        </p:nvSpPr>
        <p:spPr>
          <a:xfrm>
            <a:off x="8903826" y="6176772"/>
            <a:ext cx="82296" cy="82296"/>
          </a:xfrm>
          <a:prstGeom prst="ellipse">
            <a:avLst/>
          </a:prstGeom>
          <a:solidFill>
            <a:srgbClr val="8E9A82"/>
          </a:solidFill>
          <a:ln/>
        </p:spPr>
      </p:sp>
      <p:sp>
        <p:nvSpPr>
          <p:cNvPr id="33" name="Shape 30"/>
          <p:cNvSpPr/>
          <p:nvPr/>
        </p:nvSpPr>
        <p:spPr>
          <a:xfrm>
            <a:off x="9056262" y="6176772"/>
            <a:ext cx="82296" cy="82296"/>
          </a:xfrm>
          <a:prstGeom prst="ellipse">
            <a:avLst/>
          </a:prstGeom>
          <a:solidFill>
            <a:srgbClr val="8E9A82"/>
          </a:solidFill>
          <a:ln/>
        </p:spPr>
      </p:sp>
      <p:sp>
        <p:nvSpPr>
          <p:cNvPr id="34" name="Shape 31"/>
          <p:cNvSpPr/>
          <p:nvPr/>
        </p:nvSpPr>
        <p:spPr>
          <a:xfrm>
            <a:off x="9208699" y="6176772"/>
            <a:ext cx="82296" cy="82296"/>
          </a:xfrm>
          <a:prstGeom prst="ellipse">
            <a:avLst/>
          </a:prstGeom>
          <a:solidFill>
            <a:srgbClr val="8E9A82"/>
          </a:solidFill>
          <a:ln/>
        </p:spPr>
      </p:sp>
      <p:sp>
        <p:nvSpPr>
          <p:cNvPr id="35" name="Shape 32"/>
          <p:cNvSpPr/>
          <p:nvPr/>
        </p:nvSpPr>
        <p:spPr>
          <a:xfrm>
            <a:off x="9361135" y="6176772"/>
            <a:ext cx="82296" cy="82296"/>
          </a:xfrm>
          <a:prstGeom prst="ellipse">
            <a:avLst/>
          </a:prstGeom>
          <a:solidFill>
            <a:srgbClr val="8E9A82"/>
          </a:solidFill>
          <a:ln/>
        </p:spPr>
      </p:sp>
      <p:sp>
        <p:nvSpPr>
          <p:cNvPr id="36" name="Shape 33"/>
          <p:cNvSpPr/>
          <p:nvPr/>
        </p:nvSpPr>
        <p:spPr>
          <a:xfrm>
            <a:off x="9513572" y="6176772"/>
            <a:ext cx="82296" cy="82296"/>
          </a:xfrm>
          <a:prstGeom prst="ellipse">
            <a:avLst/>
          </a:prstGeom>
          <a:solidFill>
            <a:srgbClr val="8E9A82"/>
          </a:solidFill>
          <a:ln/>
        </p:spPr>
      </p:sp>
      <p:sp>
        <p:nvSpPr>
          <p:cNvPr id="37" name="Shape 34"/>
          <p:cNvSpPr/>
          <p:nvPr/>
        </p:nvSpPr>
        <p:spPr>
          <a:xfrm>
            <a:off x="9666008" y="6176772"/>
            <a:ext cx="82296" cy="82296"/>
          </a:xfrm>
          <a:prstGeom prst="ellipse">
            <a:avLst/>
          </a:prstGeom>
          <a:solidFill>
            <a:srgbClr val="8E9A82"/>
          </a:solidFill>
          <a:ln/>
        </p:spPr>
      </p:sp>
      <p:sp>
        <p:nvSpPr>
          <p:cNvPr id="38" name="Shape 35"/>
          <p:cNvSpPr/>
          <p:nvPr/>
        </p:nvSpPr>
        <p:spPr>
          <a:xfrm>
            <a:off x="9818444" y="6176772"/>
            <a:ext cx="82296" cy="82296"/>
          </a:xfrm>
          <a:prstGeom prst="ellipse">
            <a:avLst/>
          </a:prstGeom>
          <a:solidFill>
            <a:srgbClr val="8E9A82"/>
          </a:solidFill>
          <a:ln/>
        </p:spPr>
      </p:sp>
      <p:sp>
        <p:nvSpPr>
          <p:cNvPr id="39" name="Shape 36"/>
          <p:cNvSpPr/>
          <p:nvPr/>
        </p:nvSpPr>
        <p:spPr>
          <a:xfrm>
            <a:off x="9970881" y="6176772"/>
            <a:ext cx="82296" cy="82296"/>
          </a:xfrm>
          <a:prstGeom prst="ellipse">
            <a:avLst/>
          </a:prstGeom>
          <a:solidFill>
            <a:srgbClr val="8E9A82"/>
          </a:solidFill>
          <a:ln/>
        </p:spPr>
      </p:sp>
      <p:sp>
        <p:nvSpPr>
          <p:cNvPr id="40" name="Shape 37"/>
          <p:cNvSpPr/>
          <p:nvPr/>
        </p:nvSpPr>
        <p:spPr>
          <a:xfrm>
            <a:off x="10123317" y="6176772"/>
            <a:ext cx="82296" cy="82296"/>
          </a:xfrm>
          <a:prstGeom prst="ellipse">
            <a:avLst/>
          </a:prstGeom>
          <a:solidFill>
            <a:srgbClr val="8E9A82"/>
          </a:solidFill>
          <a:ln/>
        </p:spPr>
      </p:sp>
      <p:sp>
        <p:nvSpPr>
          <p:cNvPr id="41" name="Shape 38"/>
          <p:cNvSpPr/>
          <p:nvPr/>
        </p:nvSpPr>
        <p:spPr>
          <a:xfrm>
            <a:off x="10275754" y="6176772"/>
            <a:ext cx="82296" cy="82296"/>
          </a:xfrm>
          <a:prstGeom prst="ellipse">
            <a:avLst/>
          </a:prstGeom>
          <a:solidFill>
            <a:srgbClr val="8E9A82"/>
          </a:solidFill>
          <a:ln/>
        </p:spPr>
      </p:sp>
      <p:sp>
        <p:nvSpPr>
          <p:cNvPr id="42" name="Shape 39"/>
          <p:cNvSpPr/>
          <p:nvPr/>
        </p:nvSpPr>
        <p:spPr>
          <a:xfrm>
            <a:off x="10428190" y="6176772"/>
            <a:ext cx="82296" cy="82296"/>
          </a:xfrm>
          <a:prstGeom prst="ellipse">
            <a:avLst/>
          </a:prstGeom>
          <a:solidFill>
            <a:srgbClr val="8E9A82"/>
          </a:solidFill>
          <a:ln/>
        </p:spPr>
      </p:sp>
      <p:sp>
        <p:nvSpPr>
          <p:cNvPr id="43" name="Shape 40"/>
          <p:cNvSpPr/>
          <p:nvPr/>
        </p:nvSpPr>
        <p:spPr>
          <a:xfrm>
            <a:off x="10580627" y="6176772"/>
            <a:ext cx="82296" cy="82296"/>
          </a:xfrm>
          <a:prstGeom prst="ellipse">
            <a:avLst/>
          </a:prstGeom>
          <a:solidFill>
            <a:srgbClr val="8E9A82"/>
          </a:solidFill>
          <a:ln/>
        </p:spPr>
      </p:sp>
      <p:sp>
        <p:nvSpPr>
          <p:cNvPr id="44" name="Shape 41"/>
          <p:cNvSpPr/>
          <p:nvPr/>
        </p:nvSpPr>
        <p:spPr>
          <a:xfrm>
            <a:off x="10696487" y="6140196"/>
            <a:ext cx="155448" cy="155448"/>
          </a:xfrm>
          <a:prstGeom prst="ellipse">
            <a:avLst/>
          </a:prstGeom>
          <a:solidFill>
            <a:srgbClr val="B0402F"/>
          </a:solidFill>
          <a:ln/>
        </p:spPr>
      </p:sp>
      <p:sp>
        <p:nvSpPr>
          <p:cNvPr id="45" name="Shape 42"/>
          <p:cNvSpPr/>
          <p:nvPr/>
        </p:nvSpPr>
        <p:spPr>
          <a:xfrm>
            <a:off x="10885500" y="6176772"/>
            <a:ext cx="82296" cy="82296"/>
          </a:xfrm>
          <a:prstGeom prst="ellipse">
            <a:avLst/>
          </a:prstGeom>
          <a:solidFill>
            <a:srgbClr val="D3D9CC"/>
          </a:solidFill>
          <a:ln/>
        </p:spPr>
      </p:sp>
      <p:sp>
        <p:nvSpPr>
          <p:cNvPr id="46" name="Shape 43"/>
          <p:cNvSpPr/>
          <p:nvPr/>
        </p:nvSpPr>
        <p:spPr>
          <a:xfrm>
            <a:off x="11037936" y="6176772"/>
            <a:ext cx="82296" cy="82296"/>
          </a:xfrm>
          <a:prstGeom prst="ellipse">
            <a:avLst/>
          </a:prstGeom>
          <a:solidFill>
            <a:srgbClr val="D3D9CC"/>
          </a:solidFill>
          <a:ln/>
        </p:spPr>
      </p:sp>
      <p:sp>
        <p:nvSpPr>
          <p:cNvPr id="47" name="Shape 44"/>
          <p:cNvSpPr/>
          <p:nvPr/>
        </p:nvSpPr>
        <p:spPr>
          <a:xfrm>
            <a:off x="11190373" y="6176772"/>
            <a:ext cx="82296" cy="82296"/>
          </a:xfrm>
          <a:prstGeom prst="ellipse">
            <a:avLst/>
          </a:prstGeom>
          <a:solidFill>
            <a:srgbClr val="D3D9CC"/>
          </a:solidFill>
          <a:ln/>
        </p:spPr>
      </p:sp>
      <p:sp>
        <p:nvSpPr>
          <p:cNvPr id="48" name="Shape 45"/>
          <p:cNvSpPr/>
          <p:nvPr/>
        </p:nvSpPr>
        <p:spPr>
          <a:xfrm>
            <a:off x="11342809" y="6176772"/>
            <a:ext cx="82296" cy="82296"/>
          </a:xfrm>
          <a:prstGeom prst="ellipse">
            <a:avLst/>
          </a:prstGeom>
          <a:solidFill>
            <a:srgbClr val="D3D9CC"/>
          </a:solidFill>
          <a:ln/>
        </p:spPr>
      </p:sp>
      <p:sp>
        <p:nvSpPr>
          <p:cNvPr id="25" name="Slide Number Placeholder 0"/>
          <p:cNvSpPr>
            <a:spLocks noGrp="1"/>
          </p:cNvSpPr>
          <p:nvPr>
            <p:ph type="sldNum" sz="quarter" idx="4294967295"/>
          </p:nvPr>
        </p:nvSpPr>
        <p:spPr>
          <a:xfrm>
            <a:off x="11155680" y="6510528"/>
            <a:ext cx="548640" cy="228600"/>
          </a:xfrm>
          <a:prstGeom prst="rect">
            <a:avLst/>
          </a:prstGeom>
          <a:extLst>
            <a:ext uri="{C572A759-6A51-4108-AA02-DFA0A04FC94B}">
              <ma14:wrappingTextBoxFlag xmlns:ma14="http://schemas.microsoft.com/office/mac/drawingml/2011/main" val="0"/>
            </a:ext>
          </a:extLst>
        </p:spPr>
        <p:txBody>
          <a:bodyPr/>
          <a:lstStyle>
            <a:lvl1pPr>
              <a:defRPr sz="1000">
                <a:solidFill>
                  <a:srgbClr val="6D7072"/>
                </a:solidFill>
              </a:defRPr>
            </a:lvl1pPr>
          </a:lstStyle>
          <a:p>
            <a:pPr algn="r"/>
            <a:fld id="{F7021451-1387-4CA6-816F-3879F97B5CBC}" type="slidenum">
              <a:rPr b="0" lang="en-US"/>
              <a:t>35</a:t>
            </a:fld>
            <a:endParaRPr lang="en-US"/>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spTree>
      <p:nvGrpSpPr>
        <p:cNvPr id="1" name=""/>
        <p:cNvGrpSpPr/>
        <p:nvPr/>
      </p:nvGrpSpPr>
      <p:grpSpPr>
        <a:xfrm>
          <a:off x="0" y="0"/>
          <a:ext cx="0" cy="0"/>
          <a:chOff x="0" y="0"/>
          <a:chExt cx="0" cy="0"/>
        </a:xfrm>
      </p:grpSpPr>
      <p:pic>
        <p:nvPicPr>
          <p:cNvPr id="2" name="Step 31 image" descr="Step 31: Add dark leaves, then green on the left">    </p:cNvPr>
          <p:cNvPicPr>
            <a:picLocks noChangeAspect="1"/>
          </p:cNvPicPr>
          <p:nvPr/>
        </p:nvPicPr>
        <p:blipFill>
          <a:blip r:embed="rId1"/>
          <a:stretch>
            <a:fillRect/>
          </a:stretch>
        </p:blipFill>
        <p:spPr>
          <a:xfrm>
            <a:off x="457200" y="411480"/>
            <a:ext cx="5317216" cy="6035040"/>
          </a:xfrm>
          <a:prstGeom prst="rect">
            <a:avLst/>
          </a:prstGeom>
        </p:spPr>
      </p:pic>
      <p:sp>
        <p:nvSpPr>
          <p:cNvPr id="3" name="Stage chip"/>
          <p:cNvSpPr txBox="1"/>
          <p:nvPr/>
        </p:nvSpPr>
        <p:spPr>
          <a:xfrm>
            <a:off x="6277336" y="640080"/>
            <a:ext cx="2426818" cy="292608"/>
          </a:xfrm>
          <a:prstGeom prst="roundRect">
            <a:avLst>
              <a:gd name="adj" fmla="val 31250"/>
            </a:avLst>
          </a:prstGeom>
          <a:solidFill>
            <a:srgbClr val="B0402F"/>
          </a:solidFill>
          <a:ln/>
        </p:spPr>
        <p:txBody>
          <a:bodyPr wrap="square" lIns="0" tIns="0" rIns="0" bIns="0" rtlCol="0" anchor="ctr"/>
          <a:lstStyle/>
          <a:p>
            <a:pPr algn="ctr" indent="0" marL="0">
              <a:buNone/>
            </a:pPr>
            <a:r>
              <a:rPr lang="en-US" sz="1100" b="1" dirty="0">
                <a:solidFill>
                  <a:srgbClr val="FFFFFF"/>
                </a:solidFill>
              </a:rPr>
              <a:t>STAGE 8 · AUTUMN LEAVES</a:t>
            </a:r>
            <a:endParaRPr lang="en-US" sz="1100" dirty="0"/>
          </a:p>
        </p:txBody>
      </p:sp>
      <p:sp>
        <p:nvSpPr>
          <p:cNvPr id="4" name="Step counter"/>
          <p:cNvSpPr txBox="1"/>
          <p:nvPr/>
        </p:nvSpPr>
        <p:spPr>
          <a:xfrm>
            <a:off x="9905695" y="640080"/>
            <a:ext cx="1554480" cy="292608"/>
          </a:xfrm>
          <a:prstGeom prst="rect">
            <a:avLst/>
          </a:prstGeom>
          <a:noFill/>
          <a:ln/>
        </p:spPr>
        <p:txBody>
          <a:bodyPr wrap="square" lIns="0" tIns="0" rIns="0" bIns="0" rtlCol="0" anchor="ctr"/>
          <a:lstStyle/>
          <a:p>
            <a:pPr algn="r" indent="0" marL="0">
              <a:buNone/>
            </a:pPr>
            <a:r>
              <a:rPr lang="en-US" sz="1100" b="1" dirty="0">
                <a:solidFill>
                  <a:srgbClr val="6D7072"/>
                </a:solidFill>
              </a:rPr>
              <a:t>STEP 31 OF 34</a:t>
            </a:r>
            <a:endParaRPr lang="en-US" sz="1100" dirty="0"/>
          </a:p>
        </p:txBody>
      </p:sp>
      <p:sp>
        <p:nvSpPr>
          <p:cNvPr id="5" name="Text 1"/>
          <p:cNvSpPr/>
          <p:nvPr>
            <p:ph idx="101" type="title" hasCustomPrompt="1"/>
          </p:nvPr>
        </p:nvSpPr>
        <p:spPr>
          <a:xfrm>
            <a:off x="6277336" y="1051560"/>
            <a:ext cx="5182839" cy="868680"/>
          </a:xfrm>
          <a:prstGeom prst="rect">
            <a:avLst/>
          </a:prstGeom>
          <a:noFill/>
          <a:ln/>
        </p:spPr>
        <p:txBody>
          <a:bodyPr wrap="square" lIns="0" tIns="0" rIns="0" bIns="0" rtlCol="0" anchor="t"/>
          <a:lstStyle/>
          <a:p>
            <a:pPr algn="l" indent="0" marL="0">
              <a:buNone/>
            </a:pPr>
            <a:r>
              <a:rPr lang="en-US" sz="2600" b="1" dirty="0">
                <a:solidFill>
                  <a:schemeClr val="tx2"/>
                </a:solidFill>
              </a:rPr>
              <a:t>Add dark leaves, then green on the left</a:t>
            </a:r>
            <a:endParaRPr lang="en-US" sz="2600" dirty="0"/>
          </a:p>
        </p:txBody>
      </p:sp>
      <p:sp>
        <p:nvSpPr>
          <p:cNvPr id="6" name="Text 3"/>
          <p:cNvSpPr txBox="1"/>
          <p:nvPr/>
        </p:nvSpPr>
        <p:spPr>
          <a:xfrm>
            <a:off x="6277336" y="2011680"/>
            <a:ext cx="2743200" cy="228600"/>
          </a:xfrm>
          <a:prstGeom prst="rect">
            <a:avLst/>
          </a:prstGeom>
          <a:noFill/>
          <a:ln/>
        </p:spPr>
        <p:txBody>
          <a:bodyPr wrap="square" lIns="0" tIns="0" rIns="0" bIns="0" rtlCol="0" anchor="ctr"/>
          <a:lstStyle/>
          <a:p>
            <a:pPr indent="0" marL="0">
              <a:buNone/>
            </a:pPr>
            <a:r>
              <a:rPr lang="en-US" sz="1100" b="1" dirty="0">
                <a:solidFill>
                  <a:srgbClr val="6D7072"/>
                </a:solidFill>
              </a:rPr>
              <a:t>WHAT TO DO</a:t>
            </a:r>
            <a:endParaRPr lang="en-US" sz="1100" dirty="0"/>
          </a:p>
        </p:txBody>
      </p:sp>
      <p:sp>
        <p:nvSpPr>
          <p:cNvPr id="7" name="Instructions"/>
          <p:cNvSpPr txBox="1"/>
          <p:nvPr/>
        </p:nvSpPr>
        <p:spPr>
          <a:xfrm>
            <a:off x="6277336" y="2286000"/>
            <a:ext cx="5182839" cy="1874520"/>
          </a:xfrm>
          <a:prstGeom prst="rect">
            <a:avLst/>
          </a:prstGeom>
          <a:noFill/>
          <a:ln/>
        </p:spPr>
        <p:txBody>
          <a:bodyPr wrap="square" lIns="0" tIns="0" rIns="0" bIns="0" rtlCol="0" anchor="t"/>
          <a:lstStyle/>
          <a:p>
            <a:pPr marL="203200" indent="-203200">
              <a:spcAft>
                <a:spcPts val="600"/>
              </a:spcAft>
              <a:buSzPct val="100000"/>
              <a:buChar char="•"/>
            </a:pPr>
            <a:r>
              <a:rPr lang="en-US" sz="1500" dirty="0">
                <a:solidFill>
                  <a:schemeClr val="tx1"/>
                </a:solidFill>
              </a:rPr>
              <a:t>Dab a few maroon (dark red-brown) clusters among the orange on the right tree for contrast.</a:t>
            </a:r>
            <a:endParaRPr lang="en-US" sz="1500" dirty="0"/>
          </a:p>
          <a:p>
            <a:pPr marL="203200" indent="-203200">
              <a:spcAft>
                <a:spcPts val="600"/>
              </a:spcAft>
              <a:buSzPct val="100000"/>
              <a:buChar char="•"/>
            </a:pPr>
            <a:r>
              <a:rPr lang="en-US" sz="1500" dirty="0">
                <a:solidFill>
                  <a:schemeClr val="tx1"/>
                </a:solidFill>
              </a:rPr>
              <a:t>Switch to gray-green and start leaf clusters on the left-hand trees.</a:t>
            </a:r>
            <a:endParaRPr lang="en-US" sz="1500" dirty="0"/>
          </a:p>
        </p:txBody>
      </p:sp>
      <p:sp>
        <p:nvSpPr>
          <p:cNvPr id="8" name="Tip box"/>
          <p:cNvSpPr/>
          <p:nvPr/>
        </p:nvSpPr>
        <p:spPr>
          <a:xfrm>
            <a:off x="6277336" y="4224528"/>
            <a:ext cx="5182839" cy="932688"/>
          </a:xfrm>
          <a:prstGeom prst="roundRect">
            <a:avLst>
              <a:gd name="adj" fmla="val 7843"/>
            </a:avLst>
          </a:prstGeom>
          <a:solidFill>
            <a:srgbClr val="F2F4F0"/>
          </a:solidFill>
          <a:ln/>
        </p:spPr>
      </p:sp>
      <p:sp>
        <p:nvSpPr>
          <p:cNvPr id="9" name="Tip text"/>
          <p:cNvSpPr txBox="1"/>
          <p:nvPr/>
        </p:nvSpPr>
        <p:spPr>
          <a:xfrm>
            <a:off x="6414496" y="4261104"/>
            <a:ext cx="4908519" cy="859536"/>
          </a:xfrm>
          <a:prstGeom prst="rect">
            <a:avLst/>
          </a:prstGeom>
          <a:noFill/>
          <a:ln/>
        </p:spPr>
        <p:txBody>
          <a:bodyPr wrap="square" lIns="0" tIns="0" rIns="0" bIns="0" rtlCol="0" anchor="ctr"/>
          <a:lstStyle/>
          <a:p>
            <a:pPr indent="0" marL="0">
              <a:buNone/>
            </a:pPr>
            <a:r>
              <a:rPr lang="en-US" sz="1000" b="1" dirty="0">
                <a:solidFill>
                  <a:srgbClr val="B4531A"/>
                </a:solidFill>
              </a:rPr>
              <a:t>WATCH FOR</a:t>
            </a:r>
            <a:endParaRPr lang="en-US" sz="1000" dirty="0"/>
          </a:p>
          <a:p>
            <a:pPr indent="0" marL="0">
              <a:buNone/>
            </a:pPr>
            <a:r>
              <a:rPr lang="en-US" sz="1400" dirty="0">
                <a:solidFill>
                  <a:schemeClr val="tx1"/>
                </a:solidFill>
              </a:rPr>
              <a:t>A few dark clusters make the bright oranges pop.</a:t>
            </a:r>
            <a:endParaRPr lang="en-US" sz="1000" dirty="0"/>
          </a:p>
        </p:txBody>
      </p:sp>
      <p:sp>
        <p:nvSpPr>
          <p:cNvPr id="10" name="Text 7"/>
          <p:cNvSpPr txBox="1"/>
          <p:nvPr/>
        </p:nvSpPr>
        <p:spPr>
          <a:xfrm>
            <a:off x="6277336" y="5285232"/>
            <a:ext cx="5182839" cy="201168"/>
          </a:xfrm>
          <a:prstGeom prst="rect">
            <a:avLst/>
          </a:prstGeom>
          <a:noFill/>
          <a:ln/>
        </p:spPr>
        <p:txBody>
          <a:bodyPr wrap="square" lIns="0" tIns="0" rIns="0" bIns="0" rtlCol="0" anchor="ctr"/>
          <a:lstStyle/>
          <a:p>
            <a:pPr indent="0" marL="0">
              <a:buNone/>
            </a:pPr>
            <a:r>
              <a:rPr lang="en-US" sz="1000" b="1" dirty="0">
                <a:solidFill>
                  <a:srgbClr val="6D7072"/>
                </a:solidFill>
              </a:rPr>
              <a:t>COLORS IN THIS STEP</a:t>
            </a:r>
            <a:endParaRPr lang="en-US" sz="1000" dirty="0"/>
          </a:p>
        </p:txBody>
      </p:sp>
      <p:sp>
        <p:nvSpPr>
          <p:cNvPr id="11" name="Swatch Maroon"/>
          <p:cNvSpPr/>
          <p:nvPr/>
        </p:nvSpPr>
        <p:spPr>
          <a:xfrm>
            <a:off x="6277336" y="5532120"/>
            <a:ext cx="329184" cy="329184"/>
          </a:xfrm>
          <a:prstGeom prst="ellipse">
            <a:avLst/>
          </a:prstGeom>
          <a:solidFill>
            <a:srgbClr val="4B3632"/>
          </a:solidFill>
          <a:ln w="9525">
            <a:solidFill>
              <a:srgbClr val="D3D9CC"/>
            </a:solidFill>
            <a:prstDash val="solid"/>
          </a:ln>
        </p:spPr>
      </p:sp>
      <p:sp>
        <p:nvSpPr>
          <p:cNvPr id="12" name="Text 9"/>
          <p:cNvSpPr txBox="1"/>
          <p:nvPr/>
        </p:nvSpPr>
        <p:spPr>
          <a:xfrm>
            <a:off x="6688816" y="5504688"/>
            <a:ext cx="1270413" cy="384048"/>
          </a:xfrm>
          <a:prstGeom prst="rect">
            <a:avLst/>
          </a:prstGeom>
          <a:noFill/>
          <a:ln/>
        </p:spPr>
        <p:txBody>
          <a:bodyPr wrap="square" lIns="0" tIns="0" rIns="0" bIns="0" rtlCol="0" anchor="ctr"/>
          <a:lstStyle/>
          <a:p>
            <a:pPr indent="0" marL="0">
              <a:buNone/>
            </a:pPr>
            <a:r>
              <a:rPr lang="en-US" sz="1100" b="1" dirty="0">
                <a:solidFill>
                  <a:schemeClr val="tx1"/>
                </a:solidFill>
              </a:rPr>
              <a:t>Maroon</a:t>
            </a:r>
            <a:endParaRPr lang="en-US" sz="1100" dirty="0"/>
          </a:p>
          <a:p>
            <a:pPr indent="0" marL="0">
              <a:buNone/>
            </a:pPr>
            <a:r>
              <a:rPr lang="en-US" sz="1000" dirty="0">
                <a:solidFill>
                  <a:srgbClr val="4A5058"/>
                </a:solidFill>
              </a:rPr>
              <a:t>#4B3632</a:t>
            </a:r>
            <a:endParaRPr lang="en-US" sz="1100" dirty="0"/>
          </a:p>
        </p:txBody>
      </p:sp>
      <p:sp>
        <p:nvSpPr>
          <p:cNvPr id="13" name="Swatch Gray-green"/>
          <p:cNvSpPr/>
          <p:nvPr/>
        </p:nvSpPr>
        <p:spPr>
          <a:xfrm>
            <a:off x="8004949" y="5532120"/>
            <a:ext cx="329184" cy="329184"/>
          </a:xfrm>
          <a:prstGeom prst="ellipse">
            <a:avLst/>
          </a:prstGeom>
          <a:solidFill>
            <a:srgbClr val="555E44"/>
          </a:solidFill>
          <a:ln w="9525">
            <a:solidFill>
              <a:srgbClr val="D3D9CC"/>
            </a:solidFill>
            <a:prstDash val="solid"/>
          </a:ln>
        </p:spPr>
      </p:sp>
      <p:sp>
        <p:nvSpPr>
          <p:cNvPr id="14" name="Text 11"/>
          <p:cNvSpPr txBox="1"/>
          <p:nvPr/>
        </p:nvSpPr>
        <p:spPr>
          <a:xfrm>
            <a:off x="8416429" y="5504688"/>
            <a:ext cx="1270413" cy="384048"/>
          </a:xfrm>
          <a:prstGeom prst="rect">
            <a:avLst/>
          </a:prstGeom>
          <a:noFill/>
          <a:ln/>
        </p:spPr>
        <p:txBody>
          <a:bodyPr wrap="square" lIns="0" tIns="0" rIns="0" bIns="0" rtlCol="0" anchor="ctr"/>
          <a:lstStyle/>
          <a:p>
            <a:pPr indent="0" marL="0">
              <a:buNone/>
            </a:pPr>
            <a:r>
              <a:rPr lang="en-US" sz="1100" b="1" dirty="0">
                <a:solidFill>
                  <a:schemeClr val="tx1"/>
                </a:solidFill>
              </a:rPr>
              <a:t>Gray-green</a:t>
            </a:r>
            <a:endParaRPr lang="en-US" sz="1100" dirty="0"/>
          </a:p>
          <a:p>
            <a:pPr indent="0" marL="0">
              <a:buNone/>
            </a:pPr>
            <a:r>
              <a:rPr lang="en-US" sz="1000" dirty="0">
                <a:solidFill>
                  <a:srgbClr val="4A5058"/>
                </a:solidFill>
              </a:rPr>
              <a:t>#555E44</a:t>
            </a:r>
            <a:endParaRPr lang="en-US" sz="1100" dirty="0"/>
          </a:p>
        </p:txBody>
      </p:sp>
      <p:sp>
        <p:nvSpPr>
          <p:cNvPr id="15" name="Swatch Orange"/>
          <p:cNvSpPr/>
          <p:nvPr/>
        </p:nvSpPr>
        <p:spPr>
          <a:xfrm>
            <a:off x="9732562" y="5532120"/>
            <a:ext cx="329184" cy="329184"/>
          </a:xfrm>
          <a:prstGeom prst="ellipse">
            <a:avLst/>
          </a:prstGeom>
          <a:solidFill>
            <a:srgbClr val="E8853E"/>
          </a:solidFill>
          <a:ln w="9525">
            <a:solidFill>
              <a:srgbClr val="D3D9CC"/>
            </a:solidFill>
            <a:prstDash val="solid"/>
          </a:ln>
        </p:spPr>
      </p:sp>
      <p:sp>
        <p:nvSpPr>
          <p:cNvPr id="16" name="Text 13"/>
          <p:cNvSpPr txBox="1"/>
          <p:nvPr/>
        </p:nvSpPr>
        <p:spPr>
          <a:xfrm>
            <a:off x="10144042" y="5504688"/>
            <a:ext cx="1270413" cy="384048"/>
          </a:xfrm>
          <a:prstGeom prst="rect">
            <a:avLst/>
          </a:prstGeom>
          <a:noFill/>
          <a:ln/>
        </p:spPr>
        <p:txBody>
          <a:bodyPr wrap="square" lIns="0" tIns="0" rIns="0" bIns="0" rtlCol="0" anchor="ctr"/>
          <a:lstStyle/>
          <a:p>
            <a:pPr indent="0" marL="0">
              <a:buNone/>
            </a:pPr>
            <a:r>
              <a:rPr lang="en-US" sz="1100" b="1" dirty="0">
                <a:solidFill>
                  <a:schemeClr val="tx1"/>
                </a:solidFill>
              </a:rPr>
              <a:t>Orange</a:t>
            </a:r>
            <a:endParaRPr lang="en-US" sz="1100" dirty="0"/>
          </a:p>
          <a:p>
            <a:pPr indent="0" marL="0">
              <a:buNone/>
            </a:pPr>
            <a:r>
              <a:rPr lang="en-US" sz="1000" dirty="0">
                <a:solidFill>
                  <a:srgbClr val="4A5058"/>
                </a:solidFill>
              </a:rPr>
              <a:t>#E8853E</a:t>
            </a:r>
            <a:endParaRPr lang="en-US" sz="1100" dirty="0"/>
          </a:p>
        </p:txBody>
      </p:sp>
      <p:sp>
        <p:nvSpPr>
          <p:cNvPr id="17" name="Shape 14"/>
          <p:cNvSpPr/>
          <p:nvPr/>
        </p:nvSpPr>
        <p:spPr>
          <a:xfrm>
            <a:off x="6312406" y="6176772"/>
            <a:ext cx="82296" cy="82296"/>
          </a:xfrm>
          <a:prstGeom prst="ellipse">
            <a:avLst/>
          </a:prstGeom>
          <a:solidFill>
            <a:srgbClr val="8E9A82"/>
          </a:solidFill>
          <a:ln/>
        </p:spPr>
      </p:sp>
      <p:sp>
        <p:nvSpPr>
          <p:cNvPr id="18" name="Shape 15"/>
          <p:cNvSpPr/>
          <p:nvPr/>
        </p:nvSpPr>
        <p:spPr>
          <a:xfrm>
            <a:off x="6464843" y="6176772"/>
            <a:ext cx="82296" cy="82296"/>
          </a:xfrm>
          <a:prstGeom prst="ellipse">
            <a:avLst/>
          </a:prstGeom>
          <a:solidFill>
            <a:srgbClr val="8E9A82"/>
          </a:solidFill>
          <a:ln/>
        </p:spPr>
      </p:sp>
      <p:sp>
        <p:nvSpPr>
          <p:cNvPr id="19" name="Shape 16"/>
          <p:cNvSpPr/>
          <p:nvPr/>
        </p:nvSpPr>
        <p:spPr>
          <a:xfrm>
            <a:off x="6617279" y="6176772"/>
            <a:ext cx="82296" cy="82296"/>
          </a:xfrm>
          <a:prstGeom prst="ellipse">
            <a:avLst/>
          </a:prstGeom>
          <a:solidFill>
            <a:srgbClr val="8E9A82"/>
          </a:solidFill>
          <a:ln/>
        </p:spPr>
      </p:sp>
      <p:sp>
        <p:nvSpPr>
          <p:cNvPr id="20" name="Shape 17"/>
          <p:cNvSpPr/>
          <p:nvPr/>
        </p:nvSpPr>
        <p:spPr>
          <a:xfrm>
            <a:off x="6769715" y="6176772"/>
            <a:ext cx="82296" cy="82296"/>
          </a:xfrm>
          <a:prstGeom prst="ellipse">
            <a:avLst/>
          </a:prstGeom>
          <a:solidFill>
            <a:srgbClr val="8E9A82"/>
          </a:solidFill>
          <a:ln/>
        </p:spPr>
      </p:sp>
      <p:sp>
        <p:nvSpPr>
          <p:cNvPr id="21" name="Shape 18"/>
          <p:cNvSpPr/>
          <p:nvPr/>
        </p:nvSpPr>
        <p:spPr>
          <a:xfrm>
            <a:off x="6922152" y="6176772"/>
            <a:ext cx="82296" cy="82296"/>
          </a:xfrm>
          <a:prstGeom prst="ellipse">
            <a:avLst/>
          </a:prstGeom>
          <a:solidFill>
            <a:srgbClr val="8E9A82"/>
          </a:solidFill>
          <a:ln/>
        </p:spPr>
      </p:sp>
      <p:sp>
        <p:nvSpPr>
          <p:cNvPr id="22" name="Shape 19"/>
          <p:cNvSpPr/>
          <p:nvPr/>
        </p:nvSpPr>
        <p:spPr>
          <a:xfrm>
            <a:off x="7074588" y="6176772"/>
            <a:ext cx="82296" cy="82296"/>
          </a:xfrm>
          <a:prstGeom prst="ellipse">
            <a:avLst/>
          </a:prstGeom>
          <a:solidFill>
            <a:srgbClr val="8E9A82"/>
          </a:solidFill>
          <a:ln/>
        </p:spPr>
      </p:sp>
      <p:sp>
        <p:nvSpPr>
          <p:cNvPr id="23" name="Shape 20"/>
          <p:cNvSpPr/>
          <p:nvPr/>
        </p:nvSpPr>
        <p:spPr>
          <a:xfrm>
            <a:off x="7227025" y="6176772"/>
            <a:ext cx="82296" cy="82296"/>
          </a:xfrm>
          <a:prstGeom prst="ellipse">
            <a:avLst/>
          </a:prstGeom>
          <a:solidFill>
            <a:srgbClr val="8E9A82"/>
          </a:solidFill>
          <a:ln/>
        </p:spPr>
      </p:sp>
      <p:sp>
        <p:nvSpPr>
          <p:cNvPr id="24" name="Shape 21"/>
          <p:cNvSpPr/>
          <p:nvPr/>
        </p:nvSpPr>
        <p:spPr>
          <a:xfrm>
            <a:off x="7379461" y="6176772"/>
            <a:ext cx="82296" cy="82296"/>
          </a:xfrm>
          <a:prstGeom prst="ellipse">
            <a:avLst/>
          </a:prstGeom>
          <a:solidFill>
            <a:srgbClr val="8E9A82"/>
          </a:solidFill>
          <a:ln/>
        </p:spPr>
      </p:sp>
      <p:sp>
        <p:nvSpPr>
          <p:cNvPr id="25" name="Shape 22"/>
          <p:cNvSpPr/>
          <p:nvPr/>
        </p:nvSpPr>
        <p:spPr>
          <a:xfrm>
            <a:off x="7531898" y="6176772"/>
            <a:ext cx="82296" cy="82296"/>
          </a:xfrm>
          <a:prstGeom prst="ellipse">
            <a:avLst/>
          </a:prstGeom>
          <a:solidFill>
            <a:srgbClr val="8E9A82"/>
          </a:solidFill>
          <a:ln/>
        </p:spPr>
      </p:sp>
      <p:sp>
        <p:nvSpPr>
          <p:cNvPr id="26" name="Shape 23"/>
          <p:cNvSpPr/>
          <p:nvPr/>
        </p:nvSpPr>
        <p:spPr>
          <a:xfrm>
            <a:off x="7684334" y="6176772"/>
            <a:ext cx="82296" cy="82296"/>
          </a:xfrm>
          <a:prstGeom prst="ellipse">
            <a:avLst/>
          </a:prstGeom>
          <a:solidFill>
            <a:srgbClr val="8E9A82"/>
          </a:solidFill>
          <a:ln/>
        </p:spPr>
      </p:sp>
      <p:sp>
        <p:nvSpPr>
          <p:cNvPr id="27" name="Shape 24"/>
          <p:cNvSpPr/>
          <p:nvPr/>
        </p:nvSpPr>
        <p:spPr>
          <a:xfrm>
            <a:off x="7836771" y="6176772"/>
            <a:ext cx="82296" cy="82296"/>
          </a:xfrm>
          <a:prstGeom prst="ellipse">
            <a:avLst/>
          </a:prstGeom>
          <a:solidFill>
            <a:srgbClr val="8E9A82"/>
          </a:solidFill>
          <a:ln/>
        </p:spPr>
      </p:sp>
      <p:sp>
        <p:nvSpPr>
          <p:cNvPr id="28" name="Shape 25"/>
          <p:cNvSpPr/>
          <p:nvPr/>
        </p:nvSpPr>
        <p:spPr>
          <a:xfrm>
            <a:off x="7989207" y="6176772"/>
            <a:ext cx="82296" cy="82296"/>
          </a:xfrm>
          <a:prstGeom prst="ellipse">
            <a:avLst/>
          </a:prstGeom>
          <a:solidFill>
            <a:srgbClr val="8E9A82"/>
          </a:solidFill>
          <a:ln/>
        </p:spPr>
      </p:sp>
      <p:sp>
        <p:nvSpPr>
          <p:cNvPr id="29" name="Shape 26"/>
          <p:cNvSpPr/>
          <p:nvPr/>
        </p:nvSpPr>
        <p:spPr>
          <a:xfrm>
            <a:off x="8141643" y="6176772"/>
            <a:ext cx="82296" cy="82296"/>
          </a:xfrm>
          <a:prstGeom prst="ellipse">
            <a:avLst/>
          </a:prstGeom>
          <a:solidFill>
            <a:srgbClr val="8E9A82"/>
          </a:solidFill>
          <a:ln/>
        </p:spPr>
      </p:sp>
      <p:sp>
        <p:nvSpPr>
          <p:cNvPr id="30" name="Shape 27"/>
          <p:cNvSpPr/>
          <p:nvPr/>
        </p:nvSpPr>
        <p:spPr>
          <a:xfrm>
            <a:off x="8294080" y="6176772"/>
            <a:ext cx="82296" cy="82296"/>
          </a:xfrm>
          <a:prstGeom prst="ellipse">
            <a:avLst/>
          </a:prstGeom>
          <a:solidFill>
            <a:srgbClr val="8E9A82"/>
          </a:solidFill>
          <a:ln/>
        </p:spPr>
      </p:sp>
      <p:sp>
        <p:nvSpPr>
          <p:cNvPr id="31" name="Shape 28"/>
          <p:cNvSpPr/>
          <p:nvPr/>
        </p:nvSpPr>
        <p:spPr>
          <a:xfrm>
            <a:off x="8446516" y="6176772"/>
            <a:ext cx="82296" cy="82296"/>
          </a:xfrm>
          <a:prstGeom prst="ellipse">
            <a:avLst/>
          </a:prstGeom>
          <a:solidFill>
            <a:srgbClr val="8E9A82"/>
          </a:solidFill>
          <a:ln/>
        </p:spPr>
      </p:sp>
      <p:sp>
        <p:nvSpPr>
          <p:cNvPr id="32" name="Shape 29"/>
          <p:cNvSpPr/>
          <p:nvPr/>
        </p:nvSpPr>
        <p:spPr>
          <a:xfrm>
            <a:off x="8598953" y="6176772"/>
            <a:ext cx="82296" cy="82296"/>
          </a:xfrm>
          <a:prstGeom prst="ellipse">
            <a:avLst/>
          </a:prstGeom>
          <a:solidFill>
            <a:srgbClr val="8E9A82"/>
          </a:solidFill>
          <a:ln/>
        </p:spPr>
      </p:sp>
      <p:sp>
        <p:nvSpPr>
          <p:cNvPr id="33" name="Shape 30"/>
          <p:cNvSpPr/>
          <p:nvPr/>
        </p:nvSpPr>
        <p:spPr>
          <a:xfrm>
            <a:off x="8751389" y="6176772"/>
            <a:ext cx="82296" cy="82296"/>
          </a:xfrm>
          <a:prstGeom prst="ellipse">
            <a:avLst/>
          </a:prstGeom>
          <a:solidFill>
            <a:srgbClr val="8E9A82"/>
          </a:solidFill>
          <a:ln/>
        </p:spPr>
      </p:sp>
      <p:sp>
        <p:nvSpPr>
          <p:cNvPr id="34" name="Shape 31"/>
          <p:cNvSpPr/>
          <p:nvPr/>
        </p:nvSpPr>
        <p:spPr>
          <a:xfrm>
            <a:off x="8903826" y="6176772"/>
            <a:ext cx="82296" cy="82296"/>
          </a:xfrm>
          <a:prstGeom prst="ellipse">
            <a:avLst/>
          </a:prstGeom>
          <a:solidFill>
            <a:srgbClr val="8E9A82"/>
          </a:solidFill>
          <a:ln/>
        </p:spPr>
      </p:sp>
      <p:sp>
        <p:nvSpPr>
          <p:cNvPr id="35" name="Shape 32"/>
          <p:cNvSpPr/>
          <p:nvPr/>
        </p:nvSpPr>
        <p:spPr>
          <a:xfrm>
            <a:off x="9056262" y="6176772"/>
            <a:ext cx="82296" cy="82296"/>
          </a:xfrm>
          <a:prstGeom prst="ellipse">
            <a:avLst/>
          </a:prstGeom>
          <a:solidFill>
            <a:srgbClr val="8E9A82"/>
          </a:solidFill>
          <a:ln/>
        </p:spPr>
      </p:sp>
      <p:sp>
        <p:nvSpPr>
          <p:cNvPr id="36" name="Shape 33"/>
          <p:cNvSpPr/>
          <p:nvPr/>
        </p:nvSpPr>
        <p:spPr>
          <a:xfrm>
            <a:off x="9208699" y="6176772"/>
            <a:ext cx="82296" cy="82296"/>
          </a:xfrm>
          <a:prstGeom prst="ellipse">
            <a:avLst/>
          </a:prstGeom>
          <a:solidFill>
            <a:srgbClr val="8E9A82"/>
          </a:solidFill>
          <a:ln/>
        </p:spPr>
      </p:sp>
      <p:sp>
        <p:nvSpPr>
          <p:cNvPr id="37" name="Shape 34"/>
          <p:cNvSpPr/>
          <p:nvPr/>
        </p:nvSpPr>
        <p:spPr>
          <a:xfrm>
            <a:off x="9361135" y="6176772"/>
            <a:ext cx="82296" cy="82296"/>
          </a:xfrm>
          <a:prstGeom prst="ellipse">
            <a:avLst/>
          </a:prstGeom>
          <a:solidFill>
            <a:srgbClr val="8E9A82"/>
          </a:solidFill>
          <a:ln/>
        </p:spPr>
      </p:sp>
      <p:sp>
        <p:nvSpPr>
          <p:cNvPr id="38" name="Shape 35"/>
          <p:cNvSpPr/>
          <p:nvPr/>
        </p:nvSpPr>
        <p:spPr>
          <a:xfrm>
            <a:off x="9513572" y="6176772"/>
            <a:ext cx="82296" cy="82296"/>
          </a:xfrm>
          <a:prstGeom prst="ellipse">
            <a:avLst/>
          </a:prstGeom>
          <a:solidFill>
            <a:srgbClr val="8E9A82"/>
          </a:solidFill>
          <a:ln/>
        </p:spPr>
      </p:sp>
      <p:sp>
        <p:nvSpPr>
          <p:cNvPr id="39" name="Shape 36"/>
          <p:cNvSpPr/>
          <p:nvPr/>
        </p:nvSpPr>
        <p:spPr>
          <a:xfrm>
            <a:off x="9666008" y="6176772"/>
            <a:ext cx="82296" cy="82296"/>
          </a:xfrm>
          <a:prstGeom prst="ellipse">
            <a:avLst/>
          </a:prstGeom>
          <a:solidFill>
            <a:srgbClr val="8E9A82"/>
          </a:solidFill>
          <a:ln/>
        </p:spPr>
      </p:sp>
      <p:sp>
        <p:nvSpPr>
          <p:cNvPr id="40" name="Shape 37"/>
          <p:cNvSpPr/>
          <p:nvPr/>
        </p:nvSpPr>
        <p:spPr>
          <a:xfrm>
            <a:off x="9818444" y="6176772"/>
            <a:ext cx="82296" cy="82296"/>
          </a:xfrm>
          <a:prstGeom prst="ellipse">
            <a:avLst/>
          </a:prstGeom>
          <a:solidFill>
            <a:srgbClr val="8E9A82"/>
          </a:solidFill>
          <a:ln/>
        </p:spPr>
      </p:sp>
      <p:sp>
        <p:nvSpPr>
          <p:cNvPr id="41" name="Shape 38"/>
          <p:cNvSpPr/>
          <p:nvPr/>
        </p:nvSpPr>
        <p:spPr>
          <a:xfrm>
            <a:off x="9970881" y="6176772"/>
            <a:ext cx="82296" cy="82296"/>
          </a:xfrm>
          <a:prstGeom prst="ellipse">
            <a:avLst/>
          </a:prstGeom>
          <a:solidFill>
            <a:srgbClr val="8E9A82"/>
          </a:solidFill>
          <a:ln/>
        </p:spPr>
      </p:sp>
      <p:sp>
        <p:nvSpPr>
          <p:cNvPr id="42" name="Shape 39"/>
          <p:cNvSpPr/>
          <p:nvPr/>
        </p:nvSpPr>
        <p:spPr>
          <a:xfrm>
            <a:off x="10123317" y="6176772"/>
            <a:ext cx="82296" cy="82296"/>
          </a:xfrm>
          <a:prstGeom prst="ellipse">
            <a:avLst/>
          </a:prstGeom>
          <a:solidFill>
            <a:srgbClr val="8E9A82"/>
          </a:solidFill>
          <a:ln/>
        </p:spPr>
      </p:sp>
      <p:sp>
        <p:nvSpPr>
          <p:cNvPr id="43" name="Shape 40"/>
          <p:cNvSpPr/>
          <p:nvPr/>
        </p:nvSpPr>
        <p:spPr>
          <a:xfrm>
            <a:off x="10275754" y="6176772"/>
            <a:ext cx="82296" cy="82296"/>
          </a:xfrm>
          <a:prstGeom prst="ellipse">
            <a:avLst/>
          </a:prstGeom>
          <a:solidFill>
            <a:srgbClr val="8E9A82"/>
          </a:solidFill>
          <a:ln/>
        </p:spPr>
      </p:sp>
      <p:sp>
        <p:nvSpPr>
          <p:cNvPr id="44" name="Shape 41"/>
          <p:cNvSpPr/>
          <p:nvPr/>
        </p:nvSpPr>
        <p:spPr>
          <a:xfrm>
            <a:off x="10428190" y="6176772"/>
            <a:ext cx="82296" cy="82296"/>
          </a:xfrm>
          <a:prstGeom prst="ellipse">
            <a:avLst/>
          </a:prstGeom>
          <a:solidFill>
            <a:srgbClr val="8E9A82"/>
          </a:solidFill>
          <a:ln/>
        </p:spPr>
      </p:sp>
      <p:sp>
        <p:nvSpPr>
          <p:cNvPr id="45" name="Shape 42"/>
          <p:cNvSpPr/>
          <p:nvPr/>
        </p:nvSpPr>
        <p:spPr>
          <a:xfrm>
            <a:off x="10580627" y="6176772"/>
            <a:ext cx="82296" cy="82296"/>
          </a:xfrm>
          <a:prstGeom prst="ellipse">
            <a:avLst/>
          </a:prstGeom>
          <a:solidFill>
            <a:srgbClr val="8E9A82"/>
          </a:solidFill>
          <a:ln/>
        </p:spPr>
      </p:sp>
      <p:sp>
        <p:nvSpPr>
          <p:cNvPr id="46" name="Shape 43"/>
          <p:cNvSpPr/>
          <p:nvPr/>
        </p:nvSpPr>
        <p:spPr>
          <a:xfrm>
            <a:off x="10733063" y="6176772"/>
            <a:ext cx="82296" cy="82296"/>
          </a:xfrm>
          <a:prstGeom prst="ellipse">
            <a:avLst/>
          </a:prstGeom>
          <a:solidFill>
            <a:srgbClr val="8E9A82"/>
          </a:solidFill>
          <a:ln/>
        </p:spPr>
      </p:sp>
      <p:sp>
        <p:nvSpPr>
          <p:cNvPr id="47" name="Shape 44"/>
          <p:cNvSpPr/>
          <p:nvPr/>
        </p:nvSpPr>
        <p:spPr>
          <a:xfrm>
            <a:off x="10848924" y="6140196"/>
            <a:ext cx="155448" cy="155448"/>
          </a:xfrm>
          <a:prstGeom prst="ellipse">
            <a:avLst/>
          </a:prstGeom>
          <a:solidFill>
            <a:srgbClr val="B0402F"/>
          </a:solidFill>
          <a:ln/>
        </p:spPr>
      </p:sp>
      <p:sp>
        <p:nvSpPr>
          <p:cNvPr id="48" name="Shape 45"/>
          <p:cNvSpPr/>
          <p:nvPr/>
        </p:nvSpPr>
        <p:spPr>
          <a:xfrm>
            <a:off x="11037936" y="6176772"/>
            <a:ext cx="82296" cy="82296"/>
          </a:xfrm>
          <a:prstGeom prst="ellipse">
            <a:avLst/>
          </a:prstGeom>
          <a:solidFill>
            <a:srgbClr val="D3D9CC"/>
          </a:solidFill>
          <a:ln/>
        </p:spPr>
      </p:sp>
      <p:sp>
        <p:nvSpPr>
          <p:cNvPr id="49" name="Shape 46"/>
          <p:cNvSpPr/>
          <p:nvPr/>
        </p:nvSpPr>
        <p:spPr>
          <a:xfrm>
            <a:off x="11190373" y="6176772"/>
            <a:ext cx="82296" cy="82296"/>
          </a:xfrm>
          <a:prstGeom prst="ellipse">
            <a:avLst/>
          </a:prstGeom>
          <a:solidFill>
            <a:srgbClr val="D3D9CC"/>
          </a:solidFill>
          <a:ln/>
        </p:spPr>
      </p:sp>
      <p:sp>
        <p:nvSpPr>
          <p:cNvPr id="50" name="Shape 47"/>
          <p:cNvSpPr/>
          <p:nvPr/>
        </p:nvSpPr>
        <p:spPr>
          <a:xfrm>
            <a:off x="11342809" y="6176772"/>
            <a:ext cx="82296" cy="82296"/>
          </a:xfrm>
          <a:prstGeom prst="ellipse">
            <a:avLst/>
          </a:prstGeom>
          <a:solidFill>
            <a:srgbClr val="D3D9CC"/>
          </a:solidFill>
          <a:ln/>
        </p:spPr>
      </p:sp>
      <p:sp>
        <p:nvSpPr>
          <p:cNvPr id="25" name="Slide Number Placeholder 0"/>
          <p:cNvSpPr>
            <a:spLocks noGrp="1"/>
          </p:cNvSpPr>
          <p:nvPr>
            <p:ph type="sldNum" sz="quarter" idx="4294967295"/>
          </p:nvPr>
        </p:nvSpPr>
        <p:spPr>
          <a:xfrm>
            <a:off x="11155680" y="6510528"/>
            <a:ext cx="548640" cy="228600"/>
          </a:xfrm>
          <a:prstGeom prst="rect">
            <a:avLst/>
          </a:prstGeom>
          <a:extLst>
            <a:ext uri="{C572A759-6A51-4108-AA02-DFA0A04FC94B}">
              <ma14:wrappingTextBoxFlag xmlns:ma14="http://schemas.microsoft.com/office/mac/drawingml/2011/main" val="0"/>
            </a:ext>
          </a:extLst>
        </p:spPr>
        <p:txBody>
          <a:bodyPr/>
          <a:lstStyle>
            <a:lvl1pPr>
              <a:defRPr sz="1000">
                <a:solidFill>
                  <a:srgbClr val="6D7072"/>
                </a:solidFill>
              </a:defRPr>
            </a:lvl1pPr>
          </a:lstStyle>
          <a:p>
            <a:pPr algn="r"/>
            <a:fld id="{F7021451-1387-4CA6-816F-3879F97B5CBC}" type="slidenum">
              <a:rPr b="0" lang="en-US"/>
              <a:t>36</a:t>
            </a:fld>
            <a:endParaRPr lang="en-US"/>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spTree>
      <p:nvGrpSpPr>
        <p:cNvPr id="1" name=""/>
        <p:cNvGrpSpPr/>
        <p:nvPr/>
      </p:nvGrpSpPr>
      <p:grpSpPr>
        <a:xfrm>
          <a:off x="0" y="0"/>
          <a:ext cx="0" cy="0"/>
          <a:chOff x="0" y="0"/>
          <a:chExt cx="0" cy="0"/>
        </a:xfrm>
      </p:grpSpPr>
      <p:pic>
        <p:nvPicPr>
          <p:cNvPr id="2" name="Step 32 image" descr="Step 32: Finishing touches">    </p:cNvPr>
          <p:cNvPicPr>
            <a:picLocks noChangeAspect="1"/>
          </p:cNvPicPr>
          <p:nvPr/>
        </p:nvPicPr>
        <p:blipFill>
          <a:blip r:embed="rId1"/>
          <a:stretch>
            <a:fillRect/>
          </a:stretch>
        </p:blipFill>
        <p:spPr>
          <a:xfrm>
            <a:off x="457200" y="411480"/>
            <a:ext cx="5317216" cy="6035040"/>
          </a:xfrm>
          <a:prstGeom prst="rect">
            <a:avLst/>
          </a:prstGeom>
        </p:spPr>
      </p:pic>
      <p:sp>
        <p:nvSpPr>
          <p:cNvPr id="3" name="Stage chip"/>
          <p:cNvSpPr txBox="1"/>
          <p:nvPr/>
        </p:nvSpPr>
        <p:spPr>
          <a:xfrm>
            <a:off x="6277336" y="640080"/>
            <a:ext cx="2426818" cy="292608"/>
          </a:xfrm>
          <a:prstGeom prst="roundRect">
            <a:avLst>
              <a:gd name="adj" fmla="val 31250"/>
            </a:avLst>
          </a:prstGeom>
          <a:solidFill>
            <a:srgbClr val="B0402F"/>
          </a:solidFill>
          <a:ln/>
        </p:spPr>
        <p:txBody>
          <a:bodyPr wrap="square" lIns="0" tIns="0" rIns="0" bIns="0" rtlCol="0" anchor="ctr"/>
          <a:lstStyle/>
          <a:p>
            <a:pPr algn="ctr" indent="0" marL="0">
              <a:buNone/>
            </a:pPr>
            <a:r>
              <a:rPr lang="en-US" sz="1100" b="1" dirty="0">
                <a:solidFill>
                  <a:srgbClr val="FFFFFF"/>
                </a:solidFill>
              </a:rPr>
              <a:t>STAGE 8 · AUTUMN LEAVES</a:t>
            </a:r>
            <a:endParaRPr lang="en-US" sz="1100" dirty="0"/>
          </a:p>
        </p:txBody>
      </p:sp>
      <p:sp>
        <p:nvSpPr>
          <p:cNvPr id="4" name="Step counter"/>
          <p:cNvSpPr txBox="1"/>
          <p:nvPr/>
        </p:nvSpPr>
        <p:spPr>
          <a:xfrm>
            <a:off x="9905695" y="640080"/>
            <a:ext cx="1554480" cy="292608"/>
          </a:xfrm>
          <a:prstGeom prst="rect">
            <a:avLst/>
          </a:prstGeom>
          <a:noFill/>
          <a:ln/>
        </p:spPr>
        <p:txBody>
          <a:bodyPr wrap="square" lIns="0" tIns="0" rIns="0" bIns="0" rtlCol="0" anchor="ctr"/>
          <a:lstStyle/>
          <a:p>
            <a:pPr algn="r" indent="0" marL="0">
              <a:buNone/>
            </a:pPr>
            <a:r>
              <a:rPr lang="en-US" sz="1100" b="1" dirty="0">
                <a:solidFill>
                  <a:srgbClr val="6D7072"/>
                </a:solidFill>
              </a:rPr>
              <a:t>STEP 32 OF 34</a:t>
            </a:r>
            <a:endParaRPr lang="en-US" sz="1100" dirty="0"/>
          </a:p>
        </p:txBody>
      </p:sp>
      <p:sp>
        <p:nvSpPr>
          <p:cNvPr id="5" name="Text 1"/>
          <p:cNvSpPr/>
          <p:nvPr>
            <p:ph idx="101" type="title" hasCustomPrompt="1"/>
          </p:nvPr>
        </p:nvSpPr>
        <p:spPr>
          <a:xfrm>
            <a:off x="6277336" y="1051560"/>
            <a:ext cx="5182839" cy="868680"/>
          </a:xfrm>
          <a:prstGeom prst="rect">
            <a:avLst/>
          </a:prstGeom>
          <a:noFill/>
          <a:ln/>
        </p:spPr>
        <p:txBody>
          <a:bodyPr wrap="square" lIns="0" tIns="0" rIns="0" bIns="0" rtlCol="0" anchor="t"/>
          <a:lstStyle/>
          <a:p>
            <a:pPr algn="l" indent="0" marL="0">
              <a:buNone/>
            </a:pPr>
            <a:r>
              <a:rPr lang="en-US" sz="2600" b="1" dirty="0">
                <a:solidFill>
                  <a:schemeClr val="tx2"/>
                </a:solidFill>
              </a:rPr>
              <a:t>Finishing touches</a:t>
            </a:r>
            <a:endParaRPr lang="en-US" sz="2600" dirty="0"/>
          </a:p>
        </p:txBody>
      </p:sp>
      <p:sp>
        <p:nvSpPr>
          <p:cNvPr id="6" name="Text 3"/>
          <p:cNvSpPr txBox="1"/>
          <p:nvPr/>
        </p:nvSpPr>
        <p:spPr>
          <a:xfrm>
            <a:off x="6277336" y="2011680"/>
            <a:ext cx="2743200" cy="228600"/>
          </a:xfrm>
          <a:prstGeom prst="rect">
            <a:avLst/>
          </a:prstGeom>
          <a:noFill/>
          <a:ln/>
        </p:spPr>
        <p:txBody>
          <a:bodyPr wrap="square" lIns="0" tIns="0" rIns="0" bIns="0" rtlCol="0" anchor="ctr"/>
          <a:lstStyle/>
          <a:p>
            <a:pPr indent="0" marL="0">
              <a:buNone/>
            </a:pPr>
            <a:r>
              <a:rPr lang="en-US" sz="1100" b="1" dirty="0">
                <a:solidFill>
                  <a:srgbClr val="6D7072"/>
                </a:solidFill>
              </a:rPr>
              <a:t>WHAT TO DO</a:t>
            </a:r>
            <a:endParaRPr lang="en-US" sz="1100" dirty="0"/>
          </a:p>
        </p:txBody>
      </p:sp>
      <p:sp>
        <p:nvSpPr>
          <p:cNvPr id="7" name="Instructions"/>
          <p:cNvSpPr txBox="1"/>
          <p:nvPr/>
        </p:nvSpPr>
        <p:spPr>
          <a:xfrm>
            <a:off x="6277336" y="2286000"/>
            <a:ext cx="5182839" cy="1874520"/>
          </a:xfrm>
          <a:prstGeom prst="rect">
            <a:avLst/>
          </a:prstGeom>
          <a:noFill/>
          <a:ln/>
        </p:spPr>
        <p:txBody>
          <a:bodyPr wrap="square" lIns="0" tIns="0" rIns="0" bIns="0" rtlCol="0" anchor="t"/>
          <a:lstStyle/>
          <a:p>
            <a:pPr marL="203200" indent="-203200">
              <a:spcAft>
                <a:spcPts val="600"/>
              </a:spcAft>
              <a:buSzPct val="100000"/>
              <a:buChar char="•"/>
            </a:pPr>
            <a:r>
              <a:rPr lang="en-US" sz="1500" dirty="0">
                <a:solidFill>
                  <a:schemeClr val="tx1"/>
                </a:solidFill>
              </a:rPr>
              <a:t>Add gray-green and orange-red leaf clusters across the left and middle trees.</a:t>
            </a:r>
            <a:endParaRPr lang="en-US" sz="1500" dirty="0"/>
          </a:p>
          <a:p>
            <a:pPr marL="203200" indent="-203200">
              <a:spcAft>
                <a:spcPts val="600"/>
              </a:spcAft>
              <a:buSzPct val="100000"/>
              <a:buChar char="•"/>
            </a:pPr>
            <a:r>
              <a:rPr lang="en-US" sz="1500" dirty="0">
                <a:solidFill>
                  <a:schemeClr val="tx1"/>
                </a:solidFill>
              </a:rPr>
              <a:t>Add a thin dark line where the road meets the flower beds.</a:t>
            </a:r>
            <a:endParaRPr lang="en-US" sz="1500" dirty="0"/>
          </a:p>
          <a:p>
            <a:pPr marL="203200" indent="-203200">
              <a:spcAft>
                <a:spcPts val="600"/>
              </a:spcAft>
              <a:buSzPct val="100000"/>
              <a:buChar char="•"/>
            </a:pPr>
            <a:r>
              <a:rPr lang="en-US" sz="1500" dirty="0">
                <a:solidFill>
                  <a:schemeClr val="tx1"/>
                </a:solidFill>
              </a:rPr>
              <a:t>Once everything is dry, peel off any tape to reveal a clean white border (general tip).</a:t>
            </a:r>
            <a:endParaRPr lang="en-US" sz="1500" dirty="0"/>
          </a:p>
        </p:txBody>
      </p:sp>
      <p:sp>
        <p:nvSpPr>
          <p:cNvPr id="8" name="Tip box"/>
          <p:cNvSpPr/>
          <p:nvPr/>
        </p:nvSpPr>
        <p:spPr>
          <a:xfrm>
            <a:off x="6277336" y="4224528"/>
            <a:ext cx="5182839" cy="932688"/>
          </a:xfrm>
          <a:prstGeom prst="roundRect">
            <a:avLst>
              <a:gd name="adj" fmla="val 7843"/>
            </a:avLst>
          </a:prstGeom>
          <a:solidFill>
            <a:srgbClr val="F2F4F0"/>
          </a:solidFill>
          <a:ln/>
        </p:spPr>
      </p:sp>
      <p:sp>
        <p:nvSpPr>
          <p:cNvPr id="9" name="Tip text"/>
          <p:cNvSpPr txBox="1"/>
          <p:nvPr/>
        </p:nvSpPr>
        <p:spPr>
          <a:xfrm>
            <a:off x="6414496" y="4261104"/>
            <a:ext cx="4908519" cy="859536"/>
          </a:xfrm>
          <a:prstGeom prst="rect">
            <a:avLst/>
          </a:prstGeom>
          <a:noFill/>
          <a:ln/>
        </p:spPr>
        <p:txBody>
          <a:bodyPr wrap="square" lIns="0" tIns="0" rIns="0" bIns="0" rtlCol="0" anchor="ctr"/>
          <a:lstStyle/>
          <a:p>
            <a:pPr indent="0" marL="0">
              <a:buNone/>
            </a:pPr>
            <a:r>
              <a:rPr lang="en-US" sz="1000" b="1" dirty="0">
                <a:solidFill>
                  <a:srgbClr val="B4531A"/>
                </a:solidFill>
              </a:rPr>
              <a:t>WATCH FOR</a:t>
            </a:r>
            <a:endParaRPr lang="en-US" sz="1000" dirty="0"/>
          </a:p>
          <a:p>
            <a:pPr indent="0" marL="0">
              <a:buNone/>
            </a:pPr>
            <a:r>
              <a:rPr lang="en-US" sz="1400" dirty="0">
                <a:solidFill>
                  <a:schemeClr val="tx1"/>
                </a:solidFill>
              </a:rPr>
              <a:t>The painting is now complete. The reel pulls back to show the whole sheet on the table.</a:t>
            </a:r>
            <a:endParaRPr lang="en-US" sz="1000" dirty="0"/>
          </a:p>
        </p:txBody>
      </p:sp>
      <p:sp>
        <p:nvSpPr>
          <p:cNvPr id="10" name="Text 7"/>
          <p:cNvSpPr txBox="1"/>
          <p:nvPr/>
        </p:nvSpPr>
        <p:spPr>
          <a:xfrm>
            <a:off x="6277336" y="5285232"/>
            <a:ext cx="5182839" cy="201168"/>
          </a:xfrm>
          <a:prstGeom prst="rect">
            <a:avLst/>
          </a:prstGeom>
          <a:noFill/>
          <a:ln/>
        </p:spPr>
        <p:txBody>
          <a:bodyPr wrap="square" lIns="0" tIns="0" rIns="0" bIns="0" rtlCol="0" anchor="ctr"/>
          <a:lstStyle/>
          <a:p>
            <a:pPr indent="0" marL="0">
              <a:buNone/>
            </a:pPr>
            <a:r>
              <a:rPr lang="en-US" sz="1000" b="1" dirty="0">
                <a:solidFill>
                  <a:srgbClr val="6D7072"/>
                </a:solidFill>
              </a:rPr>
              <a:t>COLORS IN THIS STEP</a:t>
            </a:r>
            <a:endParaRPr lang="en-US" sz="1000" dirty="0"/>
          </a:p>
        </p:txBody>
      </p:sp>
      <p:sp>
        <p:nvSpPr>
          <p:cNvPr id="11" name="Swatch Gray-green"/>
          <p:cNvSpPr/>
          <p:nvPr/>
        </p:nvSpPr>
        <p:spPr>
          <a:xfrm>
            <a:off x="6277336" y="5532120"/>
            <a:ext cx="329184" cy="329184"/>
          </a:xfrm>
          <a:prstGeom prst="ellipse">
            <a:avLst/>
          </a:prstGeom>
          <a:solidFill>
            <a:srgbClr val="555E44"/>
          </a:solidFill>
          <a:ln w="9525">
            <a:solidFill>
              <a:srgbClr val="D3D9CC"/>
            </a:solidFill>
            <a:prstDash val="solid"/>
          </a:ln>
        </p:spPr>
      </p:sp>
      <p:sp>
        <p:nvSpPr>
          <p:cNvPr id="12" name="Text 9"/>
          <p:cNvSpPr txBox="1"/>
          <p:nvPr/>
        </p:nvSpPr>
        <p:spPr>
          <a:xfrm>
            <a:off x="6688816" y="5504688"/>
            <a:ext cx="1270413" cy="384048"/>
          </a:xfrm>
          <a:prstGeom prst="rect">
            <a:avLst/>
          </a:prstGeom>
          <a:noFill/>
          <a:ln/>
        </p:spPr>
        <p:txBody>
          <a:bodyPr wrap="square" lIns="0" tIns="0" rIns="0" bIns="0" rtlCol="0" anchor="ctr"/>
          <a:lstStyle/>
          <a:p>
            <a:pPr indent="0" marL="0">
              <a:buNone/>
            </a:pPr>
            <a:r>
              <a:rPr lang="en-US" sz="1100" b="1" dirty="0">
                <a:solidFill>
                  <a:schemeClr val="tx1"/>
                </a:solidFill>
              </a:rPr>
              <a:t>Gray-green</a:t>
            </a:r>
            <a:endParaRPr lang="en-US" sz="1100" dirty="0"/>
          </a:p>
          <a:p>
            <a:pPr indent="0" marL="0">
              <a:buNone/>
            </a:pPr>
            <a:r>
              <a:rPr lang="en-US" sz="1000" dirty="0">
                <a:solidFill>
                  <a:srgbClr val="4A5058"/>
                </a:solidFill>
              </a:rPr>
              <a:t>#555E44</a:t>
            </a:r>
            <a:endParaRPr lang="en-US" sz="1100" dirty="0"/>
          </a:p>
        </p:txBody>
      </p:sp>
      <p:sp>
        <p:nvSpPr>
          <p:cNvPr id="13" name="Swatch Orange"/>
          <p:cNvSpPr/>
          <p:nvPr/>
        </p:nvSpPr>
        <p:spPr>
          <a:xfrm>
            <a:off x="8004949" y="5532120"/>
            <a:ext cx="329184" cy="329184"/>
          </a:xfrm>
          <a:prstGeom prst="ellipse">
            <a:avLst/>
          </a:prstGeom>
          <a:solidFill>
            <a:srgbClr val="E8853E"/>
          </a:solidFill>
          <a:ln w="9525">
            <a:solidFill>
              <a:srgbClr val="D3D9CC"/>
            </a:solidFill>
            <a:prstDash val="solid"/>
          </a:ln>
        </p:spPr>
      </p:sp>
      <p:sp>
        <p:nvSpPr>
          <p:cNvPr id="14" name="Text 11"/>
          <p:cNvSpPr txBox="1"/>
          <p:nvPr/>
        </p:nvSpPr>
        <p:spPr>
          <a:xfrm>
            <a:off x="8416429" y="5504688"/>
            <a:ext cx="1270413" cy="384048"/>
          </a:xfrm>
          <a:prstGeom prst="rect">
            <a:avLst/>
          </a:prstGeom>
          <a:noFill/>
          <a:ln/>
        </p:spPr>
        <p:txBody>
          <a:bodyPr wrap="square" lIns="0" tIns="0" rIns="0" bIns="0" rtlCol="0" anchor="ctr"/>
          <a:lstStyle/>
          <a:p>
            <a:pPr indent="0" marL="0">
              <a:buNone/>
            </a:pPr>
            <a:r>
              <a:rPr lang="en-US" sz="1100" b="1" dirty="0">
                <a:solidFill>
                  <a:schemeClr val="tx1"/>
                </a:solidFill>
              </a:rPr>
              <a:t>Orange</a:t>
            </a:r>
            <a:endParaRPr lang="en-US" sz="1100" dirty="0"/>
          </a:p>
          <a:p>
            <a:pPr indent="0" marL="0">
              <a:buNone/>
            </a:pPr>
            <a:r>
              <a:rPr lang="en-US" sz="1000" dirty="0">
                <a:solidFill>
                  <a:srgbClr val="4A5058"/>
                </a:solidFill>
              </a:rPr>
              <a:t>#E8853E</a:t>
            </a:r>
            <a:endParaRPr lang="en-US" sz="1100" dirty="0"/>
          </a:p>
        </p:txBody>
      </p:sp>
      <p:sp>
        <p:nvSpPr>
          <p:cNvPr id="15" name="Swatch Coral red"/>
          <p:cNvSpPr/>
          <p:nvPr/>
        </p:nvSpPr>
        <p:spPr>
          <a:xfrm>
            <a:off x="9732562" y="5532120"/>
            <a:ext cx="329184" cy="329184"/>
          </a:xfrm>
          <a:prstGeom prst="ellipse">
            <a:avLst/>
          </a:prstGeom>
          <a:solidFill>
            <a:srgbClr val="E3665D"/>
          </a:solidFill>
          <a:ln w="9525">
            <a:solidFill>
              <a:srgbClr val="D3D9CC"/>
            </a:solidFill>
            <a:prstDash val="solid"/>
          </a:ln>
        </p:spPr>
      </p:sp>
      <p:sp>
        <p:nvSpPr>
          <p:cNvPr id="16" name="Text 13"/>
          <p:cNvSpPr txBox="1"/>
          <p:nvPr/>
        </p:nvSpPr>
        <p:spPr>
          <a:xfrm>
            <a:off x="10144042" y="5504688"/>
            <a:ext cx="1270413" cy="384048"/>
          </a:xfrm>
          <a:prstGeom prst="rect">
            <a:avLst/>
          </a:prstGeom>
          <a:noFill/>
          <a:ln/>
        </p:spPr>
        <p:txBody>
          <a:bodyPr wrap="square" lIns="0" tIns="0" rIns="0" bIns="0" rtlCol="0" anchor="ctr"/>
          <a:lstStyle/>
          <a:p>
            <a:pPr indent="0" marL="0">
              <a:buNone/>
            </a:pPr>
            <a:r>
              <a:rPr lang="en-US" sz="1100" b="1" dirty="0">
                <a:solidFill>
                  <a:schemeClr val="tx1"/>
                </a:solidFill>
              </a:rPr>
              <a:t>Coral red</a:t>
            </a:r>
            <a:endParaRPr lang="en-US" sz="1100" dirty="0"/>
          </a:p>
          <a:p>
            <a:pPr indent="0" marL="0">
              <a:buNone/>
            </a:pPr>
            <a:r>
              <a:rPr lang="en-US" sz="1000" dirty="0">
                <a:solidFill>
                  <a:srgbClr val="4A5058"/>
                </a:solidFill>
              </a:rPr>
              <a:t>#E3665D</a:t>
            </a:r>
            <a:endParaRPr lang="en-US" sz="1100" dirty="0"/>
          </a:p>
        </p:txBody>
      </p:sp>
      <p:sp>
        <p:nvSpPr>
          <p:cNvPr id="17" name="Shape 14"/>
          <p:cNvSpPr/>
          <p:nvPr/>
        </p:nvSpPr>
        <p:spPr>
          <a:xfrm>
            <a:off x="6312406" y="6176772"/>
            <a:ext cx="82296" cy="82296"/>
          </a:xfrm>
          <a:prstGeom prst="ellipse">
            <a:avLst/>
          </a:prstGeom>
          <a:solidFill>
            <a:srgbClr val="8E9A82"/>
          </a:solidFill>
          <a:ln/>
        </p:spPr>
      </p:sp>
      <p:sp>
        <p:nvSpPr>
          <p:cNvPr id="18" name="Shape 15"/>
          <p:cNvSpPr/>
          <p:nvPr/>
        </p:nvSpPr>
        <p:spPr>
          <a:xfrm>
            <a:off x="6464843" y="6176772"/>
            <a:ext cx="82296" cy="82296"/>
          </a:xfrm>
          <a:prstGeom prst="ellipse">
            <a:avLst/>
          </a:prstGeom>
          <a:solidFill>
            <a:srgbClr val="8E9A82"/>
          </a:solidFill>
          <a:ln/>
        </p:spPr>
      </p:sp>
      <p:sp>
        <p:nvSpPr>
          <p:cNvPr id="19" name="Shape 16"/>
          <p:cNvSpPr/>
          <p:nvPr/>
        </p:nvSpPr>
        <p:spPr>
          <a:xfrm>
            <a:off x="6617279" y="6176772"/>
            <a:ext cx="82296" cy="82296"/>
          </a:xfrm>
          <a:prstGeom prst="ellipse">
            <a:avLst/>
          </a:prstGeom>
          <a:solidFill>
            <a:srgbClr val="8E9A82"/>
          </a:solidFill>
          <a:ln/>
        </p:spPr>
      </p:sp>
      <p:sp>
        <p:nvSpPr>
          <p:cNvPr id="20" name="Shape 17"/>
          <p:cNvSpPr/>
          <p:nvPr/>
        </p:nvSpPr>
        <p:spPr>
          <a:xfrm>
            <a:off x="6769715" y="6176772"/>
            <a:ext cx="82296" cy="82296"/>
          </a:xfrm>
          <a:prstGeom prst="ellipse">
            <a:avLst/>
          </a:prstGeom>
          <a:solidFill>
            <a:srgbClr val="8E9A82"/>
          </a:solidFill>
          <a:ln/>
        </p:spPr>
      </p:sp>
      <p:sp>
        <p:nvSpPr>
          <p:cNvPr id="21" name="Shape 18"/>
          <p:cNvSpPr/>
          <p:nvPr/>
        </p:nvSpPr>
        <p:spPr>
          <a:xfrm>
            <a:off x="6922152" y="6176772"/>
            <a:ext cx="82296" cy="82296"/>
          </a:xfrm>
          <a:prstGeom prst="ellipse">
            <a:avLst/>
          </a:prstGeom>
          <a:solidFill>
            <a:srgbClr val="8E9A82"/>
          </a:solidFill>
          <a:ln/>
        </p:spPr>
      </p:sp>
      <p:sp>
        <p:nvSpPr>
          <p:cNvPr id="22" name="Shape 19"/>
          <p:cNvSpPr/>
          <p:nvPr/>
        </p:nvSpPr>
        <p:spPr>
          <a:xfrm>
            <a:off x="7074588" y="6176772"/>
            <a:ext cx="82296" cy="82296"/>
          </a:xfrm>
          <a:prstGeom prst="ellipse">
            <a:avLst/>
          </a:prstGeom>
          <a:solidFill>
            <a:srgbClr val="8E9A82"/>
          </a:solidFill>
          <a:ln/>
        </p:spPr>
      </p:sp>
      <p:sp>
        <p:nvSpPr>
          <p:cNvPr id="23" name="Shape 20"/>
          <p:cNvSpPr/>
          <p:nvPr/>
        </p:nvSpPr>
        <p:spPr>
          <a:xfrm>
            <a:off x="7227025" y="6176772"/>
            <a:ext cx="82296" cy="82296"/>
          </a:xfrm>
          <a:prstGeom prst="ellipse">
            <a:avLst/>
          </a:prstGeom>
          <a:solidFill>
            <a:srgbClr val="8E9A82"/>
          </a:solidFill>
          <a:ln/>
        </p:spPr>
      </p:sp>
      <p:sp>
        <p:nvSpPr>
          <p:cNvPr id="24" name="Shape 21"/>
          <p:cNvSpPr/>
          <p:nvPr/>
        </p:nvSpPr>
        <p:spPr>
          <a:xfrm>
            <a:off x="7379461" y="6176772"/>
            <a:ext cx="82296" cy="82296"/>
          </a:xfrm>
          <a:prstGeom prst="ellipse">
            <a:avLst/>
          </a:prstGeom>
          <a:solidFill>
            <a:srgbClr val="8E9A82"/>
          </a:solidFill>
          <a:ln/>
        </p:spPr>
      </p:sp>
      <p:sp>
        <p:nvSpPr>
          <p:cNvPr id="25" name="Shape 22"/>
          <p:cNvSpPr/>
          <p:nvPr/>
        </p:nvSpPr>
        <p:spPr>
          <a:xfrm>
            <a:off x="7531898" y="6176772"/>
            <a:ext cx="82296" cy="82296"/>
          </a:xfrm>
          <a:prstGeom prst="ellipse">
            <a:avLst/>
          </a:prstGeom>
          <a:solidFill>
            <a:srgbClr val="8E9A82"/>
          </a:solidFill>
          <a:ln/>
        </p:spPr>
      </p:sp>
      <p:sp>
        <p:nvSpPr>
          <p:cNvPr id="26" name="Shape 23"/>
          <p:cNvSpPr/>
          <p:nvPr/>
        </p:nvSpPr>
        <p:spPr>
          <a:xfrm>
            <a:off x="7684334" y="6176772"/>
            <a:ext cx="82296" cy="82296"/>
          </a:xfrm>
          <a:prstGeom prst="ellipse">
            <a:avLst/>
          </a:prstGeom>
          <a:solidFill>
            <a:srgbClr val="8E9A82"/>
          </a:solidFill>
          <a:ln/>
        </p:spPr>
      </p:sp>
      <p:sp>
        <p:nvSpPr>
          <p:cNvPr id="27" name="Shape 24"/>
          <p:cNvSpPr/>
          <p:nvPr/>
        </p:nvSpPr>
        <p:spPr>
          <a:xfrm>
            <a:off x="7836771" y="6176772"/>
            <a:ext cx="82296" cy="82296"/>
          </a:xfrm>
          <a:prstGeom prst="ellipse">
            <a:avLst/>
          </a:prstGeom>
          <a:solidFill>
            <a:srgbClr val="8E9A82"/>
          </a:solidFill>
          <a:ln/>
        </p:spPr>
      </p:sp>
      <p:sp>
        <p:nvSpPr>
          <p:cNvPr id="28" name="Shape 25"/>
          <p:cNvSpPr/>
          <p:nvPr/>
        </p:nvSpPr>
        <p:spPr>
          <a:xfrm>
            <a:off x="7989207" y="6176772"/>
            <a:ext cx="82296" cy="82296"/>
          </a:xfrm>
          <a:prstGeom prst="ellipse">
            <a:avLst/>
          </a:prstGeom>
          <a:solidFill>
            <a:srgbClr val="8E9A82"/>
          </a:solidFill>
          <a:ln/>
        </p:spPr>
      </p:sp>
      <p:sp>
        <p:nvSpPr>
          <p:cNvPr id="29" name="Shape 26"/>
          <p:cNvSpPr/>
          <p:nvPr/>
        </p:nvSpPr>
        <p:spPr>
          <a:xfrm>
            <a:off x="8141643" y="6176772"/>
            <a:ext cx="82296" cy="82296"/>
          </a:xfrm>
          <a:prstGeom prst="ellipse">
            <a:avLst/>
          </a:prstGeom>
          <a:solidFill>
            <a:srgbClr val="8E9A82"/>
          </a:solidFill>
          <a:ln/>
        </p:spPr>
      </p:sp>
      <p:sp>
        <p:nvSpPr>
          <p:cNvPr id="30" name="Shape 27"/>
          <p:cNvSpPr/>
          <p:nvPr/>
        </p:nvSpPr>
        <p:spPr>
          <a:xfrm>
            <a:off x="8294080" y="6176772"/>
            <a:ext cx="82296" cy="82296"/>
          </a:xfrm>
          <a:prstGeom prst="ellipse">
            <a:avLst/>
          </a:prstGeom>
          <a:solidFill>
            <a:srgbClr val="8E9A82"/>
          </a:solidFill>
          <a:ln/>
        </p:spPr>
      </p:sp>
      <p:sp>
        <p:nvSpPr>
          <p:cNvPr id="31" name="Shape 28"/>
          <p:cNvSpPr/>
          <p:nvPr/>
        </p:nvSpPr>
        <p:spPr>
          <a:xfrm>
            <a:off x="8446516" y="6176772"/>
            <a:ext cx="82296" cy="82296"/>
          </a:xfrm>
          <a:prstGeom prst="ellipse">
            <a:avLst/>
          </a:prstGeom>
          <a:solidFill>
            <a:srgbClr val="8E9A82"/>
          </a:solidFill>
          <a:ln/>
        </p:spPr>
      </p:sp>
      <p:sp>
        <p:nvSpPr>
          <p:cNvPr id="32" name="Shape 29"/>
          <p:cNvSpPr/>
          <p:nvPr/>
        </p:nvSpPr>
        <p:spPr>
          <a:xfrm>
            <a:off x="8598953" y="6176772"/>
            <a:ext cx="82296" cy="82296"/>
          </a:xfrm>
          <a:prstGeom prst="ellipse">
            <a:avLst/>
          </a:prstGeom>
          <a:solidFill>
            <a:srgbClr val="8E9A82"/>
          </a:solidFill>
          <a:ln/>
        </p:spPr>
      </p:sp>
      <p:sp>
        <p:nvSpPr>
          <p:cNvPr id="33" name="Shape 30"/>
          <p:cNvSpPr/>
          <p:nvPr/>
        </p:nvSpPr>
        <p:spPr>
          <a:xfrm>
            <a:off x="8751389" y="6176772"/>
            <a:ext cx="82296" cy="82296"/>
          </a:xfrm>
          <a:prstGeom prst="ellipse">
            <a:avLst/>
          </a:prstGeom>
          <a:solidFill>
            <a:srgbClr val="8E9A82"/>
          </a:solidFill>
          <a:ln/>
        </p:spPr>
      </p:sp>
      <p:sp>
        <p:nvSpPr>
          <p:cNvPr id="34" name="Shape 31"/>
          <p:cNvSpPr/>
          <p:nvPr/>
        </p:nvSpPr>
        <p:spPr>
          <a:xfrm>
            <a:off x="8903826" y="6176772"/>
            <a:ext cx="82296" cy="82296"/>
          </a:xfrm>
          <a:prstGeom prst="ellipse">
            <a:avLst/>
          </a:prstGeom>
          <a:solidFill>
            <a:srgbClr val="8E9A82"/>
          </a:solidFill>
          <a:ln/>
        </p:spPr>
      </p:sp>
      <p:sp>
        <p:nvSpPr>
          <p:cNvPr id="35" name="Shape 32"/>
          <p:cNvSpPr/>
          <p:nvPr/>
        </p:nvSpPr>
        <p:spPr>
          <a:xfrm>
            <a:off x="9056262" y="6176772"/>
            <a:ext cx="82296" cy="82296"/>
          </a:xfrm>
          <a:prstGeom prst="ellipse">
            <a:avLst/>
          </a:prstGeom>
          <a:solidFill>
            <a:srgbClr val="8E9A82"/>
          </a:solidFill>
          <a:ln/>
        </p:spPr>
      </p:sp>
      <p:sp>
        <p:nvSpPr>
          <p:cNvPr id="36" name="Shape 33"/>
          <p:cNvSpPr/>
          <p:nvPr/>
        </p:nvSpPr>
        <p:spPr>
          <a:xfrm>
            <a:off x="9208699" y="6176772"/>
            <a:ext cx="82296" cy="82296"/>
          </a:xfrm>
          <a:prstGeom prst="ellipse">
            <a:avLst/>
          </a:prstGeom>
          <a:solidFill>
            <a:srgbClr val="8E9A82"/>
          </a:solidFill>
          <a:ln/>
        </p:spPr>
      </p:sp>
      <p:sp>
        <p:nvSpPr>
          <p:cNvPr id="37" name="Shape 34"/>
          <p:cNvSpPr/>
          <p:nvPr/>
        </p:nvSpPr>
        <p:spPr>
          <a:xfrm>
            <a:off x="9361135" y="6176772"/>
            <a:ext cx="82296" cy="82296"/>
          </a:xfrm>
          <a:prstGeom prst="ellipse">
            <a:avLst/>
          </a:prstGeom>
          <a:solidFill>
            <a:srgbClr val="8E9A82"/>
          </a:solidFill>
          <a:ln/>
        </p:spPr>
      </p:sp>
      <p:sp>
        <p:nvSpPr>
          <p:cNvPr id="38" name="Shape 35"/>
          <p:cNvSpPr/>
          <p:nvPr/>
        </p:nvSpPr>
        <p:spPr>
          <a:xfrm>
            <a:off x="9513572" y="6176772"/>
            <a:ext cx="82296" cy="82296"/>
          </a:xfrm>
          <a:prstGeom prst="ellipse">
            <a:avLst/>
          </a:prstGeom>
          <a:solidFill>
            <a:srgbClr val="8E9A82"/>
          </a:solidFill>
          <a:ln/>
        </p:spPr>
      </p:sp>
      <p:sp>
        <p:nvSpPr>
          <p:cNvPr id="39" name="Shape 36"/>
          <p:cNvSpPr/>
          <p:nvPr/>
        </p:nvSpPr>
        <p:spPr>
          <a:xfrm>
            <a:off x="9666008" y="6176772"/>
            <a:ext cx="82296" cy="82296"/>
          </a:xfrm>
          <a:prstGeom prst="ellipse">
            <a:avLst/>
          </a:prstGeom>
          <a:solidFill>
            <a:srgbClr val="8E9A82"/>
          </a:solidFill>
          <a:ln/>
        </p:spPr>
      </p:sp>
      <p:sp>
        <p:nvSpPr>
          <p:cNvPr id="40" name="Shape 37"/>
          <p:cNvSpPr/>
          <p:nvPr/>
        </p:nvSpPr>
        <p:spPr>
          <a:xfrm>
            <a:off x="9818444" y="6176772"/>
            <a:ext cx="82296" cy="82296"/>
          </a:xfrm>
          <a:prstGeom prst="ellipse">
            <a:avLst/>
          </a:prstGeom>
          <a:solidFill>
            <a:srgbClr val="8E9A82"/>
          </a:solidFill>
          <a:ln/>
        </p:spPr>
      </p:sp>
      <p:sp>
        <p:nvSpPr>
          <p:cNvPr id="41" name="Shape 38"/>
          <p:cNvSpPr/>
          <p:nvPr/>
        </p:nvSpPr>
        <p:spPr>
          <a:xfrm>
            <a:off x="9970881" y="6176772"/>
            <a:ext cx="82296" cy="82296"/>
          </a:xfrm>
          <a:prstGeom prst="ellipse">
            <a:avLst/>
          </a:prstGeom>
          <a:solidFill>
            <a:srgbClr val="8E9A82"/>
          </a:solidFill>
          <a:ln/>
        </p:spPr>
      </p:sp>
      <p:sp>
        <p:nvSpPr>
          <p:cNvPr id="42" name="Shape 39"/>
          <p:cNvSpPr/>
          <p:nvPr/>
        </p:nvSpPr>
        <p:spPr>
          <a:xfrm>
            <a:off x="10123317" y="6176772"/>
            <a:ext cx="82296" cy="82296"/>
          </a:xfrm>
          <a:prstGeom prst="ellipse">
            <a:avLst/>
          </a:prstGeom>
          <a:solidFill>
            <a:srgbClr val="8E9A82"/>
          </a:solidFill>
          <a:ln/>
        </p:spPr>
      </p:sp>
      <p:sp>
        <p:nvSpPr>
          <p:cNvPr id="43" name="Shape 40"/>
          <p:cNvSpPr/>
          <p:nvPr/>
        </p:nvSpPr>
        <p:spPr>
          <a:xfrm>
            <a:off x="10275754" y="6176772"/>
            <a:ext cx="82296" cy="82296"/>
          </a:xfrm>
          <a:prstGeom prst="ellipse">
            <a:avLst/>
          </a:prstGeom>
          <a:solidFill>
            <a:srgbClr val="8E9A82"/>
          </a:solidFill>
          <a:ln/>
        </p:spPr>
      </p:sp>
      <p:sp>
        <p:nvSpPr>
          <p:cNvPr id="44" name="Shape 41"/>
          <p:cNvSpPr/>
          <p:nvPr/>
        </p:nvSpPr>
        <p:spPr>
          <a:xfrm>
            <a:off x="10428190" y="6176772"/>
            <a:ext cx="82296" cy="82296"/>
          </a:xfrm>
          <a:prstGeom prst="ellipse">
            <a:avLst/>
          </a:prstGeom>
          <a:solidFill>
            <a:srgbClr val="8E9A82"/>
          </a:solidFill>
          <a:ln/>
        </p:spPr>
      </p:sp>
      <p:sp>
        <p:nvSpPr>
          <p:cNvPr id="45" name="Shape 42"/>
          <p:cNvSpPr/>
          <p:nvPr/>
        </p:nvSpPr>
        <p:spPr>
          <a:xfrm>
            <a:off x="10580627" y="6176772"/>
            <a:ext cx="82296" cy="82296"/>
          </a:xfrm>
          <a:prstGeom prst="ellipse">
            <a:avLst/>
          </a:prstGeom>
          <a:solidFill>
            <a:srgbClr val="8E9A82"/>
          </a:solidFill>
          <a:ln/>
        </p:spPr>
      </p:sp>
      <p:sp>
        <p:nvSpPr>
          <p:cNvPr id="46" name="Shape 43"/>
          <p:cNvSpPr/>
          <p:nvPr/>
        </p:nvSpPr>
        <p:spPr>
          <a:xfrm>
            <a:off x="10733063" y="6176772"/>
            <a:ext cx="82296" cy="82296"/>
          </a:xfrm>
          <a:prstGeom prst="ellipse">
            <a:avLst/>
          </a:prstGeom>
          <a:solidFill>
            <a:srgbClr val="8E9A82"/>
          </a:solidFill>
          <a:ln/>
        </p:spPr>
      </p:sp>
      <p:sp>
        <p:nvSpPr>
          <p:cNvPr id="47" name="Shape 44"/>
          <p:cNvSpPr/>
          <p:nvPr/>
        </p:nvSpPr>
        <p:spPr>
          <a:xfrm>
            <a:off x="10885500" y="6176772"/>
            <a:ext cx="82296" cy="82296"/>
          </a:xfrm>
          <a:prstGeom prst="ellipse">
            <a:avLst/>
          </a:prstGeom>
          <a:solidFill>
            <a:srgbClr val="8E9A82"/>
          </a:solidFill>
          <a:ln/>
        </p:spPr>
      </p:sp>
      <p:sp>
        <p:nvSpPr>
          <p:cNvPr id="48" name="Shape 45"/>
          <p:cNvSpPr/>
          <p:nvPr/>
        </p:nvSpPr>
        <p:spPr>
          <a:xfrm>
            <a:off x="11001360" y="6140196"/>
            <a:ext cx="155448" cy="155448"/>
          </a:xfrm>
          <a:prstGeom prst="ellipse">
            <a:avLst/>
          </a:prstGeom>
          <a:solidFill>
            <a:srgbClr val="B0402F"/>
          </a:solidFill>
          <a:ln/>
        </p:spPr>
      </p:sp>
      <p:sp>
        <p:nvSpPr>
          <p:cNvPr id="49" name="Shape 46"/>
          <p:cNvSpPr/>
          <p:nvPr/>
        </p:nvSpPr>
        <p:spPr>
          <a:xfrm>
            <a:off x="11190373" y="6176772"/>
            <a:ext cx="82296" cy="82296"/>
          </a:xfrm>
          <a:prstGeom prst="ellipse">
            <a:avLst/>
          </a:prstGeom>
          <a:solidFill>
            <a:srgbClr val="D3D9CC"/>
          </a:solidFill>
          <a:ln/>
        </p:spPr>
      </p:sp>
      <p:sp>
        <p:nvSpPr>
          <p:cNvPr id="50" name="Shape 47"/>
          <p:cNvSpPr/>
          <p:nvPr/>
        </p:nvSpPr>
        <p:spPr>
          <a:xfrm>
            <a:off x="11342809" y="6176772"/>
            <a:ext cx="82296" cy="82296"/>
          </a:xfrm>
          <a:prstGeom prst="ellipse">
            <a:avLst/>
          </a:prstGeom>
          <a:solidFill>
            <a:srgbClr val="D3D9CC"/>
          </a:solidFill>
          <a:ln/>
        </p:spPr>
      </p:sp>
      <p:sp>
        <p:nvSpPr>
          <p:cNvPr id="25" name="Slide Number Placeholder 0"/>
          <p:cNvSpPr>
            <a:spLocks noGrp="1"/>
          </p:cNvSpPr>
          <p:nvPr>
            <p:ph type="sldNum" sz="quarter" idx="4294967295"/>
          </p:nvPr>
        </p:nvSpPr>
        <p:spPr>
          <a:xfrm>
            <a:off x="11155680" y="6510528"/>
            <a:ext cx="548640" cy="228600"/>
          </a:xfrm>
          <a:prstGeom prst="rect">
            <a:avLst/>
          </a:prstGeom>
          <a:extLst>
            <a:ext uri="{C572A759-6A51-4108-AA02-DFA0A04FC94B}">
              <ma14:wrappingTextBoxFlag xmlns:ma14="http://schemas.microsoft.com/office/mac/drawingml/2011/main" val="0"/>
            </a:ext>
          </a:extLst>
        </p:spPr>
        <p:txBody>
          <a:bodyPr/>
          <a:lstStyle>
            <a:lvl1pPr>
              <a:defRPr sz="1000">
                <a:solidFill>
                  <a:srgbClr val="6D7072"/>
                </a:solidFill>
              </a:defRPr>
            </a:lvl1pPr>
          </a:lstStyle>
          <a:p>
            <a:pPr algn="r"/>
            <a:fld id="{F7021451-1387-4CA6-816F-3879F97B5CBC}" type="slidenum">
              <a:rPr b="0" lang="en-US"/>
              <a:t>37</a:t>
            </a:fld>
            <a:endParaRPr lang="en-US"/>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spTree>
      <p:nvGrpSpPr>
        <p:cNvPr id="1" name=""/>
        <p:cNvGrpSpPr/>
        <p:nvPr/>
      </p:nvGrpSpPr>
      <p:grpSpPr>
        <a:xfrm>
          <a:off x="0" y="0"/>
          <a:ext cx="0" cy="0"/>
          <a:chOff x="0" y="0"/>
          <a:chExt cx="0" cy="0"/>
        </a:xfrm>
      </p:grpSpPr>
      <p:pic>
        <p:nvPicPr>
          <p:cNvPr id="2" name="Step 33 image" descr="Step 33: The finished painting">    </p:cNvPr>
          <p:cNvPicPr>
            <a:picLocks noChangeAspect="1"/>
          </p:cNvPicPr>
          <p:nvPr/>
        </p:nvPicPr>
        <p:blipFill>
          <a:blip r:embed="rId1"/>
          <a:stretch>
            <a:fillRect/>
          </a:stretch>
        </p:blipFill>
        <p:spPr>
          <a:xfrm>
            <a:off x="457200" y="411480"/>
            <a:ext cx="5317216" cy="6035040"/>
          </a:xfrm>
          <a:prstGeom prst="rect">
            <a:avLst/>
          </a:prstGeom>
        </p:spPr>
      </p:pic>
      <p:sp>
        <p:nvSpPr>
          <p:cNvPr id="3" name="Stage chip"/>
          <p:cNvSpPr txBox="1"/>
          <p:nvPr/>
        </p:nvSpPr>
        <p:spPr>
          <a:xfrm>
            <a:off x="6277336" y="640080"/>
            <a:ext cx="2785262" cy="292608"/>
          </a:xfrm>
          <a:prstGeom prst="roundRect">
            <a:avLst>
              <a:gd name="adj" fmla="val 31250"/>
            </a:avLst>
          </a:prstGeom>
          <a:solidFill>
            <a:srgbClr val="2D4216"/>
          </a:solidFill>
          <a:ln/>
        </p:spPr>
        <p:txBody>
          <a:bodyPr wrap="square" lIns="0" tIns="0" rIns="0" bIns="0" rtlCol="0" anchor="ctr"/>
          <a:lstStyle/>
          <a:p>
            <a:pPr algn="ctr" indent="0" marL="0">
              <a:buNone/>
            </a:pPr>
            <a:r>
              <a:rPr lang="en-US" sz="1100" b="1" dirty="0">
                <a:solidFill>
                  <a:srgbClr val="FFFFFF"/>
                </a:solidFill>
              </a:rPr>
              <a:t>STAGE 9 · FINISHED PAINTING</a:t>
            </a:r>
            <a:endParaRPr lang="en-US" sz="1100" dirty="0"/>
          </a:p>
        </p:txBody>
      </p:sp>
      <p:sp>
        <p:nvSpPr>
          <p:cNvPr id="4" name="Step counter"/>
          <p:cNvSpPr txBox="1"/>
          <p:nvPr/>
        </p:nvSpPr>
        <p:spPr>
          <a:xfrm>
            <a:off x="9905695" y="640080"/>
            <a:ext cx="1554480" cy="292608"/>
          </a:xfrm>
          <a:prstGeom prst="rect">
            <a:avLst/>
          </a:prstGeom>
          <a:noFill/>
          <a:ln/>
        </p:spPr>
        <p:txBody>
          <a:bodyPr wrap="square" lIns="0" tIns="0" rIns="0" bIns="0" rtlCol="0" anchor="ctr"/>
          <a:lstStyle/>
          <a:p>
            <a:pPr algn="r" indent="0" marL="0">
              <a:buNone/>
            </a:pPr>
            <a:r>
              <a:rPr lang="en-US" sz="1100" b="1" dirty="0">
                <a:solidFill>
                  <a:srgbClr val="6D7072"/>
                </a:solidFill>
              </a:rPr>
              <a:t>STEP 33 OF 34</a:t>
            </a:r>
            <a:endParaRPr lang="en-US" sz="1100" dirty="0"/>
          </a:p>
        </p:txBody>
      </p:sp>
      <p:sp>
        <p:nvSpPr>
          <p:cNvPr id="5" name="Text 1"/>
          <p:cNvSpPr/>
          <p:nvPr>
            <p:ph idx="101" type="title" hasCustomPrompt="1"/>
          </p:nvPr>
        </p:nvSpPr>
        <p:spPr>
          <a:xfrm>
            <a:off x="6277336" y="1051560"/>
            <a:ext cx="5182839" cy="868680"/>
          </a:xfrm>
          <a:prstGeom prst="rect">
            <a:avLst/>
          </a:prstGeom>
          <a:noFill/>
          <a:ln/>
        </p:spPr>
        <p:txBody>
          <a:bodyPr wrap="square" lIns="0" tIns="0" rIns="0" bIns="0" rtlCol="0" anchor="t"/>
          <a:lstStyle/>
          <a:p>
            <a:pPr algn="l" indent="0" marL="0">
              <a:buNone/>
            </a:pPr>
            <a:r>
              <a:rPr lang="en-US" sz="2600" b="1" dirty="0">
                <a:solidFill>
                  <a:schemeClr val="tx2"/>
                </a:solidFill>
              </a:rPr>
              <a:t>The finished painting</a:t>
            </a:r>
            <a:endParaRPr lang="en-US" sz="2600" dirty="0"/>
          </a:p>
        </p:txBody>
      </p:sp>
      <p:sp>
        <p:nvSpPr>
          <p:cNvPr id="6" name="Text 3"/>
          <p:cNvSpPr txBox="1"/>
          <p:nvPr/>
        </p:nvSpPr>
        <p:spPr>
          <a:xfrm>
            <a:off x="6277336" y="2011680"/>
            <a:ext cx="2743200" cy="228600"/>
          </a:xfrm>
          <a:prstGeom prst="rect">
            <a:avLst/>
          </a:prstGeom>
          <a:noFill/>
          <a:ln/>
        </p:spPr>
        <p:txBody>
          <a:bodyPr wrap="square" lIns="0" tIns="0" rIns="0" bIns="0" rtlCol="0" anchor="ctr"/>
          <a:lstStyle/>
          <a:p>
            <a:pPr indent="0" marL="0">
              <a:buNone/>
            </a:pPr>
            <a:r>
              <a:rPr lang="en-US" sz="1100" b="1" dirty="0">
                <a:solidFill>
                  <a:srgbClr val="6D7072"/>
                </a:solidFill>
              </a:rPr>
              <a:t>WHAT TO DO</a:t>
            </a:r>
            <a:endParaRPr lang="en-US" sz="1100" dirty="0"/>
          </a:p>
        </p:txBody>
      </p:sp>
      <p:sp>
        <p:nvSpPr>
          <p:cNvPr id="7" name="Instructions"/>
          <p:cNvSpPr txBox="1"/>
          <p:nvPr/>
        </p:nvSpPr>
        <p:spPr>
          <a:xfrm>
            <a:off x="6277336" y="2286000"/>
            <a:ext cx="5182839" cy="1874520"/>
          </a:xfrm>
          <a:prstGeom prst="rect">
            <a:avLst/>
          </a:prstGeom>
          <a:noFill/>
          <a:ln/>
        </p:spPr>
        <p:txBody>
          <a:bodyPr wrap="square" lIns="0" tIns="0" rIns="0" bIns="0" rtlCol="0" anchor="t"/>
          <a:lstStyle/>
          <a:p>
            <a:pPr marL="203200" indent="-203200">
              <a:spcAft>
                <a:spcPts val="600"/>
              </a:spcAft>
              <a:buSzPct val="100000"/>
              <a:buChar char="•"/>
            </a:pPr>
            <a:r>
              <a:rPr lang="en-US" sz="1500" dirty="0">
                <a:solidFill>
                  <a:schemeClr val="tx1"/>
                </a:solidFill>
              </a:rPr>
              <a:t>Do all the lines meet at one vanishing point?</a:t>
            </a:r>
            <a:endParaRPr lang="en-US" sz="1500" dirty="0"/>
          </a:p>
          <a:p>
            <a:pPr marL="203200" indent="-203200">
              <a:spcAft>
                <a:spcPts val="600"/>
              </a:spcAft>
              <a:buSzPct val="100000"/>
              <a:buChar char="•"/>
            </a:pPr>
            <a:r>
              <a:rPr lang="en-US" sz="1500" dirty="0">
                <a:solidFill>
                  <a:schemeClr val="tx1"/>
                </a:solidFill>
              </a:rPr>
              <a:t>Is it pale in the sky and distance, and deep in color up front?</a:t>
            </a:r>
            <a:endParaRPr lang="en-US" sz="1500" dirty="0"/>
          </a:p>
          <a:p>
            <a:pPr marL="203200" indent="-203200">
              <a:spcAft>
                <a:spcPts val="600"/>
              </a:spcAft>
              <a:buSzPct val="100000"/>
              <a:buChar char="•"/>
            </a:pPr>
            <a:r>
              <a:rPr lang="en-US" sz="1500" dirty="0">
                <a:solidFill>
                  <a:schemeClr val="tx1"/>
                </a:solidFill>
              </a:rPr>
              <a:t>Do the left and right sides echo each other without matching exactly?</a:t>
            </a:r>
            <a:endParaRPr lang="en-US" sz="1500" dirty="0"/>
          </a:p>
        </p:txBody>
      </p:sp>
      <p:sp>
        <p:nvSpPr>
          <p:cNvPr id="8" name="Tip box"/>
          <p:cNvSpPr/>
          <p:nvPr/>
        </p:nvSpPr>
        <p:spPr>
          <a:xfrm>
            <a:off x="6277336" y="4224528"/>
            <a:ext cx="5182839" cy="932688"/>
          </a:xfrm>
          <a:prstGeom prst="roundRect">
            <a:avLst>
              <a:gd name="adj" fmla="val 7843"/>
            </a:avLst>
          </a:prstGeom>
          <a:solidFill>
            <a:srgbClr val="F2F4F0"/>
          </a:solidFill>
          <a:ln/>
        </p:spPr>
      </p:sp>
      <p:sp>
        <p:nvSpPr>
          <p:cNvPr id="9" name="Tip text"/>
          <p:cNvSpPr txBox="1"/>
          <p:nvPr/>
        </p:nvSpPr>
        <p:spPr>
          <a:xfrm>
            <a:off x="6414496" y="4261104"/>
            <a:ext cx="4908519" cy="859536"/>
          </a:xfrm>
          <a:prstGeom prst="rect">
            <a:avLst/>
          </a:prstGeom>
          <a:noFill/>
          <a:ln/>
        </p:spPr>
        <p:txBody>
          <a:bodyPr wrap="square" lIns="0" tIns="0" rIns="0" bIns="0" rtlCol="0" anchor="ctr"/>
          <a:lstStyle/>
          <a:p>
            <a:pPr indent="0" marL="0">
              <a:buNone/>
            </a:pPr>
            <a:r>
              <a:rPr lang="en-US" sz="1000" b="1" dirty="0">
                <a:solidFill>
                  <a:srgbClr val="B4531A"/>
                </a:solidFill>
              </a:rPr>
              <a:t>WATCH FOR</a:t>
            </a:r>
            <a:endParaRPr lang="en-US" sz="1000" dirty="0"/>
          </a:p>
          <a:p>
            <a:pPr indent="0" marL="0">
              <a:buNone/>
            </a:pPr>
            <a:r>
              <a:rPr lang="en-US" sz="1400" dirty="0">
                <a:solidFill>
                  <a:schemeClr val="tx1"/>
                </a:solidFill>
              </a:rPr>
              <a:t>Use this view as your reference when you check your own painting.</a:t>
            </a:r>
            <a:endParaRPr lang="en-US" sz="1000" dirty="0"/>
          </a:p>
        </p:txBody>
      </p:sp>
      <p:sp>
        <p:nvSpPr>
          <p:cNvPr id="10" name="Text 7"/>
          <p:cNvSpPr txBox="1"/>
          <p:nvPr/>
        </p:nvSpPr>
        <p:spPr>
          <a:xfrm>
            <a:off x="6277336" y="5285232"/>
            <a:ext cx="5182839" cy="201168"/>
          </a:xfrm>
          <a:prstGeom prst="rect">
            <a:avLst/>
          </a:prstGeom>
          <a:noFill/>
          <a:ln/>
        </p:spPr>
        <p:txBody>
          <a:bodyPr wrap="square" lIns="0" tIns="0" rIns="0" bIns="0" rtlCol="0" anchor="ctr"/>
          <a:lstStyle/>
          <a:p>
            <a:pPr indent="0" marL="0">
              <a:buNone/>
            </a:pPr>
            <a:r>
              <a:rPr lang="en-US" sz="1000" b="1" dirty="0">
                <a:solidFill>
                  <a:srgbClr val="6D7072"/>
                </a:solidFill>
              </a:rPr>
              <a:t>FULL PALETTE ON SLIDE 5</a:t>
            </a:r>
            <a:endParaRPr lang="en-US" sz="1000" dirty="0"/>
          </a:p>
        </p:txBody>
      </p:sp>
      <p:sp>
        <p:nvSpPr>
          <p:cNvPr id="11" name="Shape 8"/>
          <p:cNvSpPr/>
          <p:nvPr/>
        </p:nvSpPr>
        <p:spPr>
          <a:xfrm>
            <a:off x="6312406" y="6176772"/>
            <a:ext cx="82296" cy="82296"/>
          </a:xfrm>
          <a:prstGeom prst="ellipse">
            <a:avLst/>
          </a:prstGeom>
          <a:solidFill>
            <a:srgbClr val="8E9A82"/>
          </a:solidFill>
          <a:ln/>
        </p:spPr>
      </p:sp>
      <p:sp>
        <p:nvSpPr>
          <p:cNvPr id="12" name="Shape 9"/>
          <p:cNvSpPr/>
          <p:nvPr/>
        </p:nvSpPr>
        <p:spPr>
          <a:xfrm>
            <a:off x="6464843" y="6176772"/>
            <a:ext cx="82296" cy="82296"/>
          </a:xfrm>
          <a:prstGeom prst="ellipse">
            <a:avLst/>
          </a:prstGeom>
          <a:solidFill>
            <a:srgbClr val="8E9A82"/>
          </a:solidFill>
          <a:ln/>
        </p:spPr>
      </p:sp>
      <p:sp>
        <p:nvSpPr>
          <p:cNvPr id="13" name="Shape 10"/>
          <p:cNvSpPr/>
          <p:nvPr/>
        </p:nvSpPr>
        <p:spPr>
          <a:xfrm>
            <a:off x="6617279" y="6176772"/>
            <a:ext cx="82296" cy="82296"/>
          </a:xfrm>
          <a:prstGeom prst="ellipse">
            <a:avLst/>
          </a:prstGeom>
          <a:solidFill>
            <a:srgbClr val="8E9A82"/>
          </a:solidFill>
          <a:ln/>
        </p:spPr>
      </p:sp>
      <p:sp>
        <p:nvSpPr>
          <p:cNvPr id="14" name="Shape 11"/>
          <p:cNvSpPr/>
          <p:nvPr/>
        </p:nvSpPr>
        <p:spPr>
          <a:xfrm>
            <a:off x="6769715" y="6176772"/>
            <a:ext cx="82296" cy="82296"/>
          </a:xfrm>
          <a:prstGeom prst="ellipse">
            <a:avLst/>
          </a:prstGeom>
          <a:solidFill>
            <a:srgbClr val="8E9A82"/>
          </a:solidFill>
          <a:ln/>
        </p:spPr>
      </p:sp>
      <p:sp>
        <p:nvSpPr>
          <p:cNvPr id="15" name="Shape 12"/>
          <p:cNvSpPr/>
          <p:nvPr/>
        </p:nvSpPr>
        <p:spPr>
          <a:xfrm>
            <a:off x="6922152" y="6176772"/>
            <a:ext cx="82296" cy="82296"/>
          </a:xfrm>
          <a:prstGeom prst="ellipse">
            <a:avLst/>
          </a:prstGeom>
          <a:solidFill>
            <a:srgbClr val="8E9A82"/>
          </a:solidFill>
          <a:ln/>
        </p:spPr>
      </p:sp>
      <p:sp>
        <p:nvSpPr>
          <p:cNvPr id="16" name="Shape 13"/>
          <p:cNvSpPr/>
          <p:nvPr/>
        </p:nvSpPr>
        <p:spPr>
          <a:xfrm>
            <a:off x="7074588" y="6176772"/>
            <a:ext cx="82296" cy="82296"/>
          </a:xfrm>
          <a:prstGeom prst="ellipse">
            <a:avLst/>
          </a:prstGeom>
          <a:solidFill>
            <a:srgbClr val="8E9A82"/>
          </a:solidFill>
          <a:ln/>
        </p:spPr>
      </p:sp>
      <p:sp>
        <p:nvSpPr>
          <p:cNvPr id="17" name="Shape 14"/>
          <p:cNvSpPr/>
          <p:nvPr/>
        </p:nvSpPr>
        <p:spPr>
          <a:xfrm>
            <a:off x="7227025" y="6176772"/>
            <a:ext cx="82296" cy="82296"/>
          </a:xfrm>
          <a:prstGeom prst="ellipse">
            <a:avLst/>
          </a:prstGeom>
          <a:solidFill>
            <a:srgbClr val="8E9A82"/>
          </a:solidFill>
          <a:ln/>
        </p:spPr>
      </p:sp>
      <p:sp>
        <p:nvSpPr>
          <p:cNvPr id="18" name="Shape 15"/>
          <p:cNvSpPr/>
          <p:nvPr/>
        </p:nvSpPr>
        <p:spPr>
          <a:xfrm>
            <a:off x="7379461" y="6176772"/>
            <a:ext cx="82296" cy="82296"/>
          </a:xfrm>
          <a:prstGeom prst="ellipse">
            <a:avLst/>
          </a:prstGeom>
          <a:solidFill>
            <a:srgbClr val="8E9A82"/>
          </a:solidFill>
          <a:ln/>
        </p:spPr>
      </p:sp>
      <p:sp>
        <p:nvSpPr>
          <p:cNvPr id="19" name="Shape 16"/>
          <p:cNvSpPr/>
          <p:nvPr/>
        </p:nvSpPr>
        <p:spPr>
          <a:xfrm>
            <a:off x="7531898" y="6176772"/>
            <a:ext cx="82296" cy="82296"/>
          </a:xfrm>
          <a:prstGeom prst="ellipse">
            <a:avLst/>
          </a:prstGeom>
          <a:solidFill>
            <a:srgbClr val="8E9A82"/>
          </a:solidFill>
          <a:ln/>
        </p:spPr>
      </p:sp>
      <p:sp>
        <p:nvSpPr>
          <p:cNvPr id="20" name="Shape 17"/>
          <p:cNvSpPr/>
          <p:nvPr/>
        </p:nvSpPr>
        <p:spPr>
          <a:xfrm>
            <a:off x="7684334" y="6176772"/>
            <a:ext cx="82296" cy="82296"/>
          </a:xfrm>
          <a:prstGeom prst="ellipse">
            <a:avLst/>
          </a:prstGeom>
          <a:solidFill>
            <a:srgbClr val="8E9A82"/>
          </a:solidFill>
          <a:ln/>
        </p:spPr>
      </p:sp>
      <p:sp>
        <p:nvSpPr>
          <p:cNvPr id="21" name="Shape 18"/>
          <p:cNvSpPr/>
          <p:nvPr/>
        </p:nvSpPr>
        <p:spPr>
          <a:xfrm>
            <a:off x="7836771" y="6176772"/>
            <a:ext cx="82296" cy="82296"/>
          </a:xfrm>
          <a:prstGeom prst="ellipse">
            <a:avLst/>
          </a:prstGeom>
          <a:solidFill>
            <a:srgbClr val="8E9A82"/>
          </a:solidFill>
          <a:ln/>
        </p:spPr>
      </p:sp>
      <p:sp>
        <p:nvSpPr>
          <p:cNvPr id="22" name="Shape 19"/>
          <p:cNvSpPr/>
          <p:nvPr/>
        </p:nvSpPr>
        <p:spPr>
          <a:xfrm>
            <a:off x="7989207" y="6176772"/>
            <a:ext cx="82296" cy="82296"/>
          </a:xfrm>
          <a:prstGeom prst="ellipse">
            <a:avLst/>
          </a:prstGeom>
          <a:solidFill>
            <a:srgbClr val="8E9A82"/>
          </a:solidFill>
          <a:ln/>
        </p:spPr>
      </p:sp>
      <p:sp>
        <p:nvSpPr>
          <p:cNvPr id="23" name="Shape 20"/>
          <p:cNvSpPr/>
          <p:nvPr/>
        </p:nvSpPr>
        <p:spPr>
          <a:xfrm>
            <a:off x="8141643" y="6176772"/>
            <a:ext cx="82296" cy="82296"/>
          </a:xfrm>
          <a:prstGeom prst="ellipse">
            <a:avLst/>
          </a:prstGeom>
          <a:solidFill>
            <a:srgbClr val="8E9A82"/>
          </a:solidFill>
          <a:ln/>
        </p:spPr>
      </p:sp>
      <p:sp>
        <p:nvSpPr>
          <p:cNvPr id="24" name="Shape 21"/>
          <p:cNvSpPr/>
          <p:nvPr/>
        </p:nvSpPr>
        <p:spPr>
          <a:xfrm>
            <a:off x="8294080" y="6176772"/>
            <a:ext cx="82296" cy="82296"/>
          </a:xfrm>
          <a:prstGeom prst="ellipse">
            <a:avLst/>
          </a:prstGeom>
          <a:solidFill>
            <a:srgbClr val="8E9A82"/>
          </a:solidFill>
          <a:ln/>
        </p:spPr>
      </p:sp>
      <p:sp>
        <p:nvSpPr>
          <p:cNvPr id="25" name="Shape 22"/>
          <p:cNvSpPr/>
          <p:nvPr/>
        </p:nvSpPr>
        <p:spPr>
          <a:xfrm>
            <a:off x="8446516" y="6176772"/>
            <a:ext cx="82296" cy="82296"/>
          </a:xfrm>
          <a:prstGeom prst="ellipse">
            <a:avLst/>
          </a:prstGeom>
          <a:solidFill>
            <a:srgbClr val="8E9A82"/>
          </a:solidFill>
          <a:ln/>
        </p:spPr>
      </p:sp>
      <p:sp>
        <p:nvSpPr>
          <p:cNvPr id="26" name="Shape 23"/>
          <p:cNvSpPr/>
          <p:nvPr/>
        </p:nvSpPr>
        <p:spPr>
          <a:xfrm>
            <a:off x="8598953" y="6176772"/>
            <a:ext cx="82296" cy="82296"/>
          </a:xfrm>
          <a:prstGeom prst="ellipse">
            <a:avLst/>
          </a:prstGeom>
          <a:solidFill>
            <a:srgbClr val="8E9A82"/>
          </a:solidFill>
          <a:ln/>
        </p:spPr>
      </p:sp>
      <p:sp>
        <p:nvSpPr>
          <p:cNvPr id="27" name="Shape 24"/>
          <p:cNvSpPr/>
          <p:nvPr/>
        </p:nvSpPr>
        <p:spPr>
          <a:xfrm>
            <a:off x="8751389" y="6176772"/>
            <a:ext cx="82296" cy="82296"/>
          </a:xfrm>
          <a:prstGeom prst="ellipse">
            <a:avLst/>
          </a:prstGeom>
          <a:solidFill>
            <a:srgbClr val="8E9A82"/>
          </a:solidFill>
          <a:ln/>
        </p:spPr>
      </p:sp>
      <p:sp>
        <p:nvSpPr>
          <p:cNvPr id="28" name="Shape 25"/>
          <p:cNvSpPr/>
          <p:nvPr/>
        </p:nvSpPr>
        <p:spPr>
          <a:xfrm>
            <a:off x="8903826" y="6176772"/>
            <a:ext cx="82296" cy="82296"/>
          </a:xfrm>
          <a:prstGeom prst="ellipse">
            <a:avLst/>
          </a:prstGeom>
          <a:solidFill>
            <a:srgbClr val="8E9A82"/>
          </a:solidFill>
          <a:ln/>
        </p:spPr>
      </p:sp>
      <p:sp>
        <p:nvSpPr>
          <p:cNvPr id="29" name="Shape 26"/>
          <p:cNvSpPr/>
          <p:nvPr/>
        </p:nvSpPr>
        <p:spPr>
          <a:xfrm>
            <a:off x="9056262" y="6176772"/>
            <a:ext cx="82296" cy="82296"/>
          </a:xfrm>
          <a:prstGeom prst="ellipse">
            <a:avLst/>
          </a:prstGeom>
          <a:solidFill>
            <a:srgbClr val="8E9A82"/>
          </a:solidFill>
          <a:ln/>
        </p:spPr>
      </p:sp>
      <p:sp>
        <p:nvSpPr>
          <p:cNvPr id="30" name="Shape 27"/>
          <p:cNvSpPr/>
          <p:nvPr/>
        </p:nvSpPr>
        <p:spPr>
          <a:xfrm>
            <a:off x="9208699" y="6176772"/>
            <a:ext cx="82296" cy="82296"/>
          </a:xfrm>
          <a:prstGeom prst="ellipse">
            <a:avLst/>
          </a:prstGeom>
          <a:solidFill>
            <a:srgbClr val="8E9A82"/>
          </a:solidFill>
          <a:ln/>
        </p:spPr>
      </p:sp>
      <p:sp>
        <p:nvSpPr>
          <p:cNvPr id="31" name="Shape 28"/>
          <p:cNvSpPr/>
          <p:nvPr/>
        </p:nvSpPr>
        <p:spPr>
          <a:xfrm>
            <a:off x="9361135" y="6176772"/>
            <a:ext cx="82296" cy="82296"/>
          </a:xfrm>
          <a:prstGeom prst="ellipse">
            <a:avLst/>
          </a:prstGeom>
          <a:solidFill>
            <a:srgbClr val="8E9A82"/>
          </a:solidFill>
          <a:ln/>
        </p:spPr>
      </p:sp>
      <p:sp>
        <p:nvSpPr>
          <p:cNvPr id="32" name="Shape 29"/>
          <p:cNvSpPr/>
          <p:nvPr/>
        </p:nvSpPr>
        <p:spPr>
          <a:xfrm>
            <a:off x="9513572" y="6176772"/>
            <a:ext cx="82296" cy="82296"/>
          </a:xfrm>
          <a:prstGeom prst="ellipse">
            <a:avLst/>
          </a:prstGeom>
          <a:solidFill>
            <a:srgbClr val="8E9A82"/>
          </a:solidFill>
          <a:ln/>
        </p:spPr>
      </p:sp>
      <p:sp>
        <p:nvSpPr>
          <p:cNvPr id="33" name="Shape 30"/>
          <p:cNvSpPr/>
          <p:nvPr/>
        </p:nvSpPr>
        <p:spPr>
          <a:xfrm>
            <a:off x="9666008" y="6176772"/>
            <a:ext cx="82296" cy="82296"/>
          </a:xfrm>
          <a:prstGeom prst="ellipse">
            <a:avLst/>
          </a:prstGeom>
          <a:solidFill>
            <a:srgbClr val="8E9A82"/>
          </a:solidFill>
          <a:ln/>
        </p:spPr>
      </p:sp>
      <p:sp>
        <p:nvSpPr>
          <p:cNvPr id="34" name="Shape 31"/>
          <p:cNvSpPr/>
          <p:nvPr/>
        </p:nvSpPr>
        <p:spPr>
          <a:xfrm>
            <a:off x="9818444" y="6176772"/>
            <a:ext cx="82296" cy="82296"/>
          </a:xfrm>
          <a:prstGeom prst="ellipse">
            <a:avLst/>
          </a:prstGeom>
          <a:solidFill>
            <a:srgbClr val="8E9A82"/>
          </a:solidFill>
          <a:ln/>
        </p:spPr>
      </p:sp>
      <p:sp>
        <p:nvSpPr>
          <p:cNvPr id="35" name="Shape 32"/>
          <p:cNvSpPr/>
          <p:nvPr/>
        </p:nvSpPr>
        <p:spPr>
          <a:xfrm>
            <a:off x="9970881" y="6176772"/>
            <a:ext cx="82296" cy="82296"/>
          </a:xfrm>
          <a:prstGeom prst="ellipse">
            <a:avLst/>
          </a:prstGeom>
          <a:solidFill>
            <a:srgbClr val="8E9A82"/>
          </a:solidFill>
          <a:ln/>
        </p:spPr>
      </p:sp>
      <p:sp>
        <p:nvSpPr>
          <p:cNvPr id="36" name="Shape 33"/>
          <p:cNvSpPr/>
          <p:nvPr/>
        </p:nvSpPr>
        <p:spPr>
          <a:xfrm>
            <a:off x="10123317" y="6176772"/>
            <a:ext cx="82296" cy="82296"/>
          </a:xfrm>
          <a:prstGeom prst="ellipse">
            <a:avLst/>
          </a:prstGeom>
          <a:solidFill>
            <a:srgbClr val="8E9A82"/>
          </a:solidFill>
          <a:ln/>
        </p:spPr>
      </p:sp>
      <p:sp>
        <p:nvSpPr>
          <p:cNvPr id="37" name="Shape 34"/>
          <p:cNvSpPr/>
          <p:nvPr/>
        </p:nvSpPr>
        <p:spPr>
          <a:xfrm>
            <a:off x="10275754" y="6176772"/>
            <a:ext cx="82296" cy="82296"/>
          </a:xfrm>
          <a:prstGeom prst="ellipse">
            <a:avLst/>
          </a:prstGeom>
          <a:solidFill>
            <a:srgbClr val="8E9A82"/>
          </a:solidFill>
          <a:ln/>
        </p:spPr>
      </p:sp>
      <p:sp>
        <p:nvSpPr>
          <p:cNvPr id="38" name="Shape 35"/>
          <p:cNvSpPr/>
          <p:nvPr/>
        </p:nvSpPr>
        <p:spPr>
          <a:xfrm>
            <a:off x="10428190" y="6176772"/>
            <a:ext cx="82296" cy="82296"/>
          </a:xfrm>
          <a:prstGeom prst="ellipse">
            <a:avLst/>
          </a:prstGeom>
          <a:solidFill>
            <a:srgbClr val="8E9A82"/>
          </a:solidFill>
          <a:ln/>
        </p:spPr>
      </p:sp>
      <p:sp>
        <p:nvSpPr>
          <p:cNvPr id="39" name="Shape 36"/>
          <p:cNvSpPr/>
          <p:nvPr/>
        </p:nvSpPr>
        <p:spPr>
          <a:xfrm>
            <a:off x="10580627" y="6176772"/>
            <a:ext cx="82296" cy="82296"/>
          </a:xfrm>
          <a:prstGeom prst="ellipse">
            <a:avLst/>
          </a:prstGeom>
          <a:solidFill>
            <a:srgbClr val="8E9A82"/>
          </a:solidFill>
          <a:ln/>
        </p:spPr>
      </p:sp>
      <p:sp>
        <p:nvSpPr>
          <p:cNvPr id="40" name="Shape 37"/>
          <p:cNvSpPr/>
          <p:nvPr/>
        </p:nvSpPr>
        <p:spPr>
          <a:xfrm>
            <a:off x="10733063" y="6176772"/>
            <a:ext cx="82296" cy="82296"/>
          </a:xfrm>
          <a:prstGeom prst="ellipse">
            <a:avLst/>
          </a:prstGeom>
          <a:solidFill>
            <a:srgbClr val="8E9A82"/>
          </a:solidFill>
          <a:ln/>
        </p:spPr>
      </p:sp>
      <p:sp>
        <p:nvSpPr>
          <p:cNvPr id="41" name="Shape 38"/>
          <p:cNvSpPr/>
          <p:nvPr/>
        </p:nvSpPr>
        <p:spPr>
          <a:xfrm>
            <a:off x="10885500" y="6176772"/>
            <a:ext cx="82296" cy="82296"/>
          </a:xfrm>
          <a:prstGeom prst="ellipse">
            <a:avLst/>
          </a:prstGeom>
          <a:solidFill>
            <a:srgbClr val="8E9A82"/>
          </a:solidFill>
          <a:ln/>
        </p:spPr>
      </p:sp>
      <p:sp>
        <p:nvSpPr>
          <p:cNvPr id="42" name="Shape 39"/>
          <p:cNvSpPr/>
          <p:nvPr/>
        </p:nvSpPr>
        <p:spPr>
          <a:xfrm>
            <a:off x="11037936" y="6176772"/>
            <a:ext cx="82296" cy="82296"/>
          </a:xfrm>
          <a:prstGeom prst="ellipse">
            <a:avLst/>
          </a:prstGeom>
          <a:solidFill>
            <a:srgbClr val="8E9A82"/>
          </a:solidFill>
          <a:ln/>
        </p:spPr>
      </p:sp>
      <p:sp>
        <p:nvSpPr>
          <p:cNvPr id="43" name="Shape 40"/>
          <p:cNvSpPr/>
          <p:nvPr/>
        </p:nvSpPr>
        <p:spPr>
          <a:xfrm>
            <a:off x="11153797" y="6140196"/>
            <a:ext cx="155448" cy="155448"/>
          </a:xfrm>
          <a:prstGeom prst="ellipse">
            <a:avLst/>
          </a:prstGeom>
          <a:solidFill>
            <a:srgbClr val="2D4216"/>
          </a:solidFill>
          <a:ln/>
        </p:spPr>
      </p:sp>
      <p:sp>
        <p:nvSpPr>
          <p:cNvPr id="44" name="Shape 41"/>
          <p:cNvSpPr/>
          <p:nvPr/>
        </p:nvSpPr>
        <p:spPr>
          <a:xfrm>
            <a:off x="11342809" y="6176772"/>
            <a:ext cx="82296" cy="82296"/>
          </a:xfrm>
          <a:prstGeom prst="ellipse">
            <a:avLst/>
          </a:prstGeom>
          <a:solidFill>
            <a:srgbClr val="D3D9CC"/>
          </a:solidFill>
          <a:ln/>
        </p:spPr>
      </p:sp>
      <p:sp>
        <p:nvSpPr>
          <p:cNvPr id="25" name="Slide Number Placeholder 0"/>
          <p:cNvSpPr>
            <a:spLocks noGrp="1"/>
          </p:cNvSpPr>
          <p:nvPr>
            <p:ph type="sldNum" sz="quarter" idx="4294967295"/>
          </p:nvPr>
        </p:nvSpPr>
        <p:spPr>
          <a:xfrm>
            <a:off x="11155680" y="6510528"/>
            <a:ext cx="548640" cy="228600"/>
          </a:xfrm>
          <a:prstGeom prst="rect">
            <a:avLst/>
          </a:prstGeom>
          <a:extLst>
            <a:ext uri="{C572A759-6A51-4108-AA02-DFA0A04FC94B}">
              <ma14:wrappingTextBoxFlag xmlns:ma14="http://schemas.microsoft.com/office/mac/drawingml/2011/main" val="0"/>
            </a:ext>
          </a:extLst>
        </p:spPr>
        <p:txBody>
          <a:bodyPr/>
          <a:lstStyle>
            <a:lvl1pPr>
              <a:defRPr sz="1000">
                <a:solidFill>
                  <a:srgbClr val="6D7072"/>
                </a:solidFill>
              </a:defRPr>
            </a:lvl1pPr>
          </a:lstStyle>
          <a:p>
            <a:pPr algn="r"/>
            <a:fld id="{F7021451-1387-4CA6-816F-3879F97B5CBC}" type="slidenum">
              <a:rPr b="0" lang="en-US"/>
              <a:t>38</a:t>
            </a:fld>
            <a:endParaRPr lang="en-US"/>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spTree>
      <p:nvGrpSpPr>
        <p:cNvPr id="1" name=""/>
        <p:cNvGrpSpPr/>
        <p:nvPr/>
      </p:nvGrpSpPr>
      <p:grpSpPr>
        <a:xfrm>
          <a:off x="0" y="0"/>
          <a:ext cx="0" cy="0"/>
          <a:chOff x="0" y="0"/>
          <a:chExt cx="0" cy="0"/>
        </a:xfrm>
      </p:grpSpPr>
      <p:pic>
        <p:nvPicPr>
          <p:cNvPr id="2" name="Step 34 image" descr="Step 34: Close-up details to study">    </p:cNvPr>
          <p:cNvPicPr>
            <a:picLocks noChangeAspect="1"/>
          </p:cNvPicPr>
          <p:nvPr/>
        </p:nvPicPr>
        <p:blipFill>
          <a:blip r:embed="rId1"/>
          <a:stretch>
            <a:fillRect/>
          </a:stretch>
        </p:blipFill>
        <p:spPr>
          <a:xfrm>
            <a:off x="457200" y="411480"/>
            <a:ext cx="5317216" cy="6035040"/>
          </a:xfrm>
          <a:prstGeom prst="rect">
            <a:avLst/>
          </a:prstGeom>
        </p:spPr>
      </p:pic>
      <p:sp>
        <p:nvSpPr>
          <p:cNvPr id="3" name="Stage chip"/>
          <p:cNvSpPr txBox="1"/>
          <p:nvPr/>
        </p:nvSpPr>
        <p:spPr>
          <a:xfrm>
            <a:off x="6277336" y="640080"/>
            <a:ext cx="2785262" cy="292608"/>
          </a:xfrm>
          <a:prstGeom prst="roundRect">
            <a:avLst>
              <a:gd name="adj" fmla="val 31250"/>
            </a:avLst>
          </a:prstGeom>
          <a:solidFill>
            <a:srgbClr val="2D4216"/>
          </a:solidFill>
          <a:ln/>
        </p:spPr>
        <p:txBody>
          <a:bodyPr wrap="square" lIns="0" tIns="0" rIns="0" bIns="0" rtlCol="0" anchor="ctr"/>
          <a:lstStyle/>
          <a:p>
            <a:pPr algn="ctr" indent="0" marL="0">
              <a:buNone/>
            </a:pPr>
            <a:r>
              <a:rPr lang="en-US" sz="1100" b="1" dirty="0">
                <a:solidFill>
                  <a:srgbClr val="FFFFFF"/>
                </a:solidFill>
              </a:rPr>
              <a:t>STAGE 9 · FINISHED PAINTING</a:t>
            </a:r>
            <a:endParaRPr lang="en-US" sz="1100" dirty="0"/>
          </a:p>
        </p:txBody>
      </p:sp>
      <p:sp>
        <p:nvSpPr>
          <p:cNvPr id="4" name="Step counter"/>
          <p:cNvSpPr txBox="1"/>
          <p:nvPr/>
        </p:nvSpPr>
        <p:spPr>
          <a:xfrm>
            <a:off x="9905695" y="640080"/>
            <a:ext cx="1554480" cy="292608"/>
          </a:xfrm>
          <a:prstGeom prst="rect">
            <a:avLst/>
          </a:prstGeom>
          <a:noFill/>
          <a:ln/>
        </p:spPr>
        <p:txBody>
          <a:bodyPr wrap="square" lIns="0" tIns="0" rIns="0" bIns="0" rtlCol="0" anchor="ctr"/>
          <a:lstStyle/>
          <a:p>
            <a:pPr algn="r" indent="0" marL="0">
              <a:buNone/>
            </a:pPr>
            <a:r>
              <a:rPr lang="en-US" sz="1100" b="1" dirty="0">
                <a:solidFill>
                  <a:srgbClr val="6D7072"/>
                </a:solidFill>
              </a:rPr>
              <a:t>STEP 34 OF 34</a:t>
            </a:r>
            <a:endParaRPr lang="en-US" sz="1100" dirty="0"/>
          </a:p>
        </p:txBody>
      </p:sp>
      <p:sp>
        <p:nvSpPr>
          <p:cNvPr id="5" name="Text 1"/>
          <p:cNvSpPr/>
          <p:nvPr>
            <p:ph idx="101" type="title" hasCustomPrompt="1"/>
          </p:nvPr>
        </p:nvSpPr>
        <p:spPr>
          <a:xfrm>
            <a:off x="6277336" y="1051560"/>
            <a:ext cx="5182839" cy="868680"/>
          </a:xfrm>
          <a:prstGeom prst="rect">
            <a:avLst/>
          </a:prstGeom>
          <a:noFill/>
          <a:ln/>
        </p:spPr>
        <p:txBody>
          <a:bodyPr wrap="square" lIns="0" tIns="0" rIns="0" bIns="0" rtlCol="0" anchor="t"/>
          <a:lstStyle/>
          <a:p>
            <a:pPr algn="l" indent="0" marL="0">
              <a:buNone/>
            </a:pPr>
            <a:r>
              <a:rPr lang="en-US" sz="2600" b="1" dirty="0">
                <a:solidFill>
                  <a:schemeClr val="tx2"/>
                </a:solidFill>
              </a:rPr>
              <a:t>Close-up details to study</a:t>
            </a:r>
            <a:endParaRPr lang="en-US" sz="2600" dirty="0"/>
          </a:p>
        </p:txBody>
      </p:sp>
      <p:sp>
        <p:nvSpPr>
          <p:cNvPr id="6" name="Text 3"/>
          <p:cNvSpPr txBox="1"/>
          <p:nvPr/>
        </p:nvSpPr>
        <p:spPr>
          <a:xfrm>
            <a:off x="6277336" y="2011680"/>
            <a:ext cx="2743200" cy="228600"/>
          </a:xfrm>
          <a:prstGeom prst="rect">
            <a:avLst/>
          </a:prstGeom>
          <a:noFill/>
          <a:ln/>
        </p:spPr>
        <p:txBody>
          <a:bodyPr wrap="square" lIns="0" tIns="0" rIns="0" bIns="0" rtlCol="0" anchor="ctr"/>
          <a:lstStyle/>
          <a:p>
            <a:pPr indent="0" marL="0">
              <a:buNone/>
            </a:pPr>
            <a:r>
              <a:rPr lang="en-US" sz="1100" b="1" dirty="0">
                <a:solidFill>
                  <a:srgbClr val="6D7072"/>
                </a:solidFill>
              </a:rPr>
              <a:t>WHAT TO DO</a:t>
            </a:r>
            <a:endParaRPr lang="en-US" sz="1100" dirty="0"/>
          </a:p>
        </p:txBody>
      </p:sp>
      <p:sp>
        <p:nvSpPr>
          <p:cNvPr id="7" name="Instructions"/>
          <p:cNvSpPr txBox="1"/>
          <p:nvPr/>
        </p:nvSpPr>
        <p:spPr>
          <a:xfrm>
            <a:off x="6277336" y="2286000"/>
            <a:ext cx="5182839" cy="1874520"/>
          </a:xfrm>
          <a:prstGeom prst="rect">
            <a:avLst/>
          </a:prstGeom>
          <a:noFill/>
          <a:ln/>
        </p:spPr>
        <p:txBody>
          <a:bodyPr wrap="square" lIns="0" tIns="0" rIns="0" bIns="0" rtlCol="0" anchor="t"/>
          <a:lstStyle/>
          <a:p>
            <a:pPr marL="203200" indent="-203200">
              <a:spcAft>
                <a:spcPts val="600"/>
              </a:spcAft>
              <a:buSzPct val="100000"/>
              <a:buChar char="•"/>
            </a:pPr>
            <a:r>
              <a:rPr lang="en-US" sz="1500" dirty="0">
                <a:solidFill>
                  <a:schemeClr val="tx1"/>
                </a:solidFill>
              </a:rPr>
              <a:t>Flower beds: loose dabs of red, orange and yellow with dark green between them.</a:t>
            </a:r>
            <a:endParaRPr lang="en-US" sz="1500" dirty="0"/>
          </a:p>
          <a:p>
            <a:pPr marL="203200" indent="-203200">
              <a:spcAft>
                <a:spcPts val="600"/>
              </a:spcAft>
              <a:buSzPct val="100000"/>
              <a:buChar char="•"/>
            </a:pPr>
            <a:r>
              <a:rPr lang="en-US" sz="1500" dirty="0">
                <a:solidFill>
                  <a:schemeClr val="tx1"/>
                </a:solidFill>
              </a:rPr>
              <a:t>Road: even gray, with white dashes shrinking toward the vanishing point.</a:t>
            </a:r>
            <a:endParaRPr lang="en-US" sz="1500" dirty="0"/>
          </a:p>
          <a:p>
            <a:pPr marL="203200" indent="-203200">
              <a:spcAft>
                <a:spcPts val="600"/>
              </a:spcAft>
              <a:buSzPct val="100000"/>
              <a:buChar char="•"/>
            </a:pPr>
            <a:r>
              <a:rPr lang="en-US" sz="1500" dirty="0">
                <a:solidFill>
                  <a:schemeClr val="tx1"/>
                </a:solidFill>
              </a:rPr>
              <a:t>Trees: thin branches against the sky, with bright leaf clusters only at the tips.</a:t>
            </a:r>
            <a:endParaRPr lang="en-US" sz="1500" dirty="0"/>
          </a:p>
        </p:txBody>
      </p:sp>
      <p:sp>
        <p:nvSpPr>
          <p:cNvPr id="8" name="Tip box"/>
          <p:cNvSpPr/>
          <p:nvPr/>
        </p:nvSpPr>
        <p:spPr>
          <a:xfrm>
            <a:off x="6277336" y="4224528"/>
            <a:ext cx="5182839" cy="932688"/>
          </a:xfrm>
          <a:prstGeom prst="roundRect">
            <a:avLst>
              <a:gd name="adj" fmla="val 7843"/>
            </a:avLst>
          </a:prstGeom>
          <a:solidFill>
            <a:srgbClr val="F2F4F0"/>
          </a:solidFill>
          <a:ln/>
        </p:spPr>
      </p:sp>
      <p:sp>
        <p:nvSpPr>
          <p:cNvPr id="9" name="Tip text"/>
          <p:cNvSpPr txBox="1"/>
          <p:nvPr/>
        </p:nvSpPr>
        <p:spPr>
          <a:xfrm>
            <a:off x="6414496" y="4261104"/>
            <a:ext cx="4908519" cy="859536"/>
          </a:xfrm>
          <a:prstGeom prst="rect">
            <a:avLst/>
          </a:prstGeom>
          <a:noFill/>
          <a:ln/>
        </p:spPr>
        <p:txBody>
          <a:bodyPr wrap="square" lIns="0" tIns="0" rIns="0" bIns="0" rtlCol="0" anchor="ctr"/>
          <a:lstStyle/>
          <a:p>
            <a:pPr indent="0" marL="0">
              <a:buNone/>
            </a:pPr>
            <a:r>
              <a:rPr lang="en-US" sz="1000" b="1" dirty="0">
                <a:solidFill>
                  <a:srgbClr val="B4531A"/>
                </a:solidFill>
              </a:rPr>
              <a:t>WATCH FOR</a:t>
            </a:r>
            <a:endParaRPr lang="en-US" sz="1000" dirty="0"/>
          </a:p>
          <a:p>
            <a:pPr indent="0" marL="0">
              <a:buNone/>
            </a:pPr>
            <a:r>
              <a:rPr lang="en-US" sz="1400" dirty="0">
                <a:solidFill>
                  <a:schemeClr val="tx1"/>
                </a:solidFill>
              </a:rPr>
              <a:t>Run your eye along the road edges. Every line aims at the same point.</a:t>
            </a:r>
            <a:endParaRPr lang="en-US" sz="1000" dirty="0"/>
          </a:p>
        </p:txBody>
      </p:sp>
      <p:sp>
        <p:nvSpPr>
          <p:cNvPr id="10" name="Text 7"/>
          <p:cNvSpPr txBox="1"/>
          <p:nvPr/>
        </p:nvSpPr>
        <p:spPr>
          <a:xfrm>
            <a:off x="6277336" y="5285232"/>
            <a:ext cx="5182839" cy="201168"/>
          </a:xfrm>
          <a:prstGeom prst="rect">
            <a:avLst/>
          </a:prstGeom>
          <a:noFill/>
          <a:ln/>
        </p:spPr>
        <p:txBody>
          <a:bodyPr wrap="square" lIns="0" tIns="0" rIns="0" bIns="0" rtlCol="0" anchor="ctr"/>
          <a:lstStyle/>
          <a:p>
            <a:pPr indent="0" marL="0">
              <a:buNone/>
            </a:pPr>
            <a:r>
              <a:rPr lang="en-US" sz="1000" b="1" dirty="0">
                <a:solidFill>
                  <a:srgbClr val="6D7072"/>
                </a:solidFill>
              </a:rPr>
              <a:t>FULL PALETTE ON SLIDE 5</a:t>
            </a:r>
            <a:endParaRPr lang="en-US" sz="1000" dirty="0"/>
          </a:p>
        </p:txBody>
      </p:sp>
      <p:sp>
        <p:nvSpPr>
          <p:cNvPr id="11" name="Shape 8"/>
          <p:cNvSpPr/>
          <p:nvPr/>
        </p:nvSpPr>
        <p:spPr>
          <a:xfrm>
            <a:off x="6312406" y="6176772"/>
            <a:ext cx="82296" cy="82296"/>
          </a:xfrm>
          <a:prstGeom prst="ellipse">
            <a:avLst/>
          </a:prstGeom>
          <a:solidFill>
            <a:srgbClr val="8E9A82"/>
          </a:solidFill>
          <a:ln/>
        </p:spPr>
      </p:sp>
      <p:sp>
        <p:nvSpPr>
          <p:cNvPr id="12" name="Shape 9"/>
          <p:cNvSpPr/>
          <p:nvPr/>
        </p:nvSpPr>
        <p:spPr>
          <a:xfrm>
            <a:off x="6464843" y="6176772"/>
            <a:ext cx="82296" cy="82296"/>
          </a:xfrm>
          <a:prstGeom prst="ellipse">
            <a:avLst/>
          </a:prstGeom>
          <a:solidFill>
            <a:srgbClr val="8E9A82"/>
          </a:solidFill>
          <a:ln/>
        </p:spPr>
      </p:sp>
      <p:sp>
        <p:nvSpPr>
          <p:cNvPr id="13" name="Shape 10"/>
          <p:cNvSpPr/>
          <p:nvPr/>
        </p:nvSpPr>
        <p:spPr>
          <a:xfrm>
            <a:off x="6617279" y="6176772"/>
            <a:ext cx="82296" cy="82296"/>
          </a:xfrm>
          <a:prstGeom prst="ellipse">
            <a:avLst/>
          </a:prstGeom>
          <a:solidFill>
            <a:srgbClr val="8E9A82"/>
          </a:solidFill>
          <a:ln/>
        </p:spPr>
      </p:sp>
      <p:sp>
        <p:nvSpPr>
          <p:cNvPr id="14" name="Shape 11"/>
          <p:cNvSpPr/>
          <p:nvPr/>
        </p:nvSpPr>
        <p:spPr>
          <a:xfrm>
            <a:off x="6769715" y="6176772"/>
            <a:ext cx="82296" cy="82296"/>
          </a:xfrm>
          <a:prstGeom prst="ellipse">
            <a:avLst/>
          </a:prstGeom>
          <a:solidFill>
            <a:srgbClr val="8E9A82"/>
          </a:solidFill>
          <a:ln/>
        </p:spPr>
      </p:sp>
      <p:sp>
        <p:nvSpPr>
          <p:cNvPr id="15" name="Shape 12"/>
          <p:cNvSpPr/>
          <p:nvPr/>
        </p:nvSpPr>
        <p:spPr>
          <a:xfrm>
            <a:off x="6922152" y="6176772"/>
            <a:ext cx="82296" cy="82296"/>
          </a:xfrm>
          <a:prstGeom prst="ellipse">
            <a:avLst/>
          </a:prstGeom>
          <a:solidFill>
            <a:srgbClr val="8E9A82"/>
          </a:solidFill>
          <a:ln/>
        </p:spPr>
      </p:sp>
      <p:sp>
        <p:nvSpPr>
          <p:cNvPr id="16" name="Shape 13"/>
          <p:cNvSpPr/>
          <p:nvPr/>
        </p:nvSpPr>
        <p:spPr>
          <a:xfrm>
            <a:off x="7074588" y="6176772"/>
            <a:ext cx="82296" cy="82296"/>
          </a:xfrm>
          <a:prstGeom prst="ellipse">
            <a:avLst/>
          </a:prstGeom>
          <a:solidFill>
            <a:srgbClr val="8E9A82"/>
          </a:solidFill>
          <a:ln/>
        </p:spPr>
      </p:sp>
      <p:sp>
        <p:nvSpPr>
          <p:cNvPr id="17" name="Shape 14"/>
          <p:cNvSpPr/>
          <p:nvPr/>
        </p:nvSpPr>
        <p:spPr>
          <a:xfrm>
            <a:off x="7227025" y="6176772"/>
            <a:ext cx="82296" cy="82296"/>
          </a:xfrm>
          <a:prstGeom prst="ellipse">
            <a:avLst/>
          </a:prstGeom>
          <a:solidFill>
            <a:srgbClr val="8E9A82"/>
          </a:solidFill>
          <a:ln/>
        </p:spPr>
      </p:sp>
      <p:sp>
        <p:nvSpPr>
          <p:cNvPr id="18" name="Shape 15"/>
          <p:cNvSpPr/>
          <p:nvPr/>
        </p:nvSpPr>
        <p:spPr>
          <a:xfrm>
            <a:off x="7379461" y="6176772"/>
            <a:ext cx="82296" cy="82296"/>
          </a:xfrm>
          <a:prstGeom prst="ellipse">
            <a:avLst/>
          </a:prstGeom>
          <a:solidFill>
            <a:srgbClr val="8E9A82"/>
          </a:solidFill>
          <a:ln/>
        </p:spPr>
      </p:sp>
      <p:sp>
        <p:nvSpPr>
          <p:cNvPr id="19" name="Shape 16"/>
          <p:cNvSpPr/>
          <p:nvPr/>
        </p:nvSpPr>
        <p:spPr>
          <a:xfrm>
            <a:off x="7531898" y="6176772"/>
            <a:ext cx="82296" cy="82296"/>
          </a:xfrm>
          <a:prstGeom prst="ellipse">
            <a:avLst/>
          </a:prstGeom>
          <a:solidFill>
            <a:srgbClr val="8E9A82"/>
          </a:solidFill>
          <a:ln/>
        </p:spPr>
      </p:sp>
      <p:sp>
        <p:nvSpPr>
          <p:cNvPr id="20" name="Shape 17"/>
          <p:cNvSpPr/>
          <p:nvPr/>
        </p:nvSpPr>
        <p:spPr>
          <a:xfrm>
            <a:off x="7684334" y="6176772"/>
            <a:ext cx="82296" cy="82296"/>
          </a:xfrm>
          <a:prstGeom prst="ellipse">
            <a:avLst/>
          </a:prstGeom>
          <a:solidFill>
            <a:srgbClr val="8E9A82"/>
          </a:solidFill>
          <a:ln/>
        </p:spPr>
      </p:sp>
      <p:sp>
        <p:nvSpPr>
          <p:cNvPr id="21" name="Shape 18"/>
          <p:cNvSpPr/>
          <p:nvPr/>
        </p:nvSpPr>
        <p:spPr>
          <a:xfrm>
            <a:off x="7836771" y="6176772"/>
            <a:ext cx="82296" cy="82296"/>
          </a:xfrm>
          <a:prstGeom prst="ellipse">
            <a:avLst/>
          </a:prstGeom>
          <a:solidFill>
            <a:srgbClr val="8E9A82"/>
          </a:solidFill>
          <a:ln/>
        </p:spPr>
      </p:sp>
      <p:sp>
        <p:nvSpPr>
          <p:cNvPr id="22" name="Shape 19"/>
          <p:cNvSpPr/>
          <p:nvPr/>
        </p:nvSpPr>
        <p:spPr>
          <a:xfrm>
            <a:off x="7989207" y="6176772"/>
            <a:ext cx="82296" cy="82296"/>
          </a:xfrm>
          <a:prstGeom prst="ellipse">
            <a:avLst/>
          </a:prstGeom>
          <a:solidFill>
            <a:srgbClr val="8E9A82"/>
          </a:solidFill>
          <a:ln/>
        </p:spPr>
      </p:sp>
      <p:sp>
        <p:nvSpPr>
          <p:cNvPr id="23" name="Shape 20"/>
          <p:cNvSpPr/>
          <p:nvPr/>
        </p:nvSpPr>
        <p:spPr>
          <a:xfrm>
            <a:off x="8141643" y="6176772"/>
            <a:ext cx="82296" cy="82296"/>
          </a:xfrm>
          <a:prstGeom prst="ellipse">
            <a:avLst/>
          </a:prstGeom>
          <a:solidFill>
            <a:srgbClr val="8E9A82"/>
          </a:solidFill>
          <a:ln/>
        </p:spPr>
      </p:sp>
      <p:sp>
        <p:nvSpPr>
          <p:cNvPr id="24" name="Shape 21"/>
          <p:cNvSpPr/>
          <p:nvPr/>
        </p:nvSpPr>
        <p:spPr>
          <a:xfrm>
            <a:off x="8294080" y="6176772"/>
            <a:ext cx="82296" cy="82296"/>
          </a:xfrm>
          <a:prstGeom prst="ellipse">
            <a:avLst/>
          </a:prstGeom>
          <a:solidFill>
            <a:srgbClr val="8E9A82"/>
          </a:solidFill>
          <a:ln/>
        </p:spPr>
      </p:sp>
      <p:sp>
        <p:nvSpPr>
          <p:cNvPr id="25" name="Shape 22"/>
          <p:cNvSpPr/>
          <p:nvPr/>
        </p:nvSpPr>
        <p:spPr>
          <a:xfrm>
            <a:off x="8446516" y="6176772"/>
            <a:ext cx="82296" cy="82296"/>
          </a:xfrm>
          <a:prstGeom prst="ellipse">
            <a:avLst/>
          </a:prstGeom>
          <a:solidFill>
            <a:srgbClr val="8E9A82"/>
          </a:solidFill>
          <a:ln/>
        </p:spPr>
      </p:sp>
      <p:sp>
        <p:nvSpPr>
          <p:cNvPr id="26" name="Shape 23"/>
          <p:cNvSpPr/>
          <p:nvPr/>
        </p:nvSpPr>
        <p:spPr>
          <a:xfrm>
            <a:off x="8598953" y="6176772"/>
            <a:ext cx="82296" cy="82296"/>
          </a:xfrm>
          <a:prstGeom prst="ellipse">
            <a:avLst/>
          </a:prstGeom>
          <a:solidFill>
            <a:srgbClr val="8E9A82"/>
          </a:solidFill>
          <a:ln/>
        </p:spPr>
      </p:sp>
      <p:sp>
        <p:nvSpPr>
          <p:cNvPr id="27" name="Shape 24"/>
          <p:cNvSpPr/>
          <p:nvPr/>
        </p:nvSpPr>
        <p:spPr>
          <a:xfrm>
            <a:off x="8751389" y="6176772"/>
            <a:ext cx="82296" cy="82296"/>
          </a:xfrm>
          <a:prstGeom prst="ellipse">
            <a:avLst/>
          </a:prstGeom>
          <a:solidFill>
            <a:srgbClr val="8E9A82"/>
          </a:solidFill>
          <a:ln/>
        </p:spPr>
      </p:sp>
      <p:sp>
        <p:nvSpPr>
          <p:cNvPr id="28" name="Shape 25"/>
          <p:cNvSpPr/>
          <p:nvPr/>
        </p:nvSpPr>
        <p:spPr>
          <a:xfrm>
            <a:off x="8903826" y="6176772"/>
            <a:ext cx="82296" cy="82296"/>
          </a:xfrm>
          <a:prstGeom prst="ellipse">
            <a:avLst/>
          </a:prstGeom>
          <a:solidFill>
            <a:srgbClr val="8E9A82"/>
          </a:solidFill>
          <a:ln/>
        </p:spPr>
      </p:sp>
      <p:sp>
        <p:nvSpPr>
          <p:cNvPr id="29" name="Shape 26"/>
          <p:cNvSpPr/>
          <p:nvPr/>
        </p:nvSpPr>
        <p:spPr>
          <a:xfrm>
            <a:off x="9056262" y="6176772"/>
            <a:ext cx="82296" cy="82296"/>
          </a:xfrm>
          <a:prstGeom prst="ellipse">
            <a:avLst/>
          </a:prstGeom>
          <a:solidFill>
            <a:srgbClr val="8E9A82"/>
          </a:solidFill>
          <a:ln/>
        </p:spPr>
      </p:sp>
      <p:sp>
        <p:nvSpPr>
          <p:cNvPr id="30" name="Shape 27"/>
          <p:cNvSpPr/>
          <p:nvPr/>
        </p:nvSpPr>
        <p:spPr>
          <a:xfrm>
            <a:off x="9208699" y="6176772"/>
            <a:ext cx="82296" cy="82296"/>
          </a:xfrm>
          <a:prstGeom prst="ellipse">
            <a:avLst/>
          </a:prstGeom>
          <a:solidFill>
            <a:srgbClr val="8E9A82"/>
          </a:solidFill>
          <a:ln/>
        </p:spPr>
      </p:sp>
      <p:sp>
        <p:nvSpPr>
          <p:cNvPr id="31" name="Shape 28"/>
          <p:cNvSpPr/>
          <p:nvPr/>
        </p:nvSpPr>
        <p:spPr>
          <a:xfrm>
            <a:off x="9361135" y="6176772"/>
            <a:ext cx="82296" cy="82296"/>
          </a:xfrm>
          <a:prstGeom prst="ellipse">
            <a:avLst/>
          </a:prstGeom>
          <a:solidFill>
            <a:srgbClr val="8E9A82"/>
          </a:solidFill>
          <a:ln/>
        </p:spPr>
      </p:sp>
      <p:sp>
        <p:nvSpPr>
          <p:cNvPr id="32" name="Shape 29"/>
          <p:cNvSpPr/>
          <p:nvPr/>
        </p:nvSpPr>
        <p:spPr>
          <a:xfrm>
            <a:off x="9513572" y="6176772"/>
            <a:ext cx="82296" cy="82296"/>
          </a:xfrm>
          <a:prstGeom prst="ellipse">
            <a:avLst/>
          </a:prstGeom>
          <a:solidFill>
            <a:srgbClr val="8E9A82"/>
          </a:solidFill>
          <a:ln/>
        </p:spPr>
      </p:sp>
      <p:sp>
        <p:nvSpPr>
          <p:cNvPr id="33" name="Shape 30"/>
          <p:cNvSpPr/>
          <p:nvPr/>
        </p:nvSpPr>
        <p:spPr>
          <a:xfrm>
            <a:off x="9666008" y="6176772"/>
            <a:ext cx="82296" cy="82296"/>
          </a:xfrm>
          <a:prstGeom prst="ellipse">
            <a:avLst/>
          </a:prstGeom>
          <a:solidFill>
            <a:srgbClr val="8E9A82"/>
          </a:solidFill>
          <a:ln/>
        </p:spPr>
      </p:sp>
      <p:sp>
        <p:nvSpPr>
          <p:cNvPr id="34" name="Shape 31"/>
          <p:cNvSpPr/>
          <p:nvPr/>
        </p:nvSpPr>
        <p:spPr>
          <a:xfrm>
            <a:off x="9818444" y="6176772"/>
            <a:ext cx="82296" cy="82296"/>
          </a:xfrm>
          <a:prstGeom prst="ellipse">
            <a:avLst/>
          </a:prstGeom>
          <a:solidFill>
            <a:srgbClr val="8E9A82"/>
          </a:solidFill>
          <a:ln/>
        </p:spPr>
      </p:sp>
      <p:sp>
        <p:nvSpPr>
          <p:cNvPr id="35" name="Shape 32"/>
          <p:cNvSpPr/>
          <p:nvPr/>
        </p:nvSpPr>
        <p:spPr>
          <a:xfrm>
            <a:off x="9970881" y="6176772"/>
            <a:ext cx="82296" cy="82296"/>
          </a:xfrm>
          <a:prstGeom prst="ellipse">
            <a:avLst/>
          </a:prstGeom>
          <a:solidFill>
            <a:srgbClr val="8E9A82"/>
          </a:solidFill>
          <a:ln/>
        </p:spPr>
      </p:sp>
      <p:sp>
        <p:nvSpPr>
          <p:cNvPr id="36" name="Shape 33"/>
          <p:cNvSpPr/>
          <p:nvPr/>
        </p:nvSpPr>
        <p:spPr>
          <a:xfrm>
            <a:off x="10123317" y="6176772"/>
            <a:ext cx="82296" cy="82296"/>
          </a:xfrm>
          <a:prstGeom prst="ellipse">
            <a:avLst/>
          </a:prstGeom>
          <a:solidFill>
            <a:srgbClr val="8E9A82"/>
          </a:solidFill>
          <a:ln/>
        </p:spPr>
      </p:sp>
      <p:sp>
        <p:nvSpPr>
          <p:cNvPr id="37" name="Shape 34"/>
          <p:cNvSpPr/>
          <p:nvPr/>
        </p:nvSpPr>
        <p:spPr>
          <a:xfrm>
            <a:off x="10275754" y="6176772"/>
            <a:ext cx="82296" cy="82296"/>
          </a:xfrm>
          <a:prstGeom prst="ellipse">
            <a:avLst/>
          </a:prstGeom>
          <a:solidFill>
            <a:srgbClr val="8E9A82"/>
          </a:solidFill>
          <a:ln/>
        </p:spPr>
      </p:sp>
      <p:sp>
        <p:nvSpPr>
          <p:cNvPr id="38" name="Shape 35"/>
          <p:cNvSpPr/>
          <p:nvPr/>
        </p:nvSpPr>
        <p:spPr>
          <a:xfrm>
            <a:off x="10428190" y="6176772"/>
            <a:ext cx="82296" cy="82296"/>
          </a:xfrm>
          <a:prstGeom prst="ellipse">
            <a:avLst/>
          </a:prstGeom>
          <a:solidFill>
            <a:srgbClr val="8E9A82"/>
          </a:solidFill>
          <a:ln/>
        </p:spPr>
      </p:sp>
      <p:sp>
        <p:nvSpPr>
          <p:cNvPr id="39" name="Shape 36"/>
          <p:cNvSpPr/>
          <p:nvPr/>
        </p:nvSpPr>
        <p:spPr>
          <a:xfrm>
            <a:off x="10580627" y="6176772"/>
            <a:ext cx="82296" cy="82296"/>
          </a:xfrm>
          <a:prstGeom prst="ellipse">
            <a:avLst/>
          </a:prstGeom>
          <a:solidFill>
            <a:srgbClr val="8E9A82"/>
          </a:solidFill>
          <a:ln/>
        </p:spPr>
      </p:sp>
      <p:sp>
        <p:nvSpPr>
          <p:cNvPr id="40" name="Shape 37"/>
          <p:cNvSpPr/>
          <p:nvPr/>
        </p:nvSpPr>
        <p:spPr>
          <a:xfrm>
            <a:off x="10733063" y="6176772"/>
            <a:ext cx="82296" cy="82296"/>
          </a:xfrm>
          <a:prstGeom prst="ellipse">
            <a:avLst/>
          </a:prstGeom>
          <a:solidFill>
            <a:srgbClr val="8E9A82"/>
          </a:solidFill>
          <a:ln/>
        </p:spPr>
      </p:sp>
      <p:sp>
        <p:nvSpPr>
          <p:cNvPr id="41" name="Shape 38"/>
          <p:cNvSpPr/>
          <p:nvPr/>
        </p:nvSpPr>
        <p:spPr>
          <a:xfrm>
            <a:off x="10885500" y="6176772"/>
            <a:ext cx="82296" cy="82296"/>
          </a:xfrm>
          <a:prstGeom prst="ellipse">
            <a:avLst/>
          </a:prstGeom>
          <a:solidFill>
            <a:srgbClr val="8E9A82"/>
          </a:solidFill>
          <a:ln/>
        </p:spPr>
      </p:sp>
      <p:sp>
        <p:nvSpPr>
          <p:cNvPr id="42" name="Shape 39"/>
          <p:cNvSpPr/>
          <p:nvPr/>
        </p:nvSpPr>
        <p:spPr>
          <a:xfrm>
            <a:off x="11037936" y="6176772"/>
            <a:ext cx="82296" cy="82296"/>
          </a:xfrm>
          <a:prstGeom prst="ellipse">
            <a:avLst/>
          </a:prstGeom>
          <a:solidFill>
            <a:srgbClr val="8E9A82"/>
          </a:solidFill>
          <a:ln/>
        </p:spPr>
      </p:sp>
      <p:sp>
        <p:nvSpPr>
          <p:cNvPr id="43" name="Shape 40"/>
          <p:cNvSpPr/>
          <p:nvPr/>
        </p:nvSpPr>
        <p:spPr>
          <a:xfrm>
            <a:off x="11190373" y="6176772"/>
            <a:ext cx="82296" cy="82296"/>
          </a:xfrm>
          <a:prstGeom prst="ellipse">
            <a:avLst/>
          </a:prstGeom>
          <a:solidFill>
            <a:srgbClr val="8E9A82"/>
          </a:solidFill>
          <a:ln/>
        </p:spPr>
      </p:sp>
      <p:sp>
        <p:nvSpPr>
          <p:cNvPr id="44" name="Shape 41"/>
          <p:cNvSpPr/>
          <p:nvPr/>
        </p:nvSpPr>
        <p:spPr>
          <a:xfrm>
            <a:off x="11306233" y="6140196"/>
            <a:ext cx="155448" cy="155448"/>
          </a:xfrm>
          <a:prstGeom prst="ellipse">
            <a:avLst/>
          </a:prstGeom>
          <a:solidFill>
            <a:srgbClr val="2D4216"/>
          </a:solidFill>
          <a:ln/>
        </p:spPr>
      </p:sp>
      <p:sp>
        <p:nvSpPr>
          <p:cNvPr id="25" name="Slide Number Placeholder 0"/>
          <p:cNvSpPr>
            <a:spLocks noGrp="1"/>
          </p:cNvSpPr>
          <p:nvPr>
            <p:ph type="sldNum" sz="quarter" idx="4294967295"/>
          </p:nvPr>
        </p:nvSpPr>
        <p:spPr>
          <a:xfrm>
            <a:off x="11155680" y="6510528"/>
            <a:ext cx="548640" cy="228600"/>
          </a:xfrm>
          <a:prstGeom prst="rect">
            <a:avLst/>
          </a:prstGeom>
          <a:extLst>
            <a:ext uri="{C572A759-6A51-4108-AA02-DFA0A04FC94B}">
              <ma14:wrappingTextBoxFlag xmlns:ma14="http://schemas.microsoft.com/office/mac/drawingml/2011/main" val="0"/>
            </a:ext>
          </a:extLst>
        </p:spPr>
        <p:txBody>
          <a:bodyPr/>
          <a:lstStyle>
            <a:lvl1pPr>
              <a:defRPr sz="1000">
                <a:solidFill>
                  <a:srgbClr val="6D7072"/>
                </a:solidFill>
              </a:defRPr>
            </a:lvl1pPr>
          </a:lstStyle>
          <a:p>
            <a:pPr algn="r"/>
            <a:fld id="{F7021451-1387-4CA6-816F-3879F97B5CBC}" type="slidenum">
              <a:rPr b="0" lang="en-US"/>
              <a:t>39</a:t>
            </a:fld>
            <a:endParaRPr lang="en-US"/>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685800"/>
          </a:xfrm>
          <a:prstGeom prst="rect">
            <a:avLst/>
          </a:prstGeom>
          <a:noFill/>
          <a:ln/>
        </p:spPr>
        <p:txBody>
          <a:bodyPr wrap="square" lIns="0" tIns="0" rIns="0" bIns="0" rtlCol="0" anchor="ctr"/>
          <a:lstStyle/>
          <a:p>
            <a:pPr algn="l" indent="0" marL="0">
              <a:buNone/>
            </a:pPr>
            <a:r>
              <a:rPr lang="en-US" sz="3000" b="1" dirty="0">
                <a:solidFill>
                  <a:schemeClr val="tx2"/>
                </a:solidFill>
              </a:rPr>
              <a:t>Tips for your first attempt</a:t>
            </a:r>
            <a:endParaRPr lang="en-US" sz="3000" dirty="0"/>
          </a:p>
        </p:txBody>
      </p:sp>
      <p:sp>
        <p:nvSpPr>
          <p:cNvPr id="3" name="Shape 1"/>
          <p:cNvSpPr/>
          <p:nvPr/>
        </p:nvSpPr>
        <p:spPr>
          <a:xfrm>
            <a:off x="548640" y="1188720"/>
            <a:ext cx="3611880" cy="1874520"/>
          </a:xfrm>
          <a:prstGeom prst="roundRect">
            <a:avLst>
              <a:gd name="adj" fmla="val 3902"/>
            </a:avLst>
          </a:prstGeom>
          <a:solidFill>
            <a:srgbClr val="FFFFFF"/>
          </a:solidFill>
          <a:ln/>
          <a:effectLst>
            <a:outerShdw sx="100000" sy="100000" kx="0" ky="0" algn="bl" rotWithShape="0" blurRad="76200" dist="25400" dir="5400000">
              <a:srgbClr val="000000">
                <a:alpha val="12000"/>
              </a:srgbClr>
            </a:outerShdw>
          </a:effectLst>
        </p:spPr>
      </p:sp>
      <p:sp>
        <p:nvSpPr>
          <p:cNvPr id="4" name="Shape 2"/>
          <p:cNvSpPr/>
          <p:nvPr/>
        </p:nvSpPr>
        <p:spPr>
          <a:xfrm>
            <a:off x="731520" y="1371600"/>
            <a:ext cx="402336" cy="402336"/>
          </a:xfrm>
          <a:prstGeom prst="ellipse">
            <a:avLst/>
          </a:prstGeom>
          <a:solidFill>
            <a:srgbClr val="2F5FC4"/>
          </a:solidFill>
          <a:ln/>
        </p:spPr>
      </p:sp>
      <p:sp>
        <p:nvSpPr>
          <p:cNvPr id="5" name="Text 3"/>
          <p:cNvSpPr txBox="1"/>
          <p:nvPr/>
        </p:nvSpPr>
        <p:spPr>
          <a:xfrm>
            <a:off x="731520" y="1371600"/>
            <a:ext cx="402336" cy="402336"/>
          </a:xfrm>
          <a:prstGeom prst="rect">
            <a:avLst/>
          </a:prstGeom>
          <a:noFill/>
          <a:ln/>
        </p:spPr>
        <p:txBody>
          <a:bodyPr wrap="square" lIns="0" tIns="0" rIns="0" bIns="0" rtlCol="0" anchor="ctr"/>
          <a:lstStyle/>
          <a:p>
            <a:pPr algn="ctr" indent="0" marL="0">
              <a:buNone/>
            </a:pPr>
            <a:r>
              <a:rPr lang="en-US" sz="1600" b="1" dirty="0">
                <a:solidFill>
                  <a:schemeClr val="bg1"/>
                </a:solidFill>
              </a:rPr>
              <a:t>1</a:t>
            </a:r>
            <a:endParaRPr lang="en-US" sz="1600" dirty="0"/>
          </a:p>
        </p:txBody>
      </p:sp>
      <p:sp>
        <p:nvSpPr>
          <p:cNvPr id="6" name="Text 4"/>
          <p:cNvSpPr txBox="1"/>
          <p:nvPr/>
        </p:nvSpPr>
        <p:spPr>
          <a:xfrm>
            <a:off x="1261872" y="1371600"/>
            <a:ext cx="2743200" cy="402336"/>
          </a:xfrm>
          <a:prstGeom prst="rect">
            <a:avLst/>
          </a:prstGeom>
          <a:noFill/>
          <a:ln/>
        </p:spPr>
        <p:txBody>
          <a:bodyPr wrap="square" lIns="0" tIns="0" rIns="0" bIns="0" rtlCol="0" anchor="ctr"/>
          <a:lstStyle/>
          <a:p>
            <a:pPr indent="0" marL="0">
              <a:buNone/>
            </a:pPr>
            <a:r>
              <a:rPr lang="en-US" sz="1600" b="1" dirty="0">
                <a:solidFill>
                  <a:schemeClr val="tx2"/>
                </a:solidFill>
              </a:rPr>
              <a:t>Practice the dabs first</a:t>
            </a:r>
            <a:endParaRPr lang="en-US" sz="1600" dirty="0"/>
          </a:p>
        </p:txBody>
      </p:sp>
      <p:sp>
        <p:nvSpPr>
          <p:cNvPr id="7" name="Text 5"/>
          <p:cNvSpPr txBox="1"/>
          <p:nvPr/>
        </p:nvSpPr>
        <p:spPr>
          <a:xfrm>
            <a:off x="731520" y="1965960"/>
            <a:ext cx="3246120" cy="960120"/>
          </a:xfrm>
          <a:prstGeom prst="rect">
            <a:avLst/>
          </a:prstGeom>
          <a:noFill/>
          <a:ln/>
        </p:spPr>
        <p:txBody>
          <a:bodyPr wrap="square" lIns="0" tIns="0" rIns="0" bIns="0" rtlCol="0" anchor="t"/>
          <a:lstStyle/>
          <a:p>
            <a:pPr indent="0" marL="0">
              <a:buNone/>
            </a:pPr>
            <a:r>
              <a:rPr lang="en-US" sz="1400" dirty="0">
                <a:solidFill>
                  <a:schemeClr val="tx1"/>
                </a:solidFill>
              </a:rPr>
              <a:t>Try the cloud dabs, flower dabs and leaf clusters on a scrap of paper before you commit to the painting.</a:t>
            </a:r>
            <a:endParaRPr lang="en-US" sz="1400" dirty="0"/>
          </a:p>
        </p:txBody>
      </p:sp>
      <p:sp>
        <p:nvSpPr>
          <p:cNvPr id="8" name="Shape 6"/>
          <p:cNvSpPr/>
          <p:nvPr/>
        </p:nvSpPr>
        <p:spPr>
          <a:xfrm>
            <a:off x="4315968" y="1188720"/>
            <a:ext cx="3611880" cy="1874520"/>
          </a:xfrm>
          <a:prstGeom prst="roundRect">
            <a:avLst>
              <a:gd name="adj" fmla="val 3902"/>
            </a:avLst>
          </a:prstGeom>
          <a:solidFill>
            <a:srgbClr val="FFFFFF"/>
          </a:solidFill>
          <a:ln/>
          <a:effectLst>
            <a:outerShdw sx="100000" sy="100000" kx="0" ky="0" algn="bl" rotWithShape="0" blurRad="76200" dist="25400" dir="5400000">
              <a:srgbClr val="000000">
                <a:alpha val="12000"/>
              </a:srgbClr>
            </a:outerShdw>
          </a:effectLst>
        </p:spPr>
      </p:sp>
      <p:sp>
        <p:nvSpPr>
          <p:cNvPr id="9" name="Shape 7"/>
          <p:cNvSpPr/>
          <p:nvPr/>
        </p:nvSpPr>
        <p:spPr>
          <a:xfrm>
            <a:off x="4498848" y="1371600"/>
            <a:ext cx="402336" cy="402336"/>
          </a:xfrm>
          <a:prstGeom prst="ellipse">
            <a:avLst/>
          </a:prstGeom>
          <a:solidFill>
            <a:srgbClr val="5E6A1E"/>
          </a:solidFill>
          <a:ln/>
        </p:spPr>
      </p:sp>
      <p:sp>
        <p:nvSpPr>
          <p:cNvPr id="10" name="Text 8"/>
          <p:cNvSpPr txBox="1"/>
          <p:nvPr/>
        </p:nvSpPr>
        <p:spPr>
          <a:xfrm>
            <a:off x="4498848" y="1371600"/>
            <a:ext cx="402336" cy="402336"/>
          </a:xfrm>
          <a:prstGeom prst="rect">
            <a:avLst/>
          </a:prstGeom>
          <a:noFill/>
          <a:ln/>
        </p:spPr>
        <p:txBody>
          <a:bodyPr wrap="square" lIns="0" tIns="0" rIns="0" bIns="0" rtlCol="0" anchor="ctr"/>
          <a:lstStyle/>
          <a:p>
            <a:pPr algn="ctr" indent="0" marL="0">
              <a:buNone/>
            </a:pPr>
            <a:r>
              <a:rPr lang="en-US" sz="1600" b="1" dirty="0">
                <a:solidFill>
                  <a:schemeClr val="bg1"/>
                </a:solidFill>
              </a:rPr>
              <a:t>2</a:t>
            </a:r>
            <a:endParaRPr lang="en-US" sz="1600" dirty="0"/>
          </a:p>
        </p:txBody>
      </p:sp>
      <p:sp>
        <p:nvSpPr>
          <p:cNvPr id="11" name="Text 9"/>
          <p:cNvSpPr txBox="1"/>
          <p:nvPr/>
        </p:nvSpPr>
        <p:spPr>
          <a:xfrm>
            <a:off x="5029200" y="1371600"/>
            <a:ext cx="2743200" cy="402336"/>
          </a:xfrm>
          <a:prstGeom prst="rect">
            <a:avLst/>
          </a:prstGeom>
          <a:noFill/>
          <a:ln/>
        </p:spPr>
        <p:txBody>
          <a:bodyPr wrap="square" lIns="0" tIns="0" rIns="0" bIns="0" rtlCol="0" anchor="ctr"/>
          <a:lstStyle/>
          <a:p>
            <a:pPr indent="0" marL="0">
              <a:buNone/>
            </a:pPr>
            <a:r>
              <a:rPr lang="en-US" sz="1600" b="1" dirty="0">
                <a:solidFill>
                  <a:schemeClr val="tx2"/>
                </a:solidFill>
              </a:rPr>
              <a:t>Test every color on scrap paper</a:t>
            </a:r>
            <a:endParaRPr lang="en-US" sz="1600" dirty="0"/>
          </a:p>
        </p:txBody>
      </p:sp>
      <p:sp>
        <p:nvSpPr>
          <p:cNvPr id="12" name="Text 10"/>
          <p:cNvSpPr txBox="1"/>
          <p:nvPr/>
        </p:nvSpPr>
        <p:spPr>
          <a:xfrm>
            <a:off x="4498848" y="1965960"/>
            <a:ext cx="3246120" cy="960120"/>
          </a:xfrm>
          <a:prstGeom prst="rect">
            <a:avLst/>
          </a:prstGeom>
          <a:noFill/>
          <a:ln/>
        </p:spPr>
        <p:txBody>
          <a:bodyPr wrap="square" lIns="0" tIns="0" rIns="0" bIns="0" rtlCol="0" anchor="t"/>
          <a:lstStyle/>
          <a:p>
            <a:pPr indent="0" marL="0">
              <a:buNone/>
            </a:pPr>
            <a:r>
              <a:rPr lang="en-US" sz="1400" dirty="0">
                <a:solidFill>
                  <a:schemeClr val="tx1"/>
                </a:solidFill>
              </a:rPr>
              <a:t>Watercolor dries lighter than it looks wet. A quick swatch saves a lot of guessing.</a:t>
            </a:r>
            <a:endParaRPr lang="en-US" sz="1400" dirty="0"/>
          </a:p>
        </p:txBody>
      </p:sp>
      <p:sp>
        <p:nvSpPr>
          <p:cNvPr id="13" name="Shape 11"/>
          <p:cNvSpPr/>
          <p:nvPr/>
        </p:nvSpPr>
        <p:spPr>
          <a:xfrm>
            <a:off x="8083296" y="1188720"/>
            <a:ext cx="3611880" cy="1874520"/>
          </a:xfrm>
          <a:prstGeom prst="roundRect">
            <a:avLst>
              <a:gd name="adj" fmla="val 3902"/>
            </a:avLst>
          </a:prstGeom>
          <a:solidFill>
            <a:srgbClr val="FFFFFF"/>
          </a:solidFill>
          <a:ln/>
          <a:effectLst>
            <a:outerShdw sx="100000" sy="100000" kx="0" ky="0" algn="bl" rotWithShape="0" blurRad="76200" dist="25400" dir="5400000">
              <a:srgbClr val="000000">
                <a:alpha val="12000"/>
              </a:srgbClr>
            </a:outerShdw>
          </a:effectLst>
        </p:spPr>
      </p:sp>
      <p:sp>
        <p:nvSpPr>
          <p:cNvPr id="14" name="Shape 12"/>
          <p:cNvSpPr/>
          <p:nvPr/>
        </p:nvSpPr>
        <p:spPr>
          <a:xfrm>
            <a:off x="8266176" y="1371600"/>
            <a:ext cx="402336" cy="402336"/>
          </a:xfrm>
          <a:prstGeom prst="ellipse">
            <a:avLst/>
          </a:prstGeom>
          <a:solidFill>
            <a:srgbClr val="5A6068"/>
          </a:solidFill>
          <a:ln/>
        </p:spPr>
      </p:sp>
      <p:sp>
        <p:nvSpPr>
          <p:cNvPr id="15" name="Text 13"/>
          <p:cNvSpPr txBox="1"/>
          <p:nvPr/>
        </p:nvSpPr>
        <p:spPr>
          <a:xfrm>
            <a:off x="8266176" y="1371600"/>
            <a:ext cx="402336" cy="402336"/>
          </a:xfrm>
          <a:prstGeom prst="rect">
            <a:avLst/>
          </a:prstGeom>
          <a:noFill/>
          <a:ln/>
        </p:spPr>
        <p:txBody>
          <a:bodyPr wrap="square" lIns="0" tIns="0" rIns="0" bIns="0" rtlCol="0" anchor="ctr"/>
          <a:lstStyle/>
          <a:p>
            <a:pPr algn="ctr" indent="0" marL="0">
              <a:buNone/>
            </a:pPr>
            <a:r>
              <a:rPr lang="en-US" sz="1600" b="1" dirty="0">
                <a:solidFill>
                  <a:schemeClr val="bg1"/>
                </a:solidFill>
              </a:rPr>
              <a:t>3</a:t>
            </a:r>
            <a:endParaRPr lang="en-US" sz="1600" dirty="0"/>
          </a:p>
        </p:txBody>
      </p:sp>
      <p:sp>
        <p:nvSpPr>
          <p:cNvPr id="16" name="Text 14"/>
          <p:cNvSpPr txBox="1"/>
          <p:nvPr/>
        </p:nvSpPr>
        <p:spPr>
          <a:xfrm>
            <a:off x="8796528" y="1371600"/>
            <a:ext cx="2743200" cy="402336"/>
          </a:xfrm>
          <a:prstGeom prst="rect">
            <a:avLst/>
          </a:prstGeom>
          <a:noFill/>
          <a:ln/>
        </p:spPr>
        <p:txBody>
          <a:bodyPr wrap="square" lIns="0" tIns="0" rIns="0" bIns="0" rtlCol="0" anchor="ctr"/>
          <a:lstStyle/>
          <a:p>
            <a:pPr indent="0" marL="0">
              <a:buNone/>
            </a:pPr>
            <a:r>
              <a:rPr lang="en-US" sz="1600" b="1" dirty="0">
                <a:solidFill>
                  <a:schemeClr val="tx2"/>
                </a:solidFill>
              </a:rPr>
              <a:t>Keep the pencil light</a:t>
            </a:r>
            <a:endParaRPr lang="en-US" sz="1600" dirty="0"/>
          </a:p>
        </p:txBody>
      </p:sp>
      <p:sp>
        <p:nvSpPr>
          <p:cNvPr id="17" name="Text 15"/>
          <p:cNvSpPr txBox="1"/>
          <p:nvPr/>
        </p:nvSpPr>
        <p:spPr>
          <a:xfrm>
            <a:off x="8266176" y="1965960"/>
            <a:ext cx="3246120" cy="960120"/>
          </a:xfrm>
          <a:prstGeom prst="rect">
            <a:avLst/>
          </a:prstGeom>
          <a:noFill/>
          <a:ln/>
        </p:spPr>
        <p:txBody>
          <a:bodyPr wrap="square" lIns="0" tIns="0" rIns="0" bIns="0" rtlCol="0" anchor="t"/>
          <a:lstStyle/>
          <a:p>
            <a:pPr indent="0" marL="0">
              <a:buNone/>
            </a:pPr>
            <a:r>
              <a:rPr lang="en-US" sz="1400" dirty="0">
                <a:solidFill>
                  <a:schemeClr val="tx1"/>
                </a:solidFill>
              </a:rPr>
              <a:t>Graphite shows through pale washes, and heavy lines are hard to erase once painted over.</a:t>
            </a:r>
            <a:endParaRPr lang="en-US" sz="1400" dirty="0"/>
          </a:p>
        </p:txBody>
      </p:sp>
      <p:sp>
        <p:nvSpPr>
          <p:cNvPr id="18" name="Shape 16"/>
          <p:cNvSpPr/>
          <p:nvPr/>
        </p:nvSpPr>
        <p:spPr>
          <a:xfrm>
            <a:off x="548640" y="3246120"/>
            <a:ext cx="3611880" cy="1874520"/>
          </a:xfrm>
          <a:prstGeom prst="roundRect">
            <a:avLst>
              <a:gd name="adj" fmla="val 3902"/>
            </a:avLst>
          </a:prstGeom>
          <a:solidFill>
            <a:srgbClr val="FFFFFF"/>
          </a:solidFill>
          <a:ln/>
          <a:effectLst>
            <a:outerShdw sx="100000" sy="100000" kx="0" ky="0" algn="bl" rotWithShape="0" blurRad="76200" dist="25400" dir="5400000">
              <a:srgbClr val="000000">
                <a:alpha val="12000"/>
              </a:srgbClr>
            </a:outerShdw>
          </a:effectLst>
        </p:spPr>
      </p:sp>
      <p:sp>
        <p:nvSpPr>
          <p:cNvPr id="19" name="Shape 17"/>
          <p:cNvSpPr/>
          <p:nvPr/>
        </p:nvSpPr>
        <p:spPr>
          <a:xfrm>
            <a:off x="731520" y="3429000"/>
            <a:ext cx="402336" cy="402336"/>
          </a:xfrm>
          <a:prstGeom prst="ellipse">
            <a:avLst/>
          </a:prstGeom>
          <a:solidFill>
            <a:srgbClr val="3F6B22"/>
          </a:solidFill>
          <a:ln/>
        </p:spPr>
      </p:sp>
      <p:sp>
        <p:nvSpPr>
          <p:cNvPr id="20" name="Text 18"/>
          <p:cNvSpPr txBox="1"/>
          <p:nvPr/>
        </p:nvSpPr>
        <p:spPr>
          <a:xfrm>
            <a:off x="731520" y="3429000"/>
            <a:ext cx="402336" cy="402336"/>
          </a:xfrm>
          <a:prstGeom prst="rect">
            <a:avLst/>
          </a:prstGeom>
          <a:noFill/>
          <a:ln/>
        </p:spPr>
        <p:txBody>
          <a:bodyPr wrap="square" lIns="0" tIns="0" rIns="0" bIns="0" rtlCol="0" anchor="ctr"/>
          <a:lstStyle/>
          <a:p>
            <a:pPr algn="ctr" indent="0" marL="0">
              <a:buNone/>
            </a:pPr>
            <a:r>
              <a:rPr lang="en-US" sz="1600" b="1" dirty="0">
                <a:solidFill>
                  <a:schemeClr val="bg1"/>
                </a:solidFill>
              </a:rPr>
              <a:t>4</a:t>
            </a:r>
            <a:endParaRPr lang="en-US" sz="1600" dirty="0"/>
          </a:p>
        </p:txBody>
      </p:sp>
      <p:sp>
        <p:nvSpPr>
          <p:cNvPr id="21" name="Text 19"/>
          <p:cNvSpPr txBox="1"/>
          <p:nvPr/>
        </p:nvSpPr>
        <p:spPr>
          <a:xfrm>
            <a:off x="1261872" y="3429000"/>
            <a:ext cx="2743200" cy="402336"/>
          </a:xfrm>
          <a:prstGeom prst="rect">
            <a:avLst/>
          </a:prstGeom>
          <a:noFill/>
          <a:ln/>
        </p:spPr>
        <p:txBody>
          <a:bodyPr wrap="square" lIns="0" tIns="0" rIns="0" bIns="0" rtlCol="0" anchor="ctr"/>
          <a:lstStyle/>
          <a:p>
            <a:pPr indent="0" marL="0">
              <a:buNone/>
            </a:pPr>
            <a:r>
              <a:rPr lang="en-US" sz="1600" b="1" dirty="0">
                <a:solidFill>
                  <a:schemeClr val="tx2"/>
                </a:solidFill>
              </a:rPr>
              <a:t>Pause and let layers dry</a:t>
            </a:r>
            <a:endParaRPr lang="en-US" sz="1600" dirty="0"/>
          </a:p>
        </p:txBody>
      </p:sp>
      <p:sp>
        <p:nvSpPr>
          <p:cNvPr id="22" name="Text 20"/>
          <p:cNvSpPr txBox="1"/>
          <p:nvPr/>
        </p:nvSpPr>
        <p:spPr>
          <a:xfrm>
            <a:off x="731520" y="4023360"/>
            <a:ext cx="3246120" cy="960120"/>
          </a:xfrm>
          <a:prstGeom prst="rect">
            <a:avLst/>
          </a:prstGeom>
          <a:noFill/>
          <a:ln/>
        </p:spPr>
        <p:txBody>
          <a:bodyPr wrap="square" lIns="0" tIns="0" rIns="0" bIns="0" rtlCol="0" anchor="t"/>
          <a:lstStyle/>
          <a:p>
            <a:pPr indent="0" marL="0">
              <a:buNone/>
            </a:pPr>
            <a:r>
              <a:rPr lang="en-US" sz="1400" dirty="0">
                <a:solidFill>
                  <a:schemeClr val="tx1"/>
                </a:solidFill>
              </a:rPr>
              <a:t>Wet-on-wet blends softly. Painting beside a wet area can blur edges you wanted crisp. Wait when in doubt.</a:t>
            </a:r>
            <a:endParaRPr lang="en-US" sz="1400" dirty="0"/>
          </a:p>
        </p:txBody>
      </p:sp>
      <p:sp>
        <p:nvSpPr>
          <p:cNvPr id="23" name="Shape 21"/>
          <p:cNvSpPr/>
          <p:nvPr/>
        </p:nvSpPr>
        <p:spPr>
          <a:xfrm>
            <a:off x="4315968" y="3246120"/>
            <a:ext cx="3611880" cy="1874520"/>
          </a:xfrm>
          <a:prstGeom prst="roundRect">
            <a:avLst>
              <a:gd name="adj" fmla="val 3902"/>
            </a:avLst>
          </a:prstGeom>
          <a:solidFill>
            <a:srgbClr val="FFFFFF"/>
          </a:solidFill>
          <a:ln/>
          <a:effectLst>
            <a:outerShdw sx="100000" sy="100000" kx="0" ky="0" algn="bl" rotWithShape="0" blurRad="76200" dist="25400" dir="5400000">
              <a:srgbClr val="000000">
                <a:alpha val="12000"/>
              </a:srgbClr>
            </a:outerShdw>
          </a:effectLst>
        </p:spPr>
      </p:sp>
      <p:sp>
        <p:nvSpPr>
          <p:cNvPr id="24" name="Shape 22"/>
          <p:cNvSpPr/>
          <p:nvPr/>
        </p:nvSpPr>
        <p:spPr>
          <a:xfrm>
            <a:off x="4498848" y="3429000"/>
            <a:ext cx="402336" cy="402336"/>
          </a:xfrm>
          <a:prstGeom prst="ellipse">
            <a:avLst/>
          </a:prstGeom>
          <a:solidFill>
            <a:srgbClr val="B4531A"/>
          </a:solidFill>
          <a:ln/>
        </p:spPr>
      </p:sp>
      <p:sp>
        <p:nvSpPr>
          <p:cNvPr id="25" name="Text 23"/>
          <p:cNvSpPr txBox="1"/>
          <p:nvPr/>
        </p:nvSpPr>
        <p:spPr>
          <a:xfrm>
            <a:off x="4498848" y="3429000"/>
            <a:ext cx="402336" cy="402336"/>
          </a:xfrm>
          <a:prstGeom prst="rect">
            <a:avLst/>
          </a:prstGeom>
          <a:noFill/>
          <a:ln/>
        </p:spPr>
        <p:txBody>
          <a:bodyPr wrap="square" lIns="0" tIns="0" rIns="0" bIns="0" rtlCol="0" anchor="ctr"/>
          <a:lstStyle/>
          <a:p>
            <a:pPr algn="ctr" indent="0" marL="0">
              <a:buNone/>
            </a:pPr>
            <a:r>
              <a:rPr lang="en-US" sz="1600" b="1" dirty="0">
                <a:solidFill>
                  <a:schemeClr val="bg1"/>
                </a:solidFill>
              </a:rPr>
              <a:t>5</a:t>
            </a:r>
            <a:endParaRPr lang="en-US" sz="1600" dirty="0"/>
          </a:p>
        </p:txBody>
      </p:sp>
      <p:sp>
        <p:nvSpPr>
          <p:cNvPr id="26" name="Text 24"/>
          <p:cNvSpPr txBox="1"/>
          <p:nvPr/>
        </p:nvSpPr>
        <p:spPr>
          <a:xfrm>
            <a:off x="5029200" y="3429000"/>
            <a:ext cx="2743200" cy="402336"/>
          </a:xfrm>
          <a:prstGeom prst="rect">
            <a:avLst/>
          </a:prstGeom>
          <a:noFill/>
          <a:ln/>
        </p:spPr>
        <p:txBody>
          <a:bodyPr wrap="square" lIns="0" tIns="0" rIns="0" bIns="0" rtlCol="0" anchor="ctr"/>
          <a:lstStyle/>
          <a:p>
            <a:pPr indent="0" marL="0">
              <a:buNone/>
            </a:pPr>
            <a:r>
              <a:rPr lang="en-US" sz="1600" b="1" dirty="0">
                <a:solidFill>
                  <a:schemeClr val="tx2"/>
                </a:solidFill>
              </a:rPr>
              <a:t>Photograph each stage</a:t>
            </a:r>
            <a:endParaRPr lang="en-US" sz="1600" dirty="0"/>
          </a:p>
        </p:txBody>
      </p:sp>
      <p:sp>
        <p:nvSpPr>
          <p:cNvPr id="27" name="Text 25"/>
          <p:cNvSpPr txBox="1"/>
          <p:nvPr/>
        </p:nvSpPr>
        <p:spPr>
          <a:xfrm>
            <a:off x="4498848" y="4023360"/>
            <a:ext cx="3246120" cy="960120"/>
          </a:xfrm>
          <a:prstGeom prst="rect">
            <a:avLst/>
          </a:prstGeom>
          <a:noFill/>
          <a:ln/>
        </p:spPr>
        <p:txBody>
          <a:bodyPr wrap="square" lIns="0" tIns="0" rIns="0" bIns="0" rtlCol="0" anchor="t"/>
          <a:lstStyle/>
          <a:p>
            <a:pPr indent="0" marL="0">
              <a:buNone/>
            </a:pPr>
            <a:r>
              <a:rPr lang="en-US" sz="1400" dirty="0">
                <a:solidFill>
                  <a:schemeClr val="tx1"/>
                </a:solidFill>
              </a:rPr>
              <a:t>Compare your photos with the step slides to catch problems early, like a vanishing point that has drifted.</a:t>
            </a:r>
            <a:endParaRPr lang="en-US" sz="1400" dirty="0"/>
          </a:p>
        </p:txBody>
      </p:sp>
      <p:sp>
        <p:nvSpPr>
          <p:cNvPr id="28" name="Shape 26"/>
          <p:cNvSpPr/>
          <p:nvPr/>
        </p:nvSpPr>
        <p:spPr>
          <a:xfrm>
            <a:off x="8083296" y="3246120"/>
            <a:ext cx="3611880" cy="1874520"/>
          </a:xfrm>
          <a:prstGeom prst="roundRect">
            <a:avLst>
              <a:gd name="adj" fmla="val 3902"/>
            </a:avLst>
          </a:prstGeom>
          <a:solidFill>
            <a:srgbClr val="FFFFFF"/>
          </a:solidFill>
          <a:ln/>
          <a:effectLst>
            <a:outerShdw sx="100000" sy="100000" kx="0" ky="0" algn="bl" rotWithShape="0" blurRad="76200" dist="25400" dir="5400000">
              <a:srgbClr val="000000">
                <a:alpha val="12000"/>
              </a:srgbClr>
            </a:outerShdw>
          </a:effectLst>
        </p:spPr>
      </p:sp>
      <p:sp>
        <p:nvSpPr>
          <p:cNvPr id="29" name="Shape 27"/>
          <p:cNvSpPr/>
          <p:nvPr/>
        </p:nvSpPr>
        <p:spPr>
          <a:xfrm>
            <a:off x="8266176" y="3429000"/>
            <a:ext cx="402336" cy="402336"/>
          </a:xfrm>
          <a:prstGeom prst="ellipse">
            <a:avLst/>
          </a:prstGeom>
          <a:solidFill>
            <a:srgbClr val="B0402F"/>
          </a:solidFill>
          <a:ln/>
        </p:spPr>
      </p:sp>
      <p:sp>
        <p:nvSpPr>
          <p:cNvPr id="30" name="Text 28"/>
          <p:cNvSpPr txBox="1"/>
          <p:nvPr/>
        </p:nvSpPr>
        <p:spPr>
          <a:xfrm>
            <a:off x="8266176" y="3429000"/>
            <a:ext cx="402336" cy="402336"/>
          </a:xfrm>
          <a:prstGeom prst="rect">
            <a:avLst/>
          </a:prstGeom>
          <a:noFill/>
          <a:ln/>
        </p:spPr>
        <p:txBody>
          <a:bodyPr wrap="square" lIns="0" tIns="0" rIns="0" bIns="0" rtlCol="0" anchor="ctr"/>
          <a:lstStyle/>
          <a:p>
            <a:pPr algn="ctr" indent="0" marL="0">
              <a:buNone/>
            </a:pPr>
            <a:r>
              <a:rPr lang="en-US" sz="1600" b="1" dirty="0">
                <a:solidFill>
                  <a:schemeClr val="bg1"/>
                </a:solidFill>
              </a:rPr>
              <a:t>6</a:t>
            </a:r>
            <a:endParaRPr lang="en-US" sz="1600" dirty="0"/>
          </a:p>
        </p:txBody>
      </p:sp>
      <p:sp>
        <p:nvSpPr>
          <p:cNvPr id="31" name="Text 29"/>
          <p:cNvSpPr txBox="1"/>
          <p:nvPr/>
        </p:nvSpPr>
        <p:spPr>
          <a:xfrm>
            <a:off x="8796528" y="3429000"/>
            <a:ext cx="2743200" cy="402336"/>
          </a:xfrm>
          <a:prstGeom prst="rect">
            <a:avLst/>
          </a:prstGeom>
          <a:noFill/>
          <a:ln/>
        </p:spPr>
        <p:txBody>
          <a:bodyPr wrap="square" lIns="0" tIns="0" rIns="0" bIns="0" rtlCol="0" anchor="ctr"/>
          <a:lstStyle/>
          <a:p>
            <a:pPr indent="0" marL="0">
              <a:buNone/>
            </a:pPr>
            <a:r>
              <a:rPr lang="en-US" sz="1600" b="1" dirty="0">
                <a:solidFill>
                  <a:schemeClr val="tx2"/>
                </a:solidFill>
              </a:rPr>
              <a:t>Aim for the feel, not a copy</a:t>
            </a:r>
            <a:endParaRPr lang="en-US" sz="1600" dirty="0"/>
          </a:p>
        </p:txBody>
      </p:sp>
      <p:sp>
        <p:nvSpPr>
          <p:cNvPr id="32" name="Text 30"/>
          <p:cNvSpPr txBox="1"/>
          <p:nvPr/>
        </p:nvSpPr>
        <p:spPr>
          <a:xfrm>
            <a:off x="8266176" y="4023360"/>
            <a:ext cx="3246120" cy="960120"/>
          </a:xfrm>
          <a:prstGeom prst="rect">
            <a:avLst/>
          </a:prstGeom>
          <a:noFill/>
          <a:ln/>
        </p:spPr>
        <p:txBody>
          <a:bodyPr wrap="square" lIns="0" tIns="0" rIns="0" bIns="0" rtlCol="0" anchor="t"/>
          <a:lstStyle/>
          <a:p>
            <a:pPr indent="0" marL="0">
              <a:buNone/>
            </a:pPr>
            <a:r>
              <a:rPr lang="en-US" sz="1400" dirty="0">
                <a:solidFill>
                  <a:schemeClr val="tx1"/>
                </a:solidFill>
              </a:rPr>
              <a:t>Your dabs, clouds and leaves will not match the reel exactly, and they don't need to.</a:t>
            </a:r>
            <a:endParaRPr lang="en-US" sz="1400" dirty="0"/>
          </a:p>
        </p:txBody>
      </p:sp>
      <p:sp>
        <p:nvSpPr>
          <p:cNvPr id="33" name="Text 31"/>
          <p:cNvSpPr txBox="1"/>
          <p:nvPr/>
        </p:nvSpPr>
        <p:spPr>
          <a:xfrm>
            <a:off x="548640" y="5532120"/>
            <a:ext cx="10058400" cy="274320"/>
          </a:xfrm>
          <a:prstGeom prst="rect">
            <a:avLst/>
          </a:prstGeom>
          <a:noFill/>
          <a:ln/>
        </p:spPr>
        <p:txBody>
          <a:bodyPr wrap="square" lIns="0" tIns="0" rIns="0" bIns="0" rtlCol="0" anchor="ctr"/>
          <a:lstStyle/>
          <a:p>
            <a:pPr indent="0" marL="0">
              <a:buNone/>
            </a:pPr>
            <a:r>
              <a:rPr lang="en-US" sz="1100" dirty="0">
                <a:solidFill>
                  <a:srgbClr val="4A5058"/>
                </a:solidFill>
              </a:rPr>
              <a:t>These are general watercolor tips, not statements from the reel.</a:t>
            </a:r>
            <a:endParaRPr lang="en-US" sz="1100" dirty="0"/>
          </a:p>
        </p:txBody>
      </p:sp>
      <p:sp>
        <p:nvSpPr>
          <p:cNvPr id="25" name="Slide Number Placeholder 0"/>
          <p:cNvSpPr>
            <a:spLocks noGrp="1"/>
          </p:cNvSpPr>
          <p:nvPr>
            <p:ph type="sldNum" sz="quarter" idx="4294967295"/>
          </p:nvPr>
        </p:nvSpPr>
        <p:spPr>
          <a:xfrm>
            <a:off x="11155680" y="6510528"/>
            <a:ext cx="548640" cy="228600"/>
          </a:xfrm>
          <a:prstGeom prst="rect">
            <a:avLst/>
          </a:prstGeom>
          <a:extLst>
            <a:ext uri="{C572A759-6A51-4108-AA02-DFA0A04FC94B}">
              <ma14:wrappingTextBoxFlag xmlns:ma14="http://schemas.microsoft.com/office/mac/drawingml/2011/main" val="0"/>
            </a:ext>
          </a:extLst>
        </p:spPr>
        <p:txBody>
          <a:bodyPr/>
          <a:lstStyle>
            <a:lvl1pPr>
              <a:defRPr sz="1000">
                <a:solidFill>
                  <a:srgbClr val="6D7072"/>
                </a:solidFill>
              </a:defRPr>
            </a:lvl1pPr>
          </a:lstStyle>
          <a:p>
            <a:pPr algn="r"/>
            <a:fld id="{F7021451-1387-4CA6-816F-3879F97B5CBC}" type="slidenum">
              <a:rPr b="0" lang="en-US"/>
              <a:t>40</a:t>
            </a:fld>
            <a:endParaRPr lang="en-US"/>
          </a:p>
        </p:txBody>
      </p:sp>
    </p:spTree>
  </p:cSld>
  <p:clrMapOvr>
    <a:masterClrMapping/>
  </p:clrMapOvr>
</p:sld>
</file>

<file path=ppt/theme/theme1.xml><?xml version="1.0" encoding="utf-8"?>
<a:theme xmlns:a="http://schemas.openxmlformats.org/drawingml/2006/main" name="Watercolor Guide">
  <a:themeElements>
    <a:clrScheme name="Watercolor Guide">
      <a:dk1>
        <a:srgbClr val="222222"/>
      </a:dk1>
      <a:lt1>
        <a:srgbClr val="FFFFFF"/>
      </a:lt1>
      <a:dk2>
        <a:srgbClr val="2D4216"/>
      </a:dk2>
      <a:lt2>
        <a:srgbClr val="F2F4F0"/>
      </a:lt2>
      <a:accent1>
        <a:srgbClr val="4E7EEB"/>
      </a:accent1>
      <a:accent2>
        <a:srgbClr val="79832D"/>
      </a:accent2>
      <a:accent3>
        <a:srgbClr val="E8853E"/>
      </a:accent3>
      <a:accent4>
        <a:srgbClr val="E3665D"/>
      </a:accent4>
      <a:accent5>
        <a:srgbClr val="52832E"/>
      </a:accent5>
      <a:accent6>
        <a:srgbClr val="6D7072"/>
      </a:accent6>
      <a:hlink>
        <a:srgbClr val="2F5FC4"/>
      </a:hlink>
      <a:folHlink>
        <a:srgbClr val="6D7072"/>
      </a:folHlink>
    </a:clrScheme>
    <a:fontScheme name="Watercolor Guide">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40</Slides>
  <Notes>40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40</vt:i4>
      </vt:variant>
    </vt:vector>
  </HeadingPairs>
  <TitlesOfParts>
    <vt:vector size="4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Watercolor Perspective Painting: Step-by-Step Guide</dc:title>
  <dc:subject>PptxGenJS Presentation</dc:subject>
  <dc:creator>Study guide</dc:creator>
  <cp:lastModifiedBy>Study guide</cp:lastModifiedBy>
  <cp:revision>1</cp:revision>
  <dcterms:created xsi:type="dcterms:W3CDTF">2026-10-10T22:11:10Z</dcterms:created>
  <dcterms:modified xsi:type="dcterms:W3CDTF">2026-10-10T22:11:10Z</dcterms:modified>
</cp:coreProperties>
</file>